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9"/>
  </p:notesMasterIdLst>
  <p:sldIdLst>
    <p:sldId id="256" r:id="rId2"/>
    <p:sldId id="259" r:id="rId3"/>
    <p:sldId id="262" r:id="rId4"/>
    <p:sldId id="312" r:id="rId5"/>
    <p:sldId id="313" r:id="rId6"/>
    <p:sldId id="260" r:id="rId7"/>
    <p:sldId id="290" r:id="rId8"/>
  </p:sldIdLst>
  <p:sldSz cx="9144000" cy="5143500" type="screen16x9"/>
  <p:notesSz cx="6858000" cy="9144000"/>
  <p:embeddedFontLst>
    <p:embeddedFont>
      <p:font typeface="Manjari" panose="020B0604020202020204" charset="0"/>
      <p:regular r:id="rId10"/>
      <p:bold r:id="rId11"/>
    </p:embeddedFont>
    <p:embeddedFont>
      <p:font typeface="Nunito Light" pitchFamily="2" charset="0"/>
      <p:regular r:id="rId12"/>
      <p:italic r:id="rId13"/>
    </p:embeddedFont>
    <p:embeddedFont>
      <p:font typeface="Work Sans"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ABC5526-F17A-454F-BCD4-F5569B3B159E}">
  <a:tblStyle styleId="{9ABC5526-F17A-454F-BCD4-F5569B3B159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5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a1242414e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a1242414e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a1242414e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a1242414e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a:extLst>
            <a:ext uri="{FF2B5EF4-FFF2-40B4-BE49-F238E27FC236}">
              <a16:creationId xmlns:a16="http://schemas.microsoft.com/office/drawing/2014/main" id="{9D2E1C68-0D01-A389-1DCB-935AF9B34818}"/>
            </a:ext>
          </a:extLst>
        </p:cNvPr>
        <p:cNvGrpSpPr/>
        <p:nvPr/>
      </p:nvGrpSpPr>
      <p:grpSpPr>
        <a:xfrm>
          <a:off x="0" y="0"/>
          <a:ext cx="0" cy="0"/>
          <a:chOff x="0" y="0"/>
          <a:chExt cx="0" cy="0"/>
        </a:xfrm>
      </p:grpSpPr>
      <p:sp>
        <p:nvSpPr>
          <p:cNvPr id="712" name="Google Shape;712;ga1242414e1_0_10:notes">
            <a:extLst>
              <a:ext uri="{FF2B5EF4-FFF2-40B4-BE49-F238E27FC236}">
                <a16:creationId xmlns:a16="http://schemas.microsoft.com/office/drawing/2014/main" id="{CB856B93-EAC4-1AB7-C177-D3C98CE67E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a1242414e1_0_10:notes">
            <a:extLst>
              <a:ext uri="{FF2B5EF4-FFF2-40B4-BE49-F238E27FC236}">
                <a16:creationId xmlns:a16="http://schemas.microsoft.com/office/drawing/2014/main" id="{CDF3309C-3AC8-AF85-0EEF-B569ECE2B4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6455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a:extLst>
            <a:ext uri="{FF2B5EF4-FFF2-40B4-BE49-F238E27FC236}">
              <a16:creationId xmlns:a16="http://schemas.microsoft.com/office/drawing/2014/main" id="{7BFBB4E7-071E-7CCD-7795-EF4D181981BA}"/>
            </a:ext>
          </a:extLst>
        </p:cNvPr>
        <p:cNvGrpSpPr/>
        <p:nvPr/>
      </p:nvGrpSpPr>
      <p:grpSpPr>
        <a:xfrm>
          <a:off x="0" y="0"/>
          <a:ext cx="0" cy="0"/>
          <a:chOff x="0" y="0"/>
          <a:chExt cx="0" cy="0"/>
        </a:xfrm>
      </p:grpSpPr>
      <p:sp>
        <p:nvSpPr>
          <p:cNvPr id="1069" name="Google Shape;1069;ga1242414e1_0_80:notes">
            <a:extLst>
              <a:ext uri="{FF2B5EF4-FFF2-40B4-BE49-F238E27FC236}">
                <a16:creationId xmlns:a16="http://schemas.microsoft.com/office/drawing/2014/main" id="{C9644BCC-E5B8-D10E-27A9-549C353D3B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0" name="Google Shape;1070;ga1242414e1_0_80:notes">
            <a:extLst>
              <a:ext uri="{FF2B5EF4-FFF2-40B4-BE49-F238E27FC236}">
                <a16:creationId xmlns:a16="http://schemas.microsoft.com/office/drawing/2014/main" id="{19606BA2-EFC0-5C00-061F-56110ED287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4896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8b385fd27f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8b385fd27f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g8b385fd27f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9" name="Google Shape;1479;g8b385fd27f_2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100" y="1071275"/>
            <a:ext cx="5319900" cy="2215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4800"/>
              <a:buNone/>
              <a:defRPr sz="46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91725" y="3533425"/>
            <a:ext cx="4313400" cy="386700"/>
          </a:xfrm>
          <a:prstGeom prst="rect">
            <a:avLst/>
          </a:prstGeom>
          <a:solidFill>
            <a:schemeClr val="accent1"/>
          </a:solidFill>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2142191" y="-1441049"/>
            <a:ext cx="12986869" cy="8414973"/>
            <a:chOff x="-2142191" y="-1441049"/>
            <a:chExt cx="12986869" cy="8414973"/>
          </a:xfrm>
        </p:grpSpPr>
        <p:sp>
          <p:nvSpPr>
            <p:cNvPr id="12" name="Google Shape;12;p2"/>
            <p:cNvSpPr/>
            <p:nvPr/>
          </p:nvSpPr>
          <p:spPr>
            <a:xfrm rot="-5399993">
              <a:off x="5467851" y="786103"/>
              <a:ext cx="5831377" cy="4922267"/>
            </a:xfrm>
            <a:custGeom>
              <a:avLst/>
              <a:gdLst/>
              <a:ahLst/>
              <a:cxnLst/>
              <a:rect l="l" t="t" r="r" b="b"/>
              <a:pathLst>
                <a:path w="4788" h="4042" extrusionOk="0">
                  <a:moveTo>
                    <a:pt x="387" y="851"/>
                  </a:moveTo>
                  <a:cubicBezTo>
                    <a:pt x="775" y="0"/>
                    <a:pt x="1838" y="144"/>
                    <a:pt x="2096" y="646"/>
                  </a:cubicBezTo>
                  <a:cubicBezTo>
                    <a:pt x="2355" y="1147"/>
                    <a:pt x="3157" y="1327"/>
                    <a:pt x="3371" y="1268"/>
                  </a:cubicBezTo>
                  <a:cubicBezTo>
                    <a:pt x="3586" y="1208"/>
                    <a:pt x="3704" y="1171"/>
                    <a:pt x="3841" y="1225"/>
                  </a:cubicBezTo>
                  <a:cubicBezTo>
                    <a:pt x="3978" y="1280"/>
                    <a:pt x="4248" y="1380"/>
                    <a:pt x="4096" y="2155"/>
                  </a:cubicBezTo>
                  <a:cubicBezTo>
                    <a:pt x="3944" y="2930"/>
                    <a:pt x="4575" y="2319"/>
                    <a:pt x="4681" y="2638"/>
                  </a:cubicBezTo>
                  <a:cubicBezTo>
                    <a:pt x="4788" y="2957"/>
                    <a:pt x="4423" y="3507"/>
                    <a:pt x="3654" y="3783"/>
                  </a:cubicBezTo>
                  <a:cubicBezTo>
                    <a:pt x="3077" y="3990"/>
                    <a:pt x="1762" y="4042"/>
                    <a:pt x="919" y="3236"/>
                  </a:cubicBezTo>
                  <a:cubicBezTo>
                    <a:pt x="76" y="2431"/>
                    <a:pt x="0" y="1702"/>
                    <a:pt x="387" y="851"/>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rot="7132500">
              <a:off x="-1988359" y="-614155"/>
              <a:ext cx="3218314" cy="2251809"/>
            </a:xfrm>
            <a:custGeom>
              <a:avLst/>
              <a:gdLst/>
              <a:ahLst/>
              <a:cxnLst/>
              <a:rect l="l" t="t" r="r" b="b"/>
              <a:pathLst>
                <a:path w="2430" h="1698" extrusionOk="0">
                  <a:moveTo>
                    <a:pt x="453" y="1497"/>
                  </a:moveTo>
                  <a:cubicBezTo>
                    <a:pt x="965" y="1683"/>
                    <a:pt x="1903" y="1698"/>
                    <a:pt x="2128" y="1541"/>
                  </a:cubicBezTo>
                  <a:cubicBezTo>
                    <a:pt x="2271" y="1441"/>
                    <a:pt x="2344" y="1333"/>
                    <a:pt x="2353" y="1303"/>
                  </a:cubicBezTo>
                  <a:cubicBezTo>
                    <a:pt x="2430" y="1030"/>
                    <a:pt x="2116" y="844"/>
                    <a:pt x="1896" y="788"/>
                  </a:cubicBezTo>
                  <a:cubicBezTo>
                    <a:pt x="1792" y="761"/>
                    <a:pt x="1705" y="724"/>
                    <a:pt x="1612" y="669"/>
                  </a:cubicBezTo>
                  <a:cubicBezTo>
                    <a:pt x="1506" y="607"/>
                    <a:pt x="1409" y="529"/>
                    <a:pt x="1327" y="437"/>
                  </a:cubicBezTo>
                  <a:cubicBezTo>
                    <a:pt x="1248" y="348"/>
                    <a:pt x="1179" y="264"/>
                    <a:pt x="1073" y="204"/>
                  </a:cubicBezTo>
                  <a:cubicBezTo>
                    <a:pt x="709" y="0"/>
                    <a:pt x="203" y="173"/>
                    <a:pt x="54" y="566"/>
                  </a:cubicBezTo>
                  <a:cubicBezTo>
                    <a:pt x="16" y="668"/>
                    <a:pt x="0" y="781"/>
                    <a:pt x="4" y="890"/>
                  </a:cubicBezTo>
                  <a:cubicBezTo>
                    <a:pt x="11" y="1132"/>
                    <a:pt x="232" y="1416"/>
                    <a:pt x="453" y="1497"/>
                  </a:cubicBezTo>
                  <a:close/>
                </a:path>
              </a:pathLst>
            </a:custGeom>
            <a:solidFill>
              <a:srgbClr val="F8B8B9">
                <a:alpha val="75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1232275" y="4637925"/>
              <a:ext cx="2299975" cy="2335999"/>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rgbClr val="B5696D">
                <a:alpha val="443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8C4DAE44-54BD-BEEE-AD79-36927BAA8BF1}"/>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grpSp>
        <p:nvGrpSpPr>
          <p:cNvPr id="16" name="Google Shape;16;p3"/>
          <p:cNvGrpSpPr/>
          <p:nvPr/>
        </p:nvGrpSpPr>
        <p:grpSpPr>
          <a:xfrm>
            <a:off x="-942974" y="-1654047"/>
            <a:ext cx="11522034" cy="9297861"/>
            <a:chOff x="-465288" y="-1298648"/>
            <a:chExt cx="10693359" cy="8623045"/>
          </a:xfrm>
        </p:grpSpPr>
        <p:sp>
          <p:nvSpPr>
            <p:cNvPr id="17" name="Google Shape;17;p3"/>
            <p:cNvSpPr/>
            <p:nvPr/>
          </p:nvSpPr>
          <p:spPr>
            <a:xfrm rot="-5694673" flipH="1">
              <a:off x="6738814" y="-653935"/>
              <a:ext cx="3795416" cy="2868695"/>
            </a:xfrm>
            <a:custGeom>
              <a:avLst/>
              <a:gdLst/>
              <a:ahLst/>
              <a:cxnLst/>
              <a:rect l="l" t="t" r="r" b="b"/>
              <a:pathLst>
                <a:path w="2430" h="1698" extrusionOk="0">
                  <a:moveTo>
                    <a:pt x="453" y="1497"/>
                  </a:moveTo>
                  <a:cubicBezTo>
                    <a:pt x="965" y="1683"/>
                    <a:pt x="1903" y="1698"/>
                    <a:pt x="2128" y="1541"/>
                  </a:cubicBezTo>
                  <a:cubicBezTo>
                    <a:pt x="2271" y="1441"/>
                    <a:pt x="2344" y="1333"/>
                    <a:pt x="2353" y="1303"/>
                  </a:cubicBezTo>
                  <a:cubicBezTo>
                    <a:pt x="2430" y="1030"/>
                    <a:pt x="2116" y="844"/>
                    <a:pt x="1896" y="788"/>
                  </a:cubicBezTo>
                  <a:cubicBezTo>
                    <a:pt x="1792" y="761"/>
                    <a:pt x="1705" y="724"/>
                    <a:pt x="1612" y="669"/>
                  </a:cubicBezTo>
                  <a:cubicBezTo>
                    <a:pt x="1506" y="607"/>
                    <a:pt x="1409" y="529"/>
                    <a:pt x="1327" y="437"/>
                  </a:cubicBezTo>
                  <a:cubicBezTo>
                    <a:pt x="1248" y="348"/>
                    <a:pt x="1179" y="264"/>
                    <a:pt x="1073" y="204"/>
                  </a:cubicBezTo>
                  <a:cubicBezTo>
                    <a:pt x="709" y="0"/>
                    <a:pt x="203" y="173"/>
                    <a:pt x="54" y="566"/>
                  </a:cubicBezTo>
                  <a:cubicBezTo>
                    <a:pt x="16" y="668"/>
                    <a:pt x="0" y="781"/>
                    <a:pt x="4" y="890"/>
                  </a:cubicBezTo>
                  <a:cubicBezTo>
                    <a:pt x="11" y="1132"/>
                    <a:pt x="232" y="1416"/>
                    <a:pt x="453" y="1497"/>
                  </a:cubicBezTo>
                  <a:close/>
                </a:path>
              </a:pathLst>
            </a:custGeom>
            <a:solidFill>
              <a:srgbClr val="F8B8B9">
                <a:alpha val="75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3"/>
            <p:cNvSpPr/>
            <p:nvPr/>
          </p:nvSpPr>
          <p:spPr>
            <a:xfrm rot="8945947">
              <a:off x="-215045" y="-774748"/>
              <a:ext cx="2500681" cy="1665732"/>
            </a:xfrm>
            <a:custGeom>
              <a:avLst/>
              <a:gdLst/>
              <a:ahLst/>
              <a:cxnLst/>
              <a:rect l="l" t="t" r="r" b="b"/>
              <a:pathLst>
                <a:path w="4568" h="3044" extrusionOk="0">
                  <a:moveTo>
                    <a:pt x="420" y="1800"/>
                  </a:moveTo>
                  <a:cubicBezTo>
                    <a:pt x="217" y="1350"/>
                    <a:pt x="0" y="192"/>
                    <a:pt x="1016" y="96"/>
                  </a:cubicBezTo>
                  <a:cubicBezTo>
                    <a:pt x="2032" y="0"/>
                    <a:pt x="1952" y="660"/>
                    <a:pt x="2360" y="980"/>
                  </a:cubicBezTo>
                  <a:cubicBezTo>
                    <a:pt x="2768" y="1300"/>
                    <a:pt x="3304" y="1060"/>
                    <a:pt x="3596" y="1068"/>
                  </a:cubicBezTo>
                  <a:cubicBezTo>
                    <a:pt x="3888" y="1076"/>
                    <a:pt x="4360" y="1196"/>
                    <a:pt x="4464" y="1612"/>
                  </a:cubicBezTo>
                  <a:cubicBezTo>
                    <a:pt x="4568" y="2028"/>
                    <a:pt x="4427" y="2251"/>
                    <a:pt x="4103" y="2547"/>
                  </a:cubicBezTo>
                  <a:cubicBezTo>
                    <a:pt x="3659" y="2953"/>
                    <a:pt x="3136" y="3044"/>
                    <a:pt x="1916" y="2844"/>
                  </a:cubicBezTo>
                  <a:cubicBezTo>
                    <a:pt x="1209" y="2728"/>
                    <a:pt x="634" y="2276"/>
                    <a:pt x="420" y="1800"/>
                  </a:cubicBezTo>
                  <a:close/>
                </a:path>
              </a:pathLst>
            </a:custGeom>
            <a:solidFill>
              <a:srgbClr val="B5696D">
                <a:alpha val="443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3"/>
            <p:cNvSpPr/>
            <p:nvPr/>
          </p:nvSpPr>
          <p:spPr>
            <a:xfrm rot="-1846450">
              <a:off x="2982465" y="3931499"/>
              <a:ext cx="3260816" cy="2752468"/>
            </a:xfrm>
            <a:custGeom>
              <a:avLst/>
              <a:gdLst/>
              <a:ahLst/>
              <a:cxnLst/>
              <a:rect l="l" t="t" r="r" b="b"/>
              <a:pathLst>
                <a:path w="4788" h="4042" extrusionOk="0">
                  <a:moveTo>
                    <a:pt x="387" y="851"/>
                  </a:moveTo>
                  <a:cubicBezTo>
                    <a:pt x="775" y="0"/>
                    <a:pt x="1838" y="144"/>
                    <a:pt x="2096" y="646"/>
                  </a:cubicBezTo>
                  <a:cubicBezTo>
                    <a:pt x="2355" y="1147"/>
                    <a:pt x="3157" y="1327"/>
                    <a:pt x="3371" y="1268"/>
                  </a:cubicBezTo>
                  <a:cubicBezTo>
                    <a:pt x="3586" y="1208"/>
                    <a:pt x="3704" y="1171"/>
                    <a:pt x="3841" y="1225"/>
                  </a:cubicBezTo>
                  <a:cubicBezTo>
                    <a:pt x="3978" y="1280"/>
                    <a:pt x="4248" y="1380"/>
                    <a:pt x="4096" y="2155"/>
                  </a:cubicBezTo>
                  <a:cubicBezTo>
                    <a:pt x="3944" y="2930"/>
                    <a:pt x="4575" y="2319"/>
                    <a:pt x="4681" y="2638"/>
                  </a:cubicBezTo>
                  <a:cubicBezTo>
                    <a:pt x="4788" y="2957"/>
                    <a:pt x="4423" y="3507"/>
                    <a:pt x="3654" y="3783"/>
                  </a:cubicBezTo>
                  <a:cubicBezTo>
                    <a:pt x="3077" y="3990"/>
                    <a:pt x="1762" y="4042"/>
                    <a:pt x="919" y="3236"/>
                  </a:cubicBezTo>
                  <a:cubicBezTo>
                    <a:pt x="76" y="2431"/>
                    <a:pt x="0" y="1702"/>
                    <a:pt x="387" y="851"/>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0" name="Google Shape;20;p3"/>
          <p:cNvSpPr txBox="1">
            <a:spLocks noGrp="1"/>
          </p:cNvSpPr>
          <p:nvPr>
            <p:ph type="title"/>
          </p:nvPr>
        </p:nvSpPr>
        <p:spPr>
          <a:xfrm>
            <a:off x="713100" y="2352975"/>
            <a:ext cx="4173900" cy="938100"/>
          </a:xfrm>
          <a:prstGeom prst="rect">
            <a:avLst/>
          </a:prstGeom>
        </p:spPr>
        <p:txBody>
          <a:bodyPr spcFirstLastPara="1" wrap="square" lIns="91425" tIns="91425" rIns="91425" bIns="91425" anchor="b" anchorCtr="0">
            <a:noAutofit/>
          </a:bodyPr>
          <a:lstStyle>
            <a:lvl1pPr lvl="0" algn="l" rtl="0">
              <a:spcBef>
                <a:spcPts val="0"/>
              </a:spcBef>
              <a:spcAft>
                <a:spcPts val="0"/>
              </a:spcAft>
              <a:buSzPts val="2400"/>
              <a:buNone/>
              <a:defRPr sz="4800">
                <a:solidFill>
                  <a:schemeClr val="dk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1" name="Google Shape;21;p3"/>
          <p:cNvSpPr txBox="1">
            <a:spLocks noGrp="1"/>
          </p:cNvSpPr>
          <p:nvPr>
            <p:ph type="title" idx="2" hasCustomPrompt="1"/>
          </p:nvPr>
        </p:nvSpPr>
        <p:spPr>
          <a:xfrm>
            <a:off x="713100" y="1378625"/>
            <a:ext cx="1217400" cy="938100"/>
          </a:xfrm>
          <a:prstGeom prst="rect">
            <a:avLst/>
          </a:prstGeom>
          <a:solidFill>
            <a:schemeClr val="accent1"/>
          </a:solidFill>
        </p:spPr>
        <p:txBody>
          <a:bodyPr spcFirstLastPara="1" wrap="square" lIns="91425" tIns="91425" rIns="91425" bIns="91425" anchor="ctr" anchorCtr="0">
            <a:noAutofit/>
          </a:bodyPr>
          <a:lstStyle>
            <a:lvl1pPr lvl="0" algn="ctr" rtl="0">
              <a:spcBef>
                <a:spcPts val="0"/>
              </a:spcBef>
              <a:spcAft>
                <a:spcPts val="0"/>
              </a:spcAft>
              <a:buSzPts val="4800"/>
              <a:buNone/>
              <a:defRPr sz="4800">
                <a:solidFill>
                  <a:schemeClr val="dk1"/>
                </a:solidFill>
              </a:defRPr>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22" name="Google Shape;22;p3"/>
          <p:cNvSpPr txBox="1">
            <a:spLocks noGrp="1"/>
          </p:cNvSpPr>
          <p:nvPr>
            <p:ph type="subTitle" idx="1"/>
          </p:nvPr>
        </p:nvSpPr>
        <p:spPr>
          <a:xfrm>
            <a:off x="713100" y="3382675"/>
            <a:ext cx="4173900" cy="386700"/>
          </a:xfrm>
          <a:prstGeom prst="rect">
            <a:avLst/>
          </a:prstGeom>
          <a:solidFill>
            <a:schemeClr val="accent1"/>
          </a:solidFill>
        </p:spPr>
        <p:txBody>
          <a:bodyPr spcFirstLastPara="1" wrap="square" lIns="91425" tIns="91425" rIns="91425" bIns="91425" anchor="ctr" anchorCtr="0">
            <a:noAutofit/>
          </a:bodyPr>
          <a:lstStyle>
            <a:lvl1pPr lvl="0">
              <a:spcBef>
                <a:spcPts val="0"/>
              </a:spcBef>
              <a:spcAft>
                <a:spcPts val="0"/>
              </a:spcAft>
              <a:buSzPts val="14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 name="Slide Number Placeholder 1">
            <a:extLst>
              <a:ext uri="{FF2B5EF4-FFF2-40B4-BE49-F238E27FC236}">
                <a16:creationId xmlns:a16="http://schemas.microsoft.com/office/drawing/2014/main" id="{F379635E-621C-E04D-DCC2-8B1940A7D73B}"/>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720010" y="539496"/>
            <a:ext cx="7704000" cy="475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solidFill>
                  <a:schemeClr val="dk1"/>
                </a:solidFill>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47" name="Google Shape;47;p7"/>
          <p:cNvSpPr txBox="1">
            <a:spLocks noGrp="1"/>
          </p:cNvSpPr>
          <p:nvPr>
            <p:ph type="subTitle" idx="1"/>
          </p:nvPr>
        </p:nvSpPr>
        <p:spPr>
          <a:xfrm>
            <a:off x="720000" y="1692875"/>
            <a:ext cx="3852000" cy="2096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5"/>
              </a:buClr>
              <a:buSzPts val="1600"/>
              <a:buChar char="●"/>
              <a:defRPr/>
            </a:lvl1pPr>
            <a:lvl2pPr lvl="1" algn="r" rtl="0">
              <a:lnSpc>
                <a:spcPct val="100000"/>
              </a:lnSpc>
              <a:spcBef>
                <a:spcPts val="1600"/>
              </a:spcBef>
              <a:spcAft>
                <a:spcPts val="0"/>
              </a:spcAft>
              <a:buClr>
                <a:srgbClr val="E76A28"/>
              </a:buClr>
              <a:buSzPts val="1600"/>
              <a:buFont typeface="Nunito Light"/>
              <a:buChar char="○"/>
              <a:defRPr sz="2100"/>
            </a:lvl2pPr>
            <a:lvl3pPr lvl="2" algn="r" rtl="0">
              <a:lnSpc>
                <a:spcPct val="100000"/>
              </a:lnSpc>
              <a:spcBef>
                <a:spcPts val="0"/>
              </a:spcBef>
              <a:spcAft>
                <a:spcPts val="0"/>
              </a:spcAft>
              <a:buClr>
                <a:srgbClr val="E76A28"/>
              </a:buClr>
              <a:buSzPts val="1500"/>
              <a:buFont typeface="Nunito Light"/>
              <a:buChar char="■"/>
              <a:defRPr sz="2100"/>
            </a:lvl3pPr>
            <a:lvl4pPr lvl="3" algn="r" rtl="0">
              <a:lnSpc>
                <a:spcPct val="100000"/>
              </a:lnSpc>
              <a:spcBef>
                <a:spcPts val="0"/>
              </a:spcBef>
              <a:spcAft>
                <a:spcPts val="0"/>
              </a:spcAft>
              <a:buClr>
                <a:srgbClr val="E76A28"/>
              </a:buClr>
              <a:buSzPts val="1500"/>
              <a:buFont typeface="Nunito Light"/>
              <a:buChar char="●"/>
              <a:defRPr sz="2100"/>
            </a:lvl4pPr>
            <a:lvl5pPr lvl="4" algn="r" rtl="0">
              <a:lnSpc>
                <a:spcPct val="100000"/>
              </a:lnSpc>
              <a:spcBef>
                <a:spcPts val="0"/>
              </a:spcBef>
              <a:spcAft>
                <a:spcPts val="0"/>
              </a:spcAft>
              <a:buClr>
                <a:srgbClr val="E76A28"/>
              </a:buClr>
              <a:buSzPts val="1400"/>
              <a:buFont typeface="Nunito Light"/>
              <a:buChar char="○"/>
              <a:defRPr sz="2100"/>
            </a:lvl5pPr>
            <a:lvl6pPr lvl="5" algn="r" rtl="0">
              <a:lnSpc>
                <a:spcPct val="100000"/>
              </a:lnSpc>
              <a:spcBef>
                <a:spcPts val="0"/>
              </a:spcBef>
              <a:spcAft>
                <a:spcPts val="0"/>
              </a:spcAft>
              <a:buClr>
                <a:srgbClr val="999999"/>
              </a:buClr>
              <a:buSzPts val="1400"/>
              <a:buFont typeface="Nunito Light"/>
              <a:buChar char="■"/>
              <a:defRPr sz="2100"/>
            </a:lvl6pPr>
            <a:lvl7pPr lvl="6" algn="r" rtl="0">
              <a:lnSpc>
                <a:spcPct val="100000"/>
              </a:lnSpc>
              <a:spcBef>
                <a:spcPts val="0"/>
              </a:spcBef>
              <a:spcAft>
                <a:spcPts val="0"/>
              </a:spcAft>
              <a:buClr>
                <a:srgbClr val="999999"/>
              </a:buClr>
              <a:buSzPts val="1300"/>
              <a:buFont typeface="Nunito Light"/>
              <a:buChar char="●"/>
              <a:defRPr sz="2100"/>
            </a:lvl7pPr>
            <a:lvl8pPr lvl="7" algn="r" rtl="0">
              <a:lnSpc>
                <a:spcPct val="100000"/>
              </a:lnSpc>
              <a:spcBef>
                <a:spcPts val="0"/>
              </a:spcBef>
              <a:spcAft>
                <a:spcPts val="0"/>
              </a:spcAft>
              <a:buClr>
                <a:srgbClr val="999999"/>
              </a:buClr>
              <a:buSzPts val="1300"/>
              <a:buFont typeface="Nunito Light"/>
              <a:buChar char="○"/>
              <a:defRPr sz="2100"/>
            </a:lvl8pPr>
            <a:lvl9pPr lvl="8" algn="r" rtl="0">
              <a:lnSpc>
                <a:spcPct val="100000"/>
              </a:lnSpc>
              <a:spcBef>
                <a:spcPts val="0"/>
              </a:spcBef>
              <a:spcAft>
                <a:spcPts val="0"/>
              </a:spcAft>
              <a:buClr>
                <a:srgbClr val="999999"/>
              </a:buClr>
              <a:buSzPts val="1400"/>
              <a:buFont typeface="Nunito Light"/>
              <a:buChar char="■"/>
              <a:defRPr sz="2100"/>
            </a:lvl9pPr>
          </a:lstStyle>
          <a:p>
            <a:endParaRPr/>
          </a:p>
        </p:txBody>
      </p:sp>
      <p:grpSp>
        <p:nvGrpSpPr>
          <p:cNvPr id="48" name="Google Shape;48;p7"/>
          <p:cNvGrpSpPr/>
          <p:nvPr/>
        </p:nvGrpSpPr>
        <p:grpSpPr>
          <a:xfrm>
            <a:off x="928074" y="-1645849"/>
            <a:ext cx="9399851" cy="8585222"/>
            <a:chOff x="928074" y="-1645849"/>
            <a:chExt cx="9399851" cy="8585222"/>
          </a:xfrm>
        </p:grpSpPr>
        <p:sp>
          <p:nvSpPr>
            <p:cNvPr id="49" name="Google Shape;49;p7"/>
            <p:cNvSpPr/>
            <p:nvPr/>
          </p:nvSpPr>
          <p:spPr>
            <a:xfrm rot="-7132500" flipH="1">
              <a:off x="6955779" y="-818955"/>
              <a:ext cx="3218314" cy="2251809"/>
            </a:xfrm>
            <a:custGeom>
              <a:avLst/>
              <a:gdLst/>
              <a:ahLst/>
              <a:cxnLst/>
              <a:rect l="l" t="t" r="r" b="b"/>
              <a:pathLst>
                <a:path w="2430" h="1698" extrusionOk="0">
                  <a:moveTo>
                    <a:pt x="453" y="1497"/>
                  </a:moveTo>
                  <a:cubicBezTo>
                    <a:pt x="965" y="1683"/>
                    <a:pt x="1903" y="1698"/>
                    <a:pt x="2128" y="1541"/>
                  </a:cubicBezTo>
                  <a:cubicBezTo>
                    <a:pt x="2271" y="1441"/>
                    <a:pt x="2344" y="1333"/>
                    <a:pt x="2353" y="1303"/>
                  </a:cubicBezTo>
                  <a:cubicBezTo>
                    <a:pt x="2430" y="1030"/>
                    <a:pt x="2116" y="844"/>
                    <a:pt x="1896" y="788"/>
                  </a:cubicBezTo>
                  <a:cubicBezTo>
                    <a:pt x="1792" y="761"/>
                    <a:pt x="1705" y="724"/>
                    <a:pt x="1612" y="669"/>
                  </a:cubicBezTo>
                  <a:cubicBezTo>
                    <a:pt x="1506" y="607"/>
                    <a:pt x="1409" y="529"/>
                    <a:pt x="1327" y="437"/>
                  </a:cubicBezTo>
                  <a:cubicBezTo>
                    <a:pt x="1248" y="348"/>
                    <a:pt x="1179" y="264"/>
                    <a:pt x="1073" y="204"/>
                  </a:cubicBezTo>
                  <a:cubicBezTo>
                    <a:pt x="709" y="0"/>
                    <a:pt x="203" y="173"/>
                    <a:pt x="54" y="566"/>
                  </a:cubicBezTo>
                  <a:cubicBezTo>
                    <a:pt x="16" y="668"/>
                    <a:pt x="0" y="781"/>
                    <a:pt x="4" y="890"/>
                  </a:cubicBezTo>
                  <a:cubicBezTo>
                    <a:pt x="11" y="1132"/>
                    <a:pt x="232" y="1416"/>
                    <a:pt x="453" y="1497"/>
                  </a:cubicBezTo>
                  <a:close/>
                </a:path>
              </a:pathLst>
            </a:custGeom>
            <a:solidFill>
              <a:srgbClr val="B5696D">
                <a:alpha val="443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7"/>
            <p:cNvSpPr/>
            <p:nvPr/>
          </p:nvSpPr>
          <p:spPr>
            <a:xfrm>
              <a:off x="928074" y="4603374"/>
              <a:ext cx="3341800" cy="2335999"/>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rgbClr val="F8B8B9">
                <a:alpha val="75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2C5713BB-4B4E-A28B-33E1-20D7C5276015}"/>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grpSp>
        <p:nvGrpSpPr>
          <p:cNvPr id="58" name="Google Shape;58;p9"/>
          <p:cNvGrpSpPr/>
          <p:nvPr/>
        </p:nvGrpSpPr>
        <p:grpSpPr>
          <a:xfrm>
            <a:off x="-1564252" y="-1511204"/>
            <a:ext cx="12861247" cy="7909329"/>
            <a:chOff x="-1564252" y="-1511204"/>
            <a:chExt cx="12861247" cy="7909329"/>
          </a:xfrm>
        </p:grpSpPr>
        <p:sp>
          <p:nvSpPr>
            <p:cNvPr id="59" name="Google Shape;59;p9"/>
            <p:cNvSpPr/>
            <p:nvPr/>
          </p:nvSpPr>
          <p:spPr>
            <a:xfrm>
              <a:off x="5314572" y="4538177"/>
              <a:ext cx="2109901" cy="1474875"/>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60;p9"/>
            <p:cNvSpPr/>
            <p:nvPr/>
          </p:nvSpPr>
          <p:spPr>
            <a:xfrm rot="-8932876">
              <a:off x="6720532" y="-635664"/>
              <a:ext cx="4159752" cy="2770848"/>
            </a:xfrm>
            <a:custGeom>
              <a:avLst/>
              <a:gdLst/>
              <a:ahLst/>
              <a:cxnLst/>
              <a:rect l="l" t="t" r="r" b="b"/>
              <a:pathLst>
                <a:path w="4568" h="3044" extrusionOk="0">
                  <a:moveTo>
                    <a:pt x="420" y="1800"/>
                  </a:moveTo>
                  <a:cubicBezTo>
                    <a:pt x="217" y="1350"/>
                    <a:pt x="0" y="192"/>
                    <a:pt x="1016" y="96"/>
                  </a:cubicBezTo>
                  <a:cubicBezTo>
                    <a:pt x="2032" y="0"/>
                    <a:pt x="1952" y="660"/>
                    <a:pt x="2360" y="980"/>
                  </a:cubicBezTo>
                  <a:cubicBezTo>
                    <a:pt x="2768" y="1300"/>
                    <a:pt x="3304" y="1060"/>
                    <a:pt x="3596" y="1068"/>
                  </a:cubicBezTo>
                  <a:cubicBezTo>
                    <a:pt x="3888" y="1076"/>
                    <a:pt x="4360" y="1196"/>
                    <a:pt x="4464" y="1612"/>
                  </a:cubicBezTo>
                  <a:cubicBezTo>
                    <a:pt x="4568" y="2028"/>
                    <a:pt x="4427" y="2251"/>
                    <a:pt x="4103" y="2547"/>
                  </a:cubicBezTo>
                  <a:cubicBezTo>
                    <a:pt x="3659" y="2953"/>
                    <a:pt x="3136" y="3044"/>
                    <a:pt x="1916" y="2844"/>
                  </a:cubicBezTo>
                  <a:cubicBezTo>
                    <a:pt x="1209" y="2728"/>
                    <a:pt x="634" y="2276"/>
                    <a:pt x="420" y="1800"/>
                  </a:cubicBezTo>
                  <a:close/>
                </a:path>
              </a:pathLst>
            </a:custGeom>
            <a:solidFill>
              <a:srgbClr val="B5696D">
                <a:alpha val="443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61;p9"/>
            <p:cNvSpPr/>
            <p:nvPr/>
          </p:nvSpPr>
          <p:spPr>
            <a:xfrm rot="1266769">
              <a:off x="-1126530" y="2553323"/>
              <a:ext cx="4153180" cy="3204353"/>
            </a:xfrm>
            <a:custGeom>
              <a:avLst/>
              <a:gdLst/>
              <a:ahLst/>
              <a:cxnLst/>
              <a:rect l="l" t="t" r="r" b="b"/>
              <a:pathLst>
                <a:path w="4788" h="4042" extrusionOk="0">
                  <a:moveTo>
                    <a:pt x="387" y="851"/>
                  </a:moveTo>
                  <a:cubicBezTo>
                    <a:pt x="775" y="0"/>
                    <a:pt x="1838" y="144"/>
                    <a:pt x="2096" y="646"/>
                  </a:cubicBezTo>
                  <a:cubicBezTo>
                    <a:pt x="2355" y="1147"/>
                    <a:pt x="3157" y="1327"/>
                    <a:pt x="3371" y="1268"/>
                  </a:cubicBezTo>
                  <a:cubicBezTo>
                    <a:pt x="3586" y="1208"/>
                    <a:pt x="3704" y="1171"/>
                    <a:pt x="3841" y="1225"/>
                  </a:cubicBezTo>
                  <a:cubicBezTo>
                    <a:pt x="3978" y="1280"/>
                    <a:pt x="4248" y="1380"/>
                    <a:pt x="4096" y="2155"/>
                  </a:cubicBezTo>
                  <a:cubicBezTo>
                    <a:pt x="3944" y="2930"/>
                    <a:pt x="4575" y="2319"/>
                    <a:pt x="4681" y="2638"/>
                  </a:cubicBezTo>
                  <a:cubicBezTo>
                    <a:pt x="4788" y="2957"/>
                    <a:pt x="4423" y="3507"/>
                    <a:pt x="3654" y="3783"/>
                  </a:cubicBezTo>
                  <a:cubicBezTo>
                    <a:pt x="3077" y="3990"/>
                    <a:pt x="1762" y="4042"/>
                    <a:pt x="919" y="3236"/>
                  </a:cubicBezTo>
                  <a:cubicBezTo>
                    <a:pt x="76" y="2431"/>
                    <a:pt x="0" y="1702"/>
                    <a:pt x="387" y="851"/>
                  </a:cubicBezTo>
                  <a:close/>
                </a:path>
              </a:pathLst>
            </a:custGeom>
            <a:solidFill>
              <a:srgbClr val="F8B8B9">
                <a:alpha val="75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2" name="Google Shape;62;p9"/>
          <p:cNvSpPr txBox="1">
            <a:spLocks noGrp="1"/>
          </p:cNvSpPr>
          <p:nvPr>
            <p:ph type="title"/>
          </p:nvPr>
        </p:nvSpPr>
        <p:spPr>
          <a:xfrm>
            <a:off x="4218052" y="1644950"/>
            <a:ext cx="3605100" cy="947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 name="Google Shape;63;p9"/>
          <p:cNvSpPr txBox="1">
            <a:spLocks noGrp="1"/>
          </p:cNvSpPr>
          <p:nvPr>
            <p:ph type="subTitle" idx="1"/>
          </p:nvPr>
        </p:nvSpPr>
        <p:spPr>
          <a:xfrm>
            <a:off x="4217950" y="2480447"/>
            <a:ext cx="3605100" cy="906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5B595B"/>
              </a:buClr>
              <a:buSzPts val="1400"/>
              <a:buChar char="●"/>
              <a:defRPr sz="1600"/>
            </a:lvl1pPr>
            <a:lvl2pPr lvl="1" algn="ctr" rtl="0">
              <a:lnSpc>
                <a:spcPct val="100000"/>
              </a:lnSpc>
              <a:spcBef>
                <a:spcPts val="0"/>
              </a:spcBef>
              <a:spcAft>
                <a:spcPts val="0"/>
              </a:spcAft>
              <a:buClr>
                <a:srgbClr val="5B595B"/>
              </a:buClr>
              <a:buSzPts val="1400"/>
              <a:buChar char="○"/>
              <a:defRPr sz="2100"/>
            </a:lvl2pPr>
            <a:lvl3pPr lvl="2" algn="ctr" rtl="0">
              <a:lnSpc>
                <a:spcPct val="100000"/>
              </a:lnSpc>
              <a:spcBef>
                <a:spcPts val="0"/>
              </a:spcBef>
              <a:spcAft>
                <a:spcPts val="0"/>
              </a:spcAft>
              <a:buClr>
                <a:srgbClr val="5B595B"/>
              </a:buClr>
              <a:buSzPts val="1400"/>
              <a:buChar char="■"/>
              <a:defRPr sz="2100"/>
            </a:lvl3pPr>
            <a:lvl4pPr lvl="3" algn="ctr" rtl="0">
              <a:lnSpc>
                <a:spcPct val="100000"/>
              </a:lnSpc>
              <a:spcBef>
                <a:spcPts val="0"/>
              </a:spcBef>
              <a:spcAft>
                <a:spcPts val="0"/>
              </a:spcAft>
              <a:buClr>
                <a:srgbClr val="5B595B"/>
              </a:buClr>
              <a:buSzPts val="1400"/>
              <a:buChar char="●"/>
              <a:defRPr sz="2100"/>
            </a:lvl4pPr>
            <a:lvl5pPr lvl="4" algn="ctr" rtl="0">
              <a:lnSpc>
                <a:spcPct val="100000"/>
              </a:lnSpc>
              <a:spcBef>
                <a:spcPts val="0"/>
              </a:spcBef>
              <a:spcAft>
                <a:spcPts val="0"/>
              </a:spcAft>
              <a:buClr>
                <a:srgbClr val="5B595B"/>
              </a:buClr>
              <a:buSzPts val="1400"/>
              <a:buChar char="○"/>
              <a:defRPr sz="2100"/>
            </a:lvl5pPr>
            <a:lvl6pPr lvl="5" algn="ctr" rtl="0">
              <a:lnSpc>
                <a:spcPct val="100000"/>
              </a:lnSpc>
              <a:spcBef>
                <a:spcPts val="0"/>
              </a:spcBef>
              <a:spcAft>
                <a:spcPts val="0"/>
              </a:spcAft>
              <a:buClr>
                <a:srgbClr val="5B595B"/>
              </a:buClr>
              <a:buSzPts val="1400"/>
              <a:buChar char="■"/>
              <a:defRPr sz="2100"/>
            </a:lvl6pPr>
            <a:lvl7pPr lvl="6" algn="ctr" rtl="0">
              <a:lnSpc>
                <a:spcPct val="100000"/>
              </a:lnSpc>
              <a:spcBef>
                <a:spcPts val="0"/>
              </a:spcBef>
              <a:spcAft>
                <a:spcPts val="0"/>
              </a:spcAft>
              <a:buClr>
                <a:srgbClr val="5B595B"/>
              </a:buClr>
              <a:buSzPts val="1400"/>
              <a:buChar char="●"/>
              <a:defRPr sz="2100"/>
            </a:lvl7pPr>
            <a:lvl8pPr lvl="7" algn="ctr" rtl="0">
              <a:lnSpc>
                <a:spcPct val="100000"/>
              </a:lnSpc>
              <a:spcBef>
                <a:spcPts val="0"/>
              </a:spcBef>
              <a:spcAft>
                <a:spcPts val="0"/>
              </a:spcAft>
              <a:buClr>
                <a:srgbClr val="5B595B"/>
              </a:buClr>
              <a:buSzPts val="1400"/>
              <a:buChar char="○"/>
              <a:defRPr sz="2100"/>
            </a:lvl8pPr>
            <a:lvl9pPr lvl="8" algn="ctr" rtl="0">
              <a:lnSpc>
                <a:spcPct val="100000"/>
              </a:lnSpc>
              <a:spcBef>
                <a:spcPts val="0"/>
              </a:spcBef>
              <a:spcAft>
                <a:spcPts val="0"/>
              </a:spcAft>
              <a:buClr>
                <a:srgbClr val="5B595B"/>
              </a:buClr>
              <a:buSzPts val="1400"/>
              <a:buChar char="■"/>
              <a:defRPr sz="2100"/>
            </a:lvl9pPr>
          </a:lstStyle>
          <a:p>
            <a:endParaRPr/>
          </a:p>
        </p:txBody>
      </p:sp>
      <p:sp>
        <p:nvSpPr>
          <p:cNvPr id="2" name="Slide Number Placeholder 1">
            <a:extLst>
              <a:ext uri="{FF2B5EF4-FFF2-40B4-BE49-F238E27FC236}">
                <a16:creationId xmlns:a16="http://schemas.microsoft.com/office/drawing/2014/main" id="{4E74DCAD-984C-F79A-4661-2722592E9DC6}"/>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4"/>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2101F-924A-872B-1899-0037E8EA569C}"/>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3">
  <p:cSld name="CUSTOM_12">
    <p:spTree>
      <p:nvGrpSpPr>
        <p:cNvPr id="1" name="Shape 148"/>
        <p:cNvGrpSpPr/>
        <p:nvPr/>
      </p:nvGrpSpPr>
      <p:grpSpPr>
        <a:xfrm>
          <a:off x="0" y="0"/>
          <a:ext cx="0" cy="0"/>
          <a:chOff x="0" y="0"/>
          <a:chExt cx="0" cy="0"/>
        </a:xfrm>
      </p:grpSpPr>
      <p:sp>
        <p:nvSpPr>
          <p:cNvPr id="149" name="Google Shape;149;p22"/>
          <p:cNvSpPr txBox="1">
            <a:spLocks noGrp="1"/>
          </p:cNvSpPr>
          <p:nvPr>
            <p:ph type="title"/>
          </p:nvPr>
        </p:nvSpPr>
        <p:spPr>
          <a:xfrm flipH="1">
            <a:off x="713100" y="1540825"/>
            <a:ext cx="4042800" cy="11625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50" name="Google Shape;150;p22"/>
          <p:cNvSpPr txBox="1">
            <a:spLocks noGrp="1"/>
          </p:cNvSpPr>
          <p:nvPr>
            <p:ph type="subTitle" idx="1"/>
          </p:nvPr>
        </p:nvSpPr>
        <p:spPr>
          <a:xfrm flipH="1">
            <a:off x="713100" y="2682416"/>
            <a:ext cx="4042800" cy="78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51" name="Google Shape;151;p22"/>
          <p:cNvSpPr>
            <a:spLocks noGrp="1"/>
          </p:cNvSpPr>
          <p:nvPr>
            <p:ph type="pic" idx="2"/>
          </p:nvPr>
        </p:nvSpPr>
        <p:spPr>
          <a:xfrm>
            <a:off x="5169900" y="944725"/>
            <a:ext cx="3254100" cy="3254100"/>
          </a:xfrm>
          <a:prstGeom prst="ellipse">
            <a:avLst/>
          </a:prstGeom>
          <a:noFill/>
          <a:ln>
            <a:noFill/>
          </a:ln>
        </p:spPr>
      </p:sp>
      <p:grpSp>
        <p:nvGrpSpPr>
          <p:cNvPr id="152" name="Google Shape;152;p22"/>
          <p:cNvGrpSpPr/>
          <p:nvPr/>
        </p:nvGrpSpPr>
        <p:grpSpPr>
          <a:xfrm>
            <a:off x="-2610317" y="-2791823"/>
            <a:ext cx="12660715" cy="8665296"/>
            <a:chOff x="-1767354" y="-2778155"/>
            <a:chExt cx="12660715" cy="8665296"/>
          </a:xfrm>
        </p:grpSpPr>
        <p:grpSp>
          <p:nvGrpSpPr>
            <p:cNvPr id="153" name="Google Shape;153;p22"/>
            <p:cNvGrpSpPr/>
            <p:nvPr/>
          </p:nvGrpSpPr>
          <p:grpSpPr>
            <a:xfrm>
              <a:off x="-1767354" y="-1151363"/>
              <a:ext cx="12660715" cy="7038505"/>
              <a:chOff x="-1767354" y="-1151363"/>
              <a:chExt cx="12660715" cy="7038505"/>
            </a:xfrm>
          </p:grpSpPr>
          <p:sp>
            <p:nvSpPr>
              <p:cNvPr id="154" name="Google Shape;154;p22"/>
              <p:cNvSpPr/>
              <p:nvPr/>
            </p:nvSpPr>
            <p:spPr>
              <a:xfrm rot="-10027089">
                <a:off x="7064917" y="-782445"/>
                <a:ext cx="3593393" cy="2514263"/>
              </a:xfrm>
              <a:custGeom>
                <a:avLst/>
                <a:gdLst/>
                <a:ahLst/>
                <a:cxnLst/>
                <a:rect l="l" t="t" r="r" b="b"/>
                <a:pathLst>
                  <a:path w="2430" h="1698" extrusionOk="0">
                    <a:moveTo>
                      <a:pt x="453" y="1497"/>
                    </a:moveTo>
                    <a:cubicBezTo>
                      <a:pt x="965" y="1683"/>
                      <a:pt x="1903" y="1698"/>
                      <a:pt x="2128" y="1541"/>
                    </a:cubicBezTo>
                    <a:cubicBezTo>
                      <a:pt x="2271" y="1441"/>
                      <a:pt x="2344" y="1333"/>
                      <a:pt x="2353" y="1303"/>
                    </a:cubicBezTo>
                    <a:cubicBezTo>
                      <a:pt x="2430" y="1030"/>
                      <a:pt x="2116" y="844"/>
                      <a:pt x="1896" y="788"/>
                    </a:cubicBezTo>
                    <a:cubicBezTo>
                      <a:pt x="1792" y="761"/>
                      <a:pt x="1705" y="724"/>
                      <a:pt x="1612" y="669"/>
                    </a:cubicBezTo>
                    <a:cubicBezTo>
                      <a:pt x="1506" y="607"/>
                      <a:pt x="1409" y="529"/>
                      <a:pt x="1327" y="437"/>
                    </a:cubicBezTo>
                    <a:cubicBezTo>
                      <a:pt x="1248" y="348"/>
                      <a:pt x="1179" y="264"/>
                      <a:pt x="1073" y="204"/>
                    </a:cubicBezTo>
                    <a:cubicBezTo>
                      <a:pt x="709" y="0"/>
                      <a:pt x="203" y="173"/>
                      <a:pt x="54" y="566"/>
                    </a:cubicBezTo>
                    <a:cubicBezTo>
                      <a:pt x="16" y="668"/>
                      <a:pt x="0" y="781"/>
                      <a:pt x="4" y="890"/>
                    </a:cubicBezTo>
                    <a:cubicBezTo>
                      <a:pt x="11" y="1132"/>
                      <a:pt x="232" y="1416"/>
                      <a:pt x="453" y="1497"/>
                    </a:cubicBezTo>
                    <a:close/>
                  </a:path>
                </a:pathLst>
              </a:custGeom>
              <a:solidFill>
                <a:srgbClr val="B5696D">
                  <a:alpha val="443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 name="Google Shape;155;p22"/>
              <p:cNvSpPr/>
              <p:nvPr/>
            </p:nvSpPr>
            <p:spPr>
              <a:xfrm rot="134865">
                <a:off x="-1712303" y="2947755"/>
                <a:ext cx="3404482" cy="2873729"/>
              </a:xfrm>
              <a:custGeom>
                <a:avLst/>
                <a:gdLst/>
                <a:ahLst/>
                <a:cxnLst/>
                <a:rect l="l" t="t" r="r" b="b"/>
                <a:pathLst>
                  <a:path w="4788" h="4042" extrusionOk="0">
                    <a:moveTo>
                      <a:pt x="387" y="851"/>
                    </a:moveTo>
                    <a:cubicBezTo>
                      <a:pt x="775" y="0"/>
                      <a:pt x="1838" y="144"/>
                      <a:pt x="2096" y="646"/>
                    </a:cubicBezTo>
                    <a:cubicBezTo>
                      <a:pt x="2355" y="1147"/>
                      <a:pt x="3157" y="1327"/>
                      <a:pt x="3371" y="1268"/>
                    </a:cubicBezTo>
                    <a:cubicBezTo>
                      <a:pt x="3586" y="1208"/>
                      <a:pt x="3704" y="1171"/>
                      <a:pt x="3841" y="1225"/>
                    </a:cubicBezTo>
                    <a:cubicBezTo>
                      <a:pt x="3978" y="1280"/>
                      <a:pt x="4248" y="1380"/>
                      <a:pt x="4096" y="2155"/>
                    </a:cubicBezTo>
                    <a:cubicBezTo>
                      <a:pt x="3944" y="2930"/>
                      <a:pt x="4575" y="2319"/>
                      <a:pt x="4681" y="2638"/>
                    </a:cubicBezTo>
                    <a:cubicBezTo>
                      <a:pt x="4788" y="2957"/>
                      <a:pt x="4423" y="3507"/>
                      <a:pt x="3654" y="3783"/>
                    </a:cubicBezTo>
                    <a:cubicBezTo>
                      <a:pt x="3077" y="3990"/>
                      <a:pt x="1762" y="4042"/>
                      <a:pt x="919" y="3236"/>
                    </a:cubicBezTo>
                    <a:cubicBezTo>
                      <a:pt x="76" y="2431"/>
                      <a:pt x="0" y="1702"/>
                      <a:pt x="387" y="851"/>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6" name="Google Shape;156;p22"/>
            <p:cNvSpPr/>
            <p:nvPr/>
          </p:nvSpPr>
          <p:spPr>
            <a:xfrm rot="7935062">
              <a:off x="-1236493" y="-1630145"/>
              <a:ext cx="4398732" cy="2930062"/>
            </a:xfrm>
            <a:custGeom>
              <a:avLst/>
              <a:gdLst/>
              <a:ahLst/>
              <a:cxnLst/>
              <a:rect l="l" t="t" r="r" b="b"/>
              <a:pathLst>
                <a:path w="4568" h="3044" extrusionOk="0">
                  <a:moveTo>
                    <a:pt x="420" y="1800"/>
                  </a:moveTo>
                  <a:cubicBezTo>
                    <a:pt x="217" y="1350"/>
                    <a:pt x="0" y="192"/>
                    <a:pt x="1016" y="96"/>
                  </a:cubicBezTo>
                  <a:cubicBezTo>
                    <a:pt x="2032" y="0"/>
                    <a:pt x="1952" y="660"/>
                    <a:pt x="2360" y="980"/>
                  </a:cubicBezTo>
                  <a:cubicBezTo>
                    <a:pt x="2768" y="1300"/>
                    <a:pt x="3304" y="1060"/>
                    <a:pt x="3596" y="1068"/>
                  </a:cubicBezTo>
                  <a:cubicBezTo>
                    <a:pt x="3888" y="1076"/>
                    <a:pt x="4360" y="1196"/>
                    <a:pt x="4464" y="1612"/>
                  </a:cubicBezTo>
                  <a:cubicBezTo>
                    <a:pt x="4568" y="2028"/>
                    <a:pt x="4427" y="2251"/>
                    <a:pt x="4103" y="2547"/>
                  </a:cubicBezTo>
                  <a:cubicBezTo>
                    <a:pt x="3659" y="2953"/>
                    <a:pt x="3136" y="3044"/>
                    <a:pt x="1916" y="2844"/>
                  </a:cubicBezTo>
                  <a:cubicBezTo>
                    <a:pt x="1209" y="2728"/>
                    <a:pt x="634" y="2276"/>
                    <a:pt x="420" y="1800"/>
                  </a:cubicBezTo>
                  <a:close/>
                </a:path>
              </a:pathLst>
            </a:custGeom>
            <a:solidFill>
              <a:srgbClr val="F8B8B9">
                <a:alpha val="75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22780189-14B3-3B7C-A62F-1BD7AA057DF7}"/>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CUSTOM_4">
    <p:spTree>
      <p:nvGrpSpPr>
        <p:cNvPr id="1" name="Shape 238"/>
        <p:cNvGrpSpPr/>
        <p:nvPr/>
      </p:nvGrpSpPr>
      <p:grpSpPr>
        <a:xfrm>
          <a:off x="0" y="0"/>
          <a:ext cx="0" cy="0"/>
          <a:chOff x="0" y="0"/>
          <a:chExt cx="0" cy="0"/>
        </a:xfrm>
      </p:grpSpPr>
      <p:grpSp>
        <p:nvGrpSpPr>
          <p:cNvPr id="239" name="Google Shape;239;p30"/>
          <p:cNvGrpSpPr/>
          <p:nvPr/>
        </p:nvGrpSpPr>
        <p:grpSpPr>
          <a:xfrm>
            <a:off x="2251800" y="-1500104"/>
            <a:ext cx="9894728" cy="5537458"/>
            <a:chOff x="2251800" y="-1500104"/>
            <a:chExt cx="9894728" cy="5537458"/>
          </a:xfrm>
        </p:grpSpPr>
        <p:sp>
          <p:nvSpPr>
            <p:cNvPr id="240" name="Google Shape;240;p30"/>
            <p:cNvSpPr/>
            <p:nvPr/>
          </p:nvSpPr>
          <p:spPr>
            <a:xfrm rot="9002380">
              <a:off x="2538747" y="-960371"/>
              <a:ext cx="2659422" cy="1860775"/>
            </a:xfrm>
            <a:custGeom>
              <a:avLst/>
              <a:gdLst/>
              <a:ahLst/>
              <a:cxnLst/>
              <a:rect l="l" t="t" r="r" b="b"/>
              <a:pathLst>
                <a:path w="2430" h="1698" extrusionOk="0">
                  <a:moveTo>
                    <a:pt x="453" y="1497"/>
                  </a:moveTo>
                  <a:cubicBezTo>
                    <a:pt x="965" y="1683"/>
                    <a:pt x="1903" y="1698"/>
                    <a:pt x="2128" y="1541"/>
                  </a:cubicBezTo>
                  <a:cubicBezTo>
                    <a:pt x="2271" y="1441"/>
                    <a:pt x="2344" y="1333"/>
                    <a:pt x="2353" y="1303"/>
                  </a:cubicBezTo>
                  <a:cubicBezTo>
                    <a:pt x="2430" y="1030"/>
                    <a:pt x="2116" y="844"/>
                    <a:pt x="1896" y="788"/>
                  </a:cubicBezTo>
                  <a:cubicBezTo>
                    <a:pt x="1792" y="761"/>
                    <a:pt x="1705" y="724"/>
                    <a:pt x="1612" y="669"/>
                  </a:cubicBezTo>
                  <a:cubicBezTo>
                    <a:pt x="1506" y="607"/>
                    <a:pt x="1409" y="529"/>
                    <a:pt x="1327" y="437"/>
                  </a:cubicBezTo>
                  <a:cubicBezTo>
                    <a:pt x="1248" y="348"/>
                    <a:pt x="1179" y="264"/>
                    <a:pt x="1073" y="204"/>
                  </a:cubicBezTo>
                  <a:cubicBezTo>
                    <a:pt x="709" y="0"/>
                    <a:pt x="203" y="173"/>
                    <a:pt x="54" y="566"/>
                  </a:cubicBezTo>
                  <a:cubicBezTo>
                    <a:pt x="16" y="668"/>
                    <a:pt x="0" y="781"/>
                    <a:pt x="4" y="890"/>
                  </a:cubicBezTo>
                  <a:cubicBezTo>
                    <a:pt x="11" y="1132"/>
                    <a:pt x="232" y="1416"/>
                    <a:pt x="453" y="1497"/>
                  </a:cubicBezTo>
                  <a:close/>
                </a:path>
              </a:pathLst>
            </a:custGeom>
            <a:solidFill>
              <a:srgbClr val="B5696D">
                <a:alpha val="443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 name="Google Shape;241;p30"/>
            <p:cNvSpPr/>
            <p:nvPr/>
          </p:nvSpPr>
          <p:spPr>
            <a:xfrm rot="-8349399">
              <a:off x="7266172" y="-479643"/>
              <a:ext cx="4228090" cy="3568947"/>
            </a:xfrm>
            <a:custGeom>
              <a:avLst/>
              <a:gdLst/>
              <a:ahLst/>
              <a:cxnLst/>
              <a:rect l="l" t="t" r="r" b="b"/>
              <a:pathLst>
                <a:path w="4788" h="4042" extrusionOk="0">
                  <a:moveTo>
                    <a:pt x="387" y="851"/>
                  </a:moveTo>
                  <a:cubicBezTo>
                    <a:pt x="775" y="0"/>
                    <a:pt x="1838" y="144"/>
                    <a:pt x="2096" y="646"/>
                  </a:cubicBezTo>
                  <a:cubicBezTo>
                    <a:pt x="2355" y="1147"/>
                    <a:pt x="3157" y="1327"/>
                    <a:pt x="3371" y="1268"/>
                  </a:cubicBezTo>
                  <a:cubicBezTo>
                    <a:pt x="3586" y="1208"/>
                    <a:pt x="3704" y="1171"/>
                    <a:pt x="3841" y="1225"/>
                  </a:cubicBezTo>
                  <a:cubicBezTo>
                    <a:pt x="3978" y="1280"/>
                    <a:pt x="4248" y="1380"/>
                    <a:pt x="4096" y="2155"/>
                  </a:cubicBezTo>
                  <a:cubicBezTo>
                    <a:pt x="3944" y="2930"/>
                    <a:pt x="4575" y="2319"/>
                    <a:pt x="4681" y="2638"/>
                  </a:cubicBezTo>
                  <a:cubicBezTo>
                    <a:pt x="4788" y="2957"/>
                    <a:pt x="4423" y="3507"/>
                    <a:pt x="3654" y="3783"/>
                  </a:cubicBezTo>
                  <a:cubicBezTo>
                    <a:pt x="3077" y="3990"/>
                    <a:pt x="1762" y="4042"/>
                    <a:pt x="919" y="3236"/>
                  </a:cubicBezTo>
                  <a:cubicBezTo>
                    <a:pt x="76" y="2431"/>
                    <a:pt x="0" y="1702"/>
                    <a:pt x="387" y="851"/>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42" name="Google Shape;242;p30"/>
          <p:cNvSpPr txBox="1">
            <a:spLocks noGrp="1"/>
          </p:cNvSpPr>
          <p:nvPr>
            <p:ph type="subTitle" idx="1"/>
          </p:nvPr>
        </p:nvSpPr>
        <p:spPr>
          <a:xfrm>
            <a:off x="713100" y="1312775"/>
            <a:ext cx="3852000" cy="1073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2800"/>
              <a:buNone/>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243" name="Google Shape;243;p30"/>
          <p:cNvSpPr txBox="1">
            <a:spLocks noGrp="1"/>
          </p:cNvSpPr>
          <p:nvPr>
            <p:ph type="ctrTitle"/>
          </p:nvPr>
        </p:nvSpPr>
        <p:spPr>
          <a:xfrm flipH="1">
            <a:off x="719450" y="540001"/>
            <a:ext cx="3852000" cy="835500"/>
          </a:xfrm>
          <a:prstGeom prst="rect">
            <a:avLst/>
          </a:prstGeom>
        </p:spPr>
        <p:txBody>
          <a:bodyPr spcFirstLastPara="1" wrap="square" lIns="91425" tIns="91425" rIns="91425" bIns="91425" anchor="b" anchorCtr="0">
            <a:noAutofit/>
          </a:bodyPr>
          <a:lstStyle>
            <a:lvl1pPr lvl="0" algn="l" rtl="0">
              <a:spcBef>
                <a:spcPts val="0"/>
              </a:spcBef>
              <a:spcAft>
                <a:spcPts val="0"/>
              </a:spcAft>
              <a:buSzPts val="5200"/>
              <a:buNone/>
              <a:defRPr sz="48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2" name="Slide Number Placeholder 1">
            <a:extLst>
              <a:ext uri="{FF2B5EF4-FFF2-40B4-BE49-F238E27FC236}">
                <a16:creationId xmlns:a16="http://schemas.microsoft.com/office/drawing/2014/main" id="{B8048844-7E5F-C42C-CBF4-4531FCD6FEC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
  <p:cSld name="CUSTOM_2">
    <p:spTree>
      <p:nvGrpSpPr>
        <p:cNvPr id="1" name="Shape 245"/>
        <p:cNvGrpSpPr/>
        <p:nvPr/>
      </p:nvGrpSpPr>
      <p:grpSpPr>
        <a:xfrm>
          <a:off x="0" y="0"/>
          <a:ext cx="0" cy="0"/>
          <a:chOff x="0" y="0"/>
          <a:chExt cx="0" cy="0"/>
        </a:xfrm>
      </p:grpSpPr>
      <p:grpSp>
        <p:nvGrpSpPr>
          <p:cNvPr id="246" name="Google Shape;246;p31"/>
          <p:cNvGrpSpPr/>
          <p:nvPr/>
        </p:nvGrpSpPr>
        <p:grpSpPr>
          <a:xfrm flipH="1">
            <a:off x="-1416076" y="-2213247"/>
            <a:ext cx="12497204" cy="9321144"/>
            <a:chOff x="-1982045" y="-2213247"/>
            <a:chExt cx="12497204" cy="9321144"/>
          </a:xfrm>
        </p:grpSpPr>
        <p:sp>
          <p:nvSpPr>
            <p:cNvPr id="247" name="Google Shape;247;p31"/>
            <p:cNvSpPr/>
            <p:nvPr/>
          </p:nvSpPr>
          <p:spPr>
            <a:xfrm rot="-1693491" flipH="1">
              <a:off x="5280927" y="2677610"/>
              <a:ext cx="4676435" cy="3534602"/>
            </a:xfrm>
            <a:custGeom>
              <a:avLst/>
              <a:gdLst/>
              <a:ahLst/>
              <a:cxnLst/>
              <a:rect l="l" t="t" r="r" b="b"/>
              <a:pathLst>
                <a:path w="2430" h="1698" extrusionOk="0">
                  <a:moveTo>
                    <a:pt x="453" y="1497"/>
                  </a:moveTo>
                  <a:cubicBezTo>
                    <a:pt x="965" y="1683"/>
                    <a:pt x="1903" y="1698"/>
                    <a:pt x="2128" y="1541"/>
                  </a:cubicBezTo>
                  <a:cubicBezTo>
                    <a:pt x="2271" y="1441"/>
                    <a:pt x="2344" y="1333"/>
                    <a:pt x="2353" y="1303"/>
                  </a:cubicBezTo>
                  <a:cubicBezTo>
                    <a:pt x="2430" y="1030"/>
                    <a:pt x="2116" y="844"/>
                    <a:pt x="1896" y="788"/>
                  </a:cubicBezTo>
                  <a:cubicBezTo>
                    <a:pt x="1792" y="761"/>
                    <a:pt x="1705" y="724"/>
                    <a:pt x="1612" y="669"/>
                  </a:cubicBezTo>
                  <a:cubicBezTo>
                    <a:pt x="1506" y="607"/>
                    <a:pt x="1409" y="529"/>
                    <a:pt x="1327" y="437"/>
                  </a:cubicBezTo>
                  <a:cubicBezTo>
                    <a:pt x="1248" y="348"/>
                    <a:pt x="1179" y="264"/>
                    <a:pt x="1073" y="204"/>
                  </a:cubicBezTo>
                  <a:cubicBezTo>
                    <a:pt x="709" y="0"/>
                    <a:pt x="203" y="173"/>
                    <a:pt x="54" y="566"/>
                  </a:cubicBezTo>
                  <a:cubicBezTo>
                    <a:pt x="16" y="668"/>
                    <a:pt x="0" y="781"/>
                    <a:pt x="4" y="890"/>
                  </a:cubicBezTo>
                  <a:cubicBezTo>
                    <a:pt x="11" y="1132"/>
                    <a:pt x="232" y="1416"/>
                    <a:pt x="453" y="1497"/>
                  </a:cubicBezTo>
                  <a:close/>
                </a:path>
              </a:pathLst>
            </a:custGeom>
            <a:solidFill>
              <a:srgbClr val="F8B8B9">
                <a:alpha val="75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 name="Google Shape;248;p31"/>
            <p:cNvSpPr/>
            <p:nvPr/>
          </p:nvSpPr>
          <p:spPr>
            <a:xfrm rot="-7432735">
              <a:off x="-1799966" y="2186198"/>
              <a:ext cx="3296916" cy="2196104"/>
            </a:xfrm>
            <a:custGeom>
              <a:avLst/>
              <a:gdLst/>
              <a:ahLst/>
              <a:cxnLst/>
              <a:rect l="l" t="t" r="r" b="b"/>
              <a:pathLst>
                <a:path w="4568" h="3044" extrusionOk="0">
                  <a:moveTo>
                    <a:pt x="420" y="1800"/>
                  </a:moveTo>
                  <a:cubicBezTo>
                    <a:pt x="217" y="1350"/>
                    <a:pt x="0" y="192"/>
                    <a:pt x="1016" y="96"/>
                  </a:cubicBezTo>
                  <a:cubicBezTo>
                    <a:pt x="2032" y="0"/>
                    <a:pt x="1952" y="660"/>
                    <a:pt x="2360" y="980"/>
                  </a:cubicBezTo>
                  <a:cubicBezTo>
                    <a:pt x="2768" y="1300"/>
                    <a:pt x="3304" y="1060"/>
                    <a:pt x="3596" y="1068"/>
                  </a:cubicBezTo>
                  <a:cubicBezTo>
                    <a:pt x="3888" y="1076"/>
                    <a:pt x="4360" y="1196"/>
                    <a:pt x="4464" y="1612"/>
                  </a:cubicBezTo>
                  <a:cubicBezTo>
                    <a:pt x="4568" y="2028"/>
                    <a:pt x="4427" y="2251"/>
                    <a:pt x="4103" y="2547"/>
                  </a:cubicBezTo>
                  <a:cubicBezTo>
                    <a:pt x="3659" y="2953"/>
                    <a:pt x="3136" y="3044"/>
                    <a:pt x="1916" y="2844"/>
                  </a:cubicBezTo>
                  <a:cubicBezTo>
                    <a:pt x="1209" y="2728"/>
                    <a:pt x="634" y="2276"/>
                    <a:pt x="420" y="1800"/>
                  </a:cubicBezTo>
                  <a:close/>
                </a:path>
              </a:pathLst>
            </a:custGeom>
            <a:solidFill>
              <a:srgbClr val="B5696D">
                <a:alpha val="443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 name="Google Shape;249;p31"/>
            <p:cNvSpPr/>
            <p:nvPr/>
          </p:nvSpPr>
          <p:spPr>
            <a:xfrm rot="-1335221">
              <a:off x="4155091" y="-1698299"/>
              <a:ext cx="3260814" cy="2752472"/>
            </a:xfrm>
            <a:custGeom>
              <a:avLst/>
              <a:gdLst/>
              <a:ahLst/>
              <a:cxnLst/>
              <a:rect l="l" t="t" r="r" b="b"/>
              <a:pathLst>
                <a:path w="4788" h="4042" extrusionOk="0">
                  <a:moveTo>
                    <a:pt x="387" y="851"/>
                  </a:moveTo>
                  <a:cubicBezTo>
                    <a:pt x="775" y="0"/>
                    <a:pt x="1838" y="144"/>
                    <a:pt x="2096" y="646"/>
                  </a:cubicBezTo>
                  <a:cubicBezTo>
                    <a:pt x="2355" y="1147"/>
                    <a:pt x="3157" y="1327"/>
                    <a:pt x="3371" y="1268"/>
                  </a:cubicBezTo>
                  <a:cubicBezTo>
                    <a:pt x="3586" y="1208"/>
                    <a:pt x="3704" y="1171"/>
                    <a:pt x="3841" y="1225"/>
                  </a:cubicBezTo>
                  <a:cubicBezTo>
                    <a:pt x="3978" y="1280"/>
                    <a:pt x="4248" y="1380"/>
                    <a:pt x="4096" y="2155"/>
                  </a:cubicBezTo>
                  <a:cubicBezTo>
                    <a:pt x="3944" y="2930"/>
                    <a:pt x="4575" y="2319"/>
                    <a:pt x="4681" y="2638"/>
                  </a:cubicBezTo>
                  <a:cubicBezTo>
                    <a:pt x="4788" y="2957"/>
                    <a:pt x="4423" y="3507"/>
                    <a:pt x="3654" y="3783"/>
                  </a:cubicBezTo>
                  <a:cubicBezTo>
                    <a:pt x="3077" y="3990"/>
                    <a:pt x="1762" y="4042"/>
                    <a:pt x="919" y="3236"/>
                  </a:cubicBezTo>
                  <a:cubicBezTo>
                    <a:pt x="76" y="2431"/>
                    <a:pt x="0" y="1702"/>
                    <a:pt x="387" y="851"/>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50" name="Google Shape;250;p31"/>
          <p:cNvGrpSpPr/>
          <p:nvPr/>
        </p:nvGrpSpPr>
        <p:grpSpPr>
          <a:xfrm>
            <a:off x="340556" y="2012141"/>
            <a:ext cx="3456331" cy="3004277"/>
            <a:chOff x="1223645" y="1616864"/>
            <a:chExt cx="2676007" cy="2326012"/>
          </a:xfrm>
        </p:grpSpPr>
        <p:sp>
          <p:nvSpPr>
            <p:cNvPr id="251" name="Google Shape;251;p31"/>
            <p:cNvSpPr/>
            <p:nvPr/>
          </p:nvSpPr>
          <p:spPr>
            <a:xfrm>
              <a:off x="1559863" y="2069716"/>
              <a:ext cx="267603" cy="514605"/>
            </a:xfrm>
            <a:custGeom>
              <a:avLst/>
              <a:gdLst/>
              <a:ahLst/>
              <a:cxnLst/>
              <a:rect l="l" t="t" r="r" b="b"/>
              <a:pathLst>
                <a:path w="104" h="198" extrusionOk="0">
                  <a:moveTo>
                    <a:pt x="99" y="104"/>
                  </a:moveTo>
                  <a:cubicBezTo>
                    <a:pt x="101" y="103"/>
                    <a:pt x="102" y="102"/>
                    <a:pt x="104" y="100"/>
                  </a:cubicBezTo>
                  <a:cubicBezTo>
                    <a:pt x="91" y="96"/>
                    <a:pt x="78" y="90"/>
                    <a:pt x="72" y="79"/>
                  </a:cubicBezTo>
                  <a:cubicBezTo>
                    <a:pt x="70" y="75"/>
                    <a:pt x="69" y="71"/>
                    <a:pt x="68" y="67"/>
                  </a:cubicBezTo>
                  <a:cubicBezTo>
                    <a:pt x="64" y="45"/>
                    <a:pt x="62" y="22"/>
                    <a:pt x="60" y="0"/>
                  </a:cubicBezTo>
                  <a:cubicBezTo>
                    <a:pt x="54" y="19"/>
                    <a:pt x="49" y="39"/>
                    <a:pt x="42" y="58"/>
                  </a:cubicBezTo>
                  <a:cubicBezTo>
                    <a:pt x="39" y="65"/>
                    <a:pt x="34" y="73"/>
                    <a:pt x="28" y="78"/>
                  </a:cubicBezTo>
                  <a:cubicBezTo>
                    <a:pt x="20" y="85"/>
                    <a:pt x="7" y="87"/>
                    <a:pt x="0" y="94"/>
                  </a:cubicBezTo>
                  <a:cubicBezTo>
                    <a:pt x="6" y="100"/>
                    <a:pt x="17" y="102"/>
                    <a:pt x="24" y="108"/>
                  </a:cubicBezTo>
                  <a:cubicBezTo>
                    <a:pt x="34" y="116"/>
                    <a:pt x="41" y="128"/>
                    <a:pt x="45" y="139"/>
                  </a:cubicBezTo>
                  <a:cubicBezTo>
                    <a:pt x="49" y="150"/>
                    <a:pt x="51" y="160"/>
                    <a:pt x="53" y="171"/>
                  </a:cubicBezTo>
                  <a:cubicBezTo>
                    <a:pt x="54" y="176"/>
                    <a:pt x="55" y="181"/>
                    <a:pt x="56" y="187"/>
                  </a:cubicBezTo>
                  <a:cubicBezTo>
                    <a:pt x="56" y="189"/>
                    <a:pt x="56" y="198"/>
                    <a:pt x="58" y="198"/>
                  </a:cubicBezTo>
                  <a:cubicBezTo>
                    <a:pt x="60" y="184"/>
                    <a:pt x="61" y="170"/>
                    <a:pt x="64" y="156"/>
                  </a:cubicBezTo>
                  <a:cubicBezTo>
                    <a:pt x="65" y="150"/>
                    <a:pt x="66" y="144"/>
                    <a:pt x="69" y="138"/>
                  </a:cubicBezTo>
                  <a:cubicBezTo>
                    <a:pt x="75" y="124"/>
                    <a:pt x="87" y="113"/>
                    <a:pt x="99" y="10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 name="Google Shape;252;p31"/>
            <p:cNvSpPr/>
            <p:nvPr/>
          </p:nvSpPr>
          <p:spPr>
            <a:xfrm>
              <a:off x="3213497" y="1966797"/>
              <a:ext cx="247018" cy="466573"/>
            </a:xfrm>
            <a:custGeom>
              <a:avLst/>
              <a:gdLst/>
              <a:ahLst/>
              <a:cxnLst/>
              <a:rect l="l" t="t" r="r" b="b"/>
              <a:pathLst>
                <a:path w="95" h="182" extrusionOk="0">
                  <a:moveTo>
                    <a:pt x="91" y="95"/>
                  </a:moveTo>
                  <a:cubicBezTo>
                    <a:pt x="93" y="94"/>
                    <a:pt x="94" y="93"/>
                    <a:pt x="95" y="92"/>
                  </a:cubicBezTo>
                  <a:cubicBezTo>
                    <a:pt x="84" y="88"/>
                    <a:pt x="71" y="83"/>
                    <a:pt x="66" y="72"/>
                  </a:cubicBezTo>
                  <a:cubicBezTo>
                    <a:pt x="64" y="69"/>
                    <a:pt x="63" y="65"/>
                    <a:pt x="63" y="62"/>
                  </a:cubicBezTo>
                  <a:cubicBezTo>
                    <a:pt x="58" y="41"/>
                    <a:pt x="57" y="20"/>
                    <a:pt x="54" y="0"/>
                  </a:cubicBezTo>
                  <a:cubicBezTo>
                    <a:pt x="49" y="18"/>
                    <a:pt x="45" y="36"/>
                    <a:pt x="38" y="53"/>
                  </a:cubicBezTo>
                  <a:cubicBezTo>
                    <a:pt x="35" y="60"/>
                    <a:pt x="31" y="67"/>
                    <a:pt x="25" y="72"/>
                  </a:cubicBezTo>
                  <a:cubicBezTo>
                    <a:pt x="18" y="78"/>
                    <a:pt x="6" y="80"/>
                    <a:pt x="0" y="86"/>
                  </a:cubicBezTo>
                  <a:cubicBezTo>
                    <a:pt x="5" y="92"/>
                    <a:pt x="15" y="94"/>
                    <a:pt x="22" y="99"/>
                  </a:cubicBezTo>
                  <a:cubicBezTo>
                    <a:pt x="31" y="107"/>
                    <a:pt x="37" y="117"/>
                    <a:pt x="41" y="128"/>
                  </a:cubicBezTo>
                  <a:cubicBezTo>
                    <a:pt x="45" y="138"/>
                    <a:pt x="47" y="147"/>
                    <a:pt x="48" y="157"/>
                  </a:cubicBezTo>
                  <a:cubicBezTo>
                    <a:pt x="49" y="162"/>
                    <a:pt x="50" y="167"/>
                    <a:pt x="51" y="172"/>
                  </a:cubicBezTo>
                  <a:cubicBezTo>
                    <a:pt x="51" y="174"/>
                    <a:pt x="51" y="182"/>
                    <a:pt x="53" y="182"/>
                  </a:cubicBezTo>
                  <a:cubicBezTo>
                    <a:pt x="55" y="169"/>
                    <a:pt x="56" y="156"/>
                    <a:pt x="58" y="143"/>
                  </a:cubicBezTo>
                  <a:cubicBezTo>
                    <a:pt x="59" y="138"/>
                    <a:pt x="61" y="132"/>
                    <a:pt x="63" y="127"/>
                  </a:cubicBezTo>
                  <a:cubicBezTo>
                    <a:pt x="69" y="114"/>
                    <a:pt x="79" y="104"/>
                    <a:pt x="91" y="9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3" name="Google Shape;253;p31"/>
            <p:cNvSpPr/>
            <p:nvPr/>
          </p:nvSpPr>
          <p:spPr>
            <a:xfrm>
              <a:off x="2987068" y="1616864"/>
              <a:ext cx="157819" cy="301901"/>
            </a:xfrm>
            <a:custGeom>
              <a:avLst/>
              <a:gdLst/>
              <a:ahLst/>
              <a:cxnLst/>
              <a:rect l="l" t="t" r="r" b="b"/>
              <a:pathLst>
                <a:path w="61" h="117" extrusionOk="0">
                  <a:moveTo>
                    <a:pt x="58" y="61"/>
                  </a:moveTo>
                  <a:cubicBezTo>
                    <a:pt x="59" y="60"/>
                    <a:pt x="60" y="60"/>
                    <a:pt x="61" y="59"/>
                  </a:cubicBezTo>
                  <a:cubicBezTo>
                    <a:pt x="54" y="56"/>
                    <a:pt x="46" y="53"/>
                    <a:pt x="42" y="46"/>
                  </a:cubicBezTo>
                  <a:cubicBezTo>
                    <a:pt x="41" y="44"/>
                    <a:pt x="41" y="42"/>
                    <a:pt x="40" y="39"/>
                  </a:cubicBezTo>
                  <a:cubicBezTo>
                    <a:pt x="37" y="26"/>
                    <a:pt x="36" y="13"/>
                    <a:pt x="35" y="0"/>
                  </a:cubicBezTo>
                  <a:cubicBezTo>
                    <a:pt x="32" y="11"/>
                    <a:pt x="28" y="23"/>
                    <a:pt x="24" y="34"/>
                  </a:cubicBezTo>
                  <a:cubicBezTo>
                    <a:pt x="22" y="38"/>
                    <a:pt x="20" y="43"/>
                    <a:pt x="16" y="46"/>
                  </a:cubicBezTo>
                  <a:cubicBezTo>
                    <a:pt x="11" y="50"/>
                    <a:pt x="4" y="51"/>
                    <a:pt x="0" y="55"/>
                  </a:cubicBezTo>
                  <a:cubicBezTo>
                    <a:pt x="3" y="59"/>
                    <a:pt x="10" y="60"/>
                    <a:pt x="14" y="64"/>
                  </a:cubicBezTo>
                  <a:cubicBezTo>
                    <a:pt x="20" y="68"/>
                    <a:pt x="24" y="75"/>
                    <a:pt x="26" y="82"/>
                  </a:cubicBezTo>
                  <a:cubicBezTo>
                    <a:pt x="29" y="88"/>
                    <a:pt x="30" y="95"/>
                    <a:pt x="31" y="101"/>
                  </a:cubicBezTo>
                  <a:cubicBezTo>
                    <a:pt x="31" y="104"/>
                    <a:pt x="32" y="107"/>
                    <a:pt x="32" y="110"/>
                  </a:cubicBezTo>
                  <a:cubicBezTo>
                    <a:pt x="33" y="112"/>
                    <a:pt x="33" y="117"/>
                    <a:pt x="34" y="117"/>
                  </a:cubicBezTo>
                  <a:cubicBezTo>
                    <a:pt x="35" y="108"/>
                    <a:pt x="36" y="100"/>
                    <a:pt x="37" y="92"/>
                  </a:cubicBezTo>
                  <a:cubicBezTo>
                    <a:pt x="38" y="88"/>
                    <a:pt x="39" y="85"/>
                    <a:pt x="40" y="82"/>
                  </a:cubicBezTo>
                  <a:cubicBezTo>
                    <a:pt x="44" y="73"/>
                    <a:pt x="51" y="67"/>
                    <a:pt x="58" y="61"/>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 name="Google Shape;254;p31"/>
            <p:cNvSpPr/>
            <p:nvPr/>
          </p:nvSpPr>
          <p:spPr>
            <a:xfrm>
              <a:off x="1463802" y="3325351"/>
              <a:ext cx="150954" cy="150950"/>
            </a:xfrm>
            <a:custGeom>
              <a:avLst/>
              <a:gdLst/>
              <a:ahLst/>
              <a:cxnLst/>
              <a:rect l="l" t="t" r="r" b="b"/>
              <a:pathLst>
                <a:path w="60" h="59" extrusionOk="0">
                  <a:moveTo>
                    <a:pt x="52" y="17"/>
                  </a:moveTo>
                  <a:cubicBezTo>
                    <a:pt x="49" y="12"/>
                    <a:pt x="45" y="9"/>
                    <a:pt x="41" y="6"/>
                  </a:cubicBezTo>
                  <a:cubicBezTo>
                    <a:pt x="36" y="3"/>
                    <a:pt x="31" y="0"/>
                    <a:pt x="26" y="1"/>
                  </a:cubicBezTo>
                  <a:cubicBezTo>
                    <a:pt x="21" y="1"/>
                    <a:pt x="16" y="2"/>
                    <a:pt x="11" y="4"/>
                  </a:cubicBezTo>
                  <a:cubicBezTo>
                    <a:pt x="9" y="5"/>
                    <a:pt x="7" y="6"/>
                    <a:pt x="5" y="8"/>
                  </a:cubicBezTo>
                  <a:cubicBezTo>
                    <a:pt x="3" y="10"/>
                    <a:pt x="2" y="12"/>
                    <a:pt x="1" y="14"/>
                  </a:cubicBezTo>
                  <a:cubicBezTo>
                    <a:pt x="0" y="20"/>
                    <a:pt x="0" y="26"/>
                    <a:pt x="2" y="31"/>
                  </a:cubicBezTo>
                  <a:cubicBezTo>
                    <a:pt x="4" y="38"/>
                    <a:pt x="9" y="45"/>
                    <a:pt x="15" y="49"/>
                  </a:cubicBezTo>
                  <a:cubicBezTo>
                    <a:pt x="16" y="50"/>
                    <a:pt x="17" y="51"/>
                    <a:pt x="19" y="52"/>
                  </a:cubicBezTo>
                  <a:cubicBezTo>
                    <a:pt x="22" y="54"/>
                    <a:pt x="26" y="55"/>
                    <a:pt x="30" y="57"/>
                  </a:cubicBezTo>
                  <a:cubicBezTo>
                    <a:pt x="34" y="59"/>
                    <a:pt x="39" y="58"/>
                    <a:pt x="42" y="57"/>
                  </a:cubicBezTo>
                  <a:cubicBezTo>
                    <a:pt x="58" y="50"/>
                    <a:pt x="60" y="30"/>
                    <a:pt x="52"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 name="Google Shape;255;p31"/>
            <p:cNvSpPr/>
            <p:nvPr/>
          </p:nvSpPr>
          <p:spPr>
            <a:xfrm>
              <a:off x="1223645" y="3229292"/>
              <a:ext cx="370523" cy="212705"/>
            </a:xfrm>
            <a:custGeom>
              <a:avLst/>
              <a:gdLst/>
              <a:ahLst/>
              <a:cxnLst/>
              <a:rect l="l" t="t" r="r" b="b"/>
              <a:pathLst>
                <a:path w="144" h="83" extrusionOk="0">
                  <a:moveTo>
                    <a:pt x="135" y="51"/>
                  </a:moveTo>
                  <a:cubicBezTo>
                    <a:pt x="133" y="49"/>
                    <a:pt x="131" y="48"/>
                    <a:pt x="129" y="47"/>
                  </a:cubicBezTo>
                  <a:cubicBezTo>
                    <a:pt x="127" y="47"/>
                    <a:pt x="126" y="47"/>
                    <a:pt x="124" y="46"/>
                  </a:cubicBezTo>
                  <a:cubicBezTo>
                    <a:pt x="122" y="45"/>
                    <a:pt x="120" y="44"/>
                    <a:pt x="119" y="43"/>
                  </a:cubicBezTo>
                  <a:cubicBezTo>
                    <a:pt x="115" y="42"/>
                    <a:pt x="112" y="41"/>
                    <a:pt x="109" y="41"/>
                  </a:cubicBezTo>
                  <a:cubicBezTo>
                    <a:pt x="105" y="41"/>
                    <a:pt x="101" y="41"/>
                    <a:pt x="97" y="41"/>
                  </a:cubicBezTo>
                  <a:cubicBezTo>
                    <a:pt x="96" y="40"/>
                    <a:pt x="95" y="38"/>
                    <a:pt x="95" y="37"/>
                  </a:cubicBezTo>
                  <a:cubicBezTo>
                    <a:pt x="91" y="33"/>
                    <a:pt x="86" y="29"/>
                    <a:pt x="80" y="26"/>
                  </a:cubicBezTo>
                  <a:cubicBezTo>
                    <a:pt x="77" y="25"/>
                    <a:pt x="74" y="24"/>
                    <a:pt x="71" y="24"/>
                  </a:cubicBezTo>
                  <a:cubicBezTo>
                    <a:pt x="70" y="23"/>
                    <a:pt x="68" y="23"/>
                    <a:pt x="67" y="23"/>
                  </a:cubicBezTo>
                  <a:cubicBezTo>
                    <a:pt x="67" y="22"/>
                    <a:pt x="66" y="21"/>
                    <a:pt x="66" y="20"/>
                  </a:cubicBezTo>
                  <a:cubicBezTo>
                    <a:pt x="66" y="19"/>
                    <a:pt x="66" y="18"/>
                    <a:pt x="66" y="17"/>
                  </a:cubicBezTo>
                  <a:cubicBezTo>
                    <a:pt x="64" y="12"/>
                    <a:pt x="62" y="8"/>
                    <a:pt x="58" y="4"/>
                  </a:cubicBezTo>
                  <a:cubicBezTo>
                    <a:pt x="57" y="3"/>
                    <a:pt x="55" y="1"/>
                    <a:pt x="53" y="1"/>
                  </a:cubicBezTo>
                  <a:cubicBezTo>
                    <a:pt x="50" y="0"/>
                    <a:pt x="47" y="1"/>
                    <a:pt x="46" y="4"/>
                  </a:cubicBezTo>
                  <a:cubicBezTo>
                    <a:pt x="44" y="7"/>
                    <a:pt x="45" y="11"/>
                    <a:pt x="44" y="14"/>
                  </a:cubicBezTo>
                  <a:cubicBezTo>
                    <a:pt x="44" y="15"/>
                    <a:pt x="44" y="15"/>
                    <a:pt x="44" y="16"/>
                  </a:cubicBezTo>
                  <a:cubicBezTo>
                    <a:pt x="44" y="17"/>
                    <a:pt x="42" y="17"/>
                    <a:pt x="41" y="18"/>
                  </a:cubicBezTo>
                  <a:cubicBezTo>
                    <a:pt x="40" y="18"/>
                    <a:pt x="39" y="19"/>
                    <a:pt x="38" y="19"/>
                  </a:cubicBezTo>
                  <a:cubicBezTo>
                    <a:pt x="36" y="20"/>
                    <a:pt x="34" y="21"/>
                    <a:pt x="33" y="23"/>
                  </a:cubicBezTo>
                  <a:cubicBezTo>
                    <a:pt x="30" y="25"/>
                    <a:pt x="26" y="28"/>
                    <a:pt x="24" y="31"/>
                  </a:cubicBezTo>
                  <a:cubicBezTo>
                    <a:pt x="20" y="27"/>
                    <a:pt x="17" y="23"/>
                    <a:pt x="12" y="20"/>
                  </a:cubicBezTo>
                  <a:cubicBezTo>
                    <a:pt x="9" y="18"/>
                    <a:pt x="2" y="14"/>
                    <a:pt x="0" y="20"/>
                  </a:cubicBezTo>
                  <a:cubicBezTo>
                    <a:pt x="0" y="21"/>
                    <a:pt x="0" y="23"/>
                    <a:pt x="1" y="25"/>
                  </a:cubicBezTo>
                  <a:cubicBezTo>
                    <a:pt x="2" y="27"/>
                    <a:pt x="3" y="30"/>
                    <a:pt x="4" y="33"/>
                  </a:cubicBezTo>
                  <a:cubicBezTo>
                    <a:pt x="5" y="34"/>
                    <a:pt x="7" y="36"/>
                    <a:pt x="7" y="37"/>
                  </a:cubicBezTo>
                  <a:cubicBezTo>
                    <a:pt x="7" y="37"/>
                    <a:pt x="6" y="38"/>
                    <a:pt x="7" y="38"/>
                  </a:cubicBezTo>
                  <a:cubicBezTo>
                    <a:pt x="7" y="39"/>
                    <a:pt x="7" y="40"/>
                    <a:pt x="7" y="40"/>
                  </a:cubicBezTo>
                  <a:cubicBezTo>
                    <a:pt x="10" y="45"/>
                    <a:pt x="13" y="49"/>
                    <a:pt x="17" y="53"/>
                  </a:cubicBezTo>
                  <a:cubicBezTo>
                    <a:pt x="17" y="54"/>
                    <a:pt x="18" y="55"/>
                    <a:pt x="19" y="55"/>
                  </a:cubicBezTo>
                  <a:cubicBezTo>
                    <a:pt x="19" y="56"/>
                    <a:pt x="19" y="57"/>
                    <a:pt x="20" y="58"/>
                  </a:cubicBezTo>
                  <a:cubicBezTo>
                    <a:pt x="20" y="60"/>
                    <a:pt x="22" y="61"/>
                    <a:pt x="23" y="63"/>
                  </a:cubicBezTo>
                  <a:cubicBezTo>
                    <a:pt x="25" y="64"/>
                    <a:pt x="26" y="65"/>
                    <a:pt x="27" y="66"/>
                  </a:cubicBezTo>
                  <a:cubicBezTo>
                    <a:pt x="29" y="68"/>
                    <a:pt x="30" y="69"/>
                    <a:pt x="32" y="70"/>
                  </a:cubicBezTo>
                  <a:cubicBezTo>
                    <a:pt x="37" y="74"/>
                    <a:pt x="44" y="77"/>
                    <a:pt x="50" y="80"/>
                  </a:cubicBezTo>
                  <a:cubicBezTo>
                    <a:pt x="57" y="82"/>
                    <a:pt x="65" y="82"/>
                    <a:pt x="73" y="82"/>
                  </a:cubicBezTo>
                  <a:cubicBezTo>
                    <a:pt x="76" y="83"/>
                    <a:pt x="78" y="83"/>
                    <a:pt x="81" y="83"/>
                  </a:cubicBezTo>
                  <a:cubicBezTo>
                    <a:pt x="91" y="83"/>
                    <a:pt x="101" y="83"/>
                    <a:pt x="110" y="82"/>
                  </a:cubicBezTo>
                  <a:cubicBezTo>
                    <a:pt x="119" y="82"/>
                    <a:pt x="129" y="83"/>
                    <a:pt x="137" y="79"/>
                  </a:cubicBezTo>
                  <a:cubicBezTo>
                    <a:pt x="139" y="78"/>
                    <a:pt x="141" y="76"/>
                    <a:pt x="142" y="75"/>
                  </a:cubicBezTo>
                  <a:cubicBezTo>
                    <a:pt x="143" y="73"/>
                    <a:pt x="144" y="70"/>
                    <a:pt x="144" y="68"/>
                  </a:cubicBezTo>
                  <a:cubicBezTo>
                    <a:pt x="144" y="62"/>
                    <a:pt x="141" y="57"/>
                    <a:pt x="138" y="53"/>
                  </a:cubicBezTo>
                  <a:cubicBezTo>
                    <a:pt x="137" y="52"/>
                    <a:pt x="136" y="52"/>
                    <a:pt x="135" y="51"/>
                  </a:cubicBezTo>
                  <a:close/>
                  <a:moveTo>
                    <a:pt x="42" y="49"/>
                  </a:moveTo>
                  <a:cubicBezTo>
                    <a:pt x="40" y="48"/>
                    <a:pt x="38" y="47"/>
                    <a:pt x="37" y="45"/>
                  </a:cubicBezTo>
                  <a:cubicBezTo>
                    <a:pt x="36" y="45"/>
                    <a:pt x="36" y="44"/>
                    <a:pt x="36" y="44"/>
                  </a:cubicBezTo>
                  <a:cubicBezTo>
                    <a:pt x="36" y="43"/>
                    <a:pt x="36" y="43"/>
                    <a:pt x="37" y="43"/>
                  </a:cubicBezTo>
                  <a:cubicBezTo>
                    <a:pt x="40" y="39"/>
                    <a:pt x="44" y="36"/>
                    <a:pt x="48" y="33"/>
                  </a:cubicBezTo>
                  <a:cubicBezTo>
                    <a:pt x="48" y="32"/>
                    <a:pt x="49" y="32"/>
                    <a:pt x="49" y="32"/>
                  </a:cubicBezTo>
                  <a:cubicBezTo>
                    <a:pt x="49" y="35"/>
                    <a:pt x="49" y="38"/>
                    <a:pt x="49" y="41"/>
                  </a:cubicBezTo>
                  <a:cubicBezTo>
                    <a:pt x="49" y="43"/>
                    <a:pt x="49" y="46"/>
                    <a:pt x="48" y="48"/>
                  </a:cubicBezTo>
                  <a:cubicBezTo>
                    <a:pt x="46" y="49"/>
                    <a:pt x="44" y="49"/>
                    <a:pt x="42" y="49"/>
                  </a:cubicBezTo>
                  <a:close/>
                </a:path>
              </a:pathLst>
            </a:custGeom>
            <a:solidFill>
              <a:srgbClr val="CD886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 name="Google Shape;256;p31"/>
            <p:cNvSpPr/>
            <p:nvPr/>
          </p:nvSpPr>
          <p:spPr>
            <a:xfrm>
              <a:off x="1333430" y="3256738"/>
              <a:ext cx="34310" cy="54891"/>
            </a:xfrm>
            <a:custGeom>
              <a:avLst/>
              <a:gdLst/>
              <a:ahLst/>
              <a:cxnLst/>
              <a:rect l="l" t="t" r="r" b="b"/>
              <a:pathLst>
                <a:path w="14" h="21" extrusionOk="0">
                  <a:moveTo>
                    <a:pt x="13" y="8"/>
                  </a:moveTo>
                  <a:cubicBezTo>
                    <a:pt x="12" y="2"/>
                    <a:pt x="4" y="0"/>
                    <a:pt x="0" y="4"/>
                  </a:cubicBezTo>
                  <a:cubicBezTo>
                    <a:pt x="0" y="4"/>
                    <a:pt x="0" y="4"/>
                    <a:pt x="0" y="4"/>
                  </a:cubicBezTo>
                  <a:cubicBezTo>
                    <a:pt x="1" y="5"/>
                    <a:pt x="2" y="5"/>
                    <a:pt x="2" y="4"/>
                  </a:cubicBezTo>
                  <a:cubicBezTo>
                    <a:pt x="4" y="3"/>
                    <a:pt x="6" y="2"/>
                    <a:pt x="8" y="4"/>
                  </a:cubicBezTo>
                  <a:cubicBezTo>
                    <a:pt x="12" y="6"/>
                    <a:pt x="12" y="10"/>
                    <a:pt x="10" y="13"/>
                  </a:cubicBezTo>
                  <a:cubicBezTo>
                    <a:pt x="10" y="15"/>
                    <a:pt x="9" y="17"/>
                    <a:pt x="8" y="18"/>
                  </a:cubicBezTo>
                  <a:cubicBezTo>
                    <a:pt x="7" y="19"/>
                    <a:pt x="7" y="19"/>
                    <a:pt x="6" y="20"/>
                  </a:cubicBezTo>
                  <a:cubicBezTo>
                    <a:pt x="6" y="20"/>
                    <a:pt x="6" y="20"/>
                    <a:pt x="6" y="20"/>
                  </a:cubicBezTo>
                  <a:cubicBezTo>
                    <a:pt x="7" y="21"/>
                    <a:pt x="7" y="21"/>
                    <a:pt x="7" y="21"/>
                  </a:cubicBezTo>
                  <a:cubicBezTo>
                    <a:pt x="7" y="21"/>
                    <a:pt x="8" y="20"/>
                    <a:pt x="9" y="20"/>
                  </a:cubicBezTo>
                  <a:cubicBezTo>
                    <a:pt x="10" y="19"/>
                    <a:pt x="11" y="18"/>
                    <a:pt x="12" y="16"/>
                  </a:cubicBezTo>
                  <a:cubicBezTo>
                    <a:pt x="13" y="14"/>
                    <a:pt x="14" y="11"/>
                    <a:pt x="13" y="8"/>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 name="Google Shape;257;p31"/>
            <p:cNvSpPr/>
            <p:nvPr/>
          </p:nvSpPr>
          <p:spPr>
            <a:xfrm>
              <a:off x="1388322" y="3263597"/>
              <a:ext cx="6864" cy="54891"/>
            </a:xfrm>
            <a:custGeom>
              <a:avLst/>
              <a:gdLst/>
              <a:ahLst/>
              <a:cxnLst/>
              <a:rect l="l" t="t" r="r" b="b"/>
              <a:pathLst>
                <a:path w="4" h="20" extrusionOk="0">
                  <a:moveTo>
                    <a:pt x="2" y="1"/>
                  </a:moveTo>
                  <a:cubicBezTo>
                    <a:pt x="2" y="0"/>
                    <a:pt x="0" y="0"/>
                    <a:pt x="0" y="1"/>
                  </a:cubicBezTo>
                  <a:cubicBezTo>
                    <a:pt x="2" y="7"/>
                    <a:pt x="2" y="13"/>
                    <a:pt x="1" y="19"/>
                  </a:cubicBezTo>
                  <a:cubicBezTo>
                    <a:pt x="0" y="20"/>
                    <a:pt x="3" y="20"/>
                    <a:pt x="3" y="19"/>
                  </a:cubicBezTo>
                  <a:cubicBezTo>
                    <a:pt x="4" y="13"/>
                    <a:pt x="4" y="7"/>
                    <a:pt x="2" y="1"/>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 name="Google Shape;258;p31"/>
            <p:cNvSpPr/>
            <p:nvPr/>
          </p:nvSpPr>
          <p:spPr>
            <a:xfrm>
              <a:off x="1408909" y="3339074"/>
              <a:ext cx="82339" cy="34309"/>
            </a:xfrm>
            <a:custGeom>
              <a:avLst/>
              <a:gdLst/>
              <a:ahLst/>
              <a:cxnLst/>
              <a:rect l="l" t="t" r="r" b="b"/>
              <a:pathLst>
                <a:path w="31" h="13" extrusionOk="0">
                  <a:moveTo>
                    <a:pt x="30" y="5"/>
                  </a:moveTo>
                  <a:cubicBezTo>
                    <a:pt x="20" y="0"/>
                    <a:pt x="9" y="5"/>
                    <a:pt x="1" y="12"/>
                  </a:cubicBezTo>
                  <a:cubicBezTo>
                    <a:pt x="0" y="12"/>
                    <a:pt x="2" y="13"/>
                    <a:pt x="3" y="12"/>
                  </a:cubicBezTo>
                  <a:cubicBezTo>
                    <a:pt x="10" y="7"/>
                    <a:pt x="20" y="1"/>
                    <a:pt x="29" y="6"/>
                  </a:cubicBezTo>
                  <a:cubicBezTo>
                    <a:pt x="29" y="6"/>
                    <a:pt x="31" y="6"/>
                    <a:pt x="30" y="5"/>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 name="Google Shape;259;p31"/>
            <p:cNvSpPr/>
            <p:nvPr/>
          </p:nvSpPr>
          <p:spPr>
            <a:xfrm>
              <a:off x="1271678" y="3359656"/>
              <a:ext cx="144095" cy="48032"/>
            </a:xfrm>
            <a:custGeom>
              <a:avLst/>
              <a:gdLst/>
              <a:ahLst/>
              <a:cxnLst/>
              <a:rect l="l" t="t" r="r" b="b"/>
              <a:pathLst>
                <a:path w="56" h="19" extrusionOk="0">
                  <a:moveTo>
                    <a:pt x="55" y="18"/>
                  </a:moveTo>
                  <a:cubicBezTo>
                    <a:pt x="49" y="17"/>
                    <a:pt x="43" y="17"/>
                    <a:pt x="38" y="16"/>
                  </a:cubicBezTo>
                  <a:cubicBezTo>
                    <a:pt x="33" y="14"/>
                    <a:pt x="28" y="11"/>
                    <a:pt x="23" y="8"/>
                  </a:cubicBezTo>
                  <a:cubicBezTo>
                    <a:pt x="21" y="7"/>
                    <a:pt x="19" y="5"/>
                    <a:pt x="16" y="4"/>
                  </a:cubicBezTo>
                  <a:cubicBezTo>
                    <a:pt x="15" y="3"/>
                    <a:pt x="13" y="1"/>
                    <a:pt x="11" y="1"/>
                  </a:cubicBezTo>
                  <a:cubicBezTo>
                    <a:pt x="6" y="0"/>
                    <a:pt x="2" y="2"/>
                    <a:pt x="0" y="7"/>
                  </a:cubicBezTo>
                  <a:cubicBezTo>
                    <a:pt x="0" y="7"/>
                    <a:pt x="2" y="8"/>
                    <a:pt x="3" y="7"/>
                  </a:cubicBezTo>
                  <a:cubicBezTo>
                    <a:pt x="3" y="5"/>
                    <a:pt x="5" y="3"/>
                    <a:pt x="7" y="2"/>
                  </a:cubicBezTo>
                  <a:cubicBezTo>
                    <a:pt x="10" y="1"/>
                    <a:pt x="12" y="3"/>
                    <a:pt x="14" y="4"/>
                  </a:cubicBezTo>
                  <a:cubicBezTo>
                    <a:pt x="18" y="7"/>
                    <a:pt x="23" y="10"/>
                    <a:pt x="27" y="12"/>
                  </a:cubicBezTo>
                  <a:cubicBezTo>
                    <a:pt x="31" y="14"/>
                    <a:pt x="35" y="16"/>
                    <a:pt x="40" y="17"/>
                  </a:cubicBezTo>
                  <a:cubicBezTo>
                    <a:pt x="45" y="19"/>
                    <a:pt x="50" y="18"/>
                    <a:pt x="55" y="19"/>
                  </a:cubicBezTo>
                  <a:cubicBezTo>
                    <a:pt x="56" y="19"/>
                    <a:pt x="56" y="18"/>
                    <a:pt x="55" y="18"/>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 name="Google Shape;260;p31"/>
            <p:cNvSpPr/>
            <p:nvPr/>
          </p:nvSpPr>
          <p:spPr>
            <a:xfrm>
              <a:off x="1237368" y="3304765"/>
              <a:ext cx="144094" cy="82336"/>
            </a:xfrm>
            <a:custGeom>
              <a:avLst/>
              <a:gdLst/>
              <a:ahLst/>
              <a:cxnLst/>
              <a:rect l="l" t="t" r="r" b="b"/>
              <a:pathLst>
                <a:path w="55" h="31" extrusionOk="0">
                  <a:moveTo>
                    <a:pt x="54" y="30"/>
                  </a:moveTo>
                  <a:cubicBezTo>
                    <a:pt x="49" y="28"/>
                    <a:pt x="45" y="25"/>
                    <a:pt x="41" y="23"/>
                  </a:cubicBezTo>
                  <a:cubicBezTo>
                    <a:pt x="40" y="22"/>
                    <a:pt x="40" y="22"/>
                    <a:pt x="40" y="22"/>
                  </a:cubicBezTo>
                  <a:cubicBezTo>
                    <a:pt x="36" y="20"/>
                    <a:pt x="33" y="16"/>
                    <a:pt x="30" y="12"/>
                  </a:cubicBezTo>
                  <a:cubicBezTo>
                    <a:pt x="19" y="0"/>
                    <a:pt x="19" y="0"/>
                    <a:pt x="19" y="0"/>
                  </a:cubicBezTo>
                  <a:cubicBezTo>
                    <a:pt x="18" y="0"/>
                    <a:pt x="16" y="0"/>
                    <a:pt x="17" y="1"/>
                  </a:cubicBezTo>
                  <a:cubicBezTo>
                    <a:pt x="21" y="5"/>
                    <a:pt x="24" y="9"/>
                    <a:pt x="28" y="13"/>
                  </a:cubicBezTo>
                  <a:cubicBezTo>
                    <a:pt x="28" y="13"/>
                    <a:pt x="28" y="13"/>
                    <a:pt x="28" y="13"/>
                  </a:cubicBezTo>
                  <a:cubicBezTo>
                    <a:pt x="26" y="11"/>
                    <a:pt x="23" y="9"/>
                    <a:pt x="21" y="7"/>
                  </a:cubicBezTo>
                  <a:cubicBezTo>
                    <a:pt x="19" y="6"/>
                    <a:pt x="17" y="4"/>
                    <a:pt x="16" y="3"/>
                  </a:cubicBezTo>
                  <a:cubicBezTo>
                    <a:pt x="14" y="2"/>
                    <a:pt x="13" y="1"/>
                    <a:pt x="11" y="0"/>
                  </a:cubicBezTo>
                  <a:cubicBezTo>
                    <a:pt x="6" y="0"/>
                    <a:pt x="2" y="2"/>
                    <a:pt x="0" y="6"/>
                  </a:cubicBezTo>
                  <a:cubicBezTo>
                    <a:pt x="0" y="6"/>
                    <a:pt x="2" y="7"/>
                    <a:pt x="3" y="6"/>
                  </a:cubicBezTo>
                  <a:cubicBezTo>
                    <a:pt x="4" y="4"/>
                    <a:pt x="6" y="2"/>
                    <a:pt x="8" y="1"/>
                  </a:cubicBezTo>
                  <a:cubicBezTo>
                    <a:pt x="11" y="1"/>
                    <a:pt x="13" y="3"/>
                    <a:pt x="15" y="5"/>
                  </a:cubicBezTo>
                  <a:cubicBezTo>
                    <a:pt x="19" y="8"/>
                    <a:pt x="23" y="11"/>
                    <a:pt x="27" y="15"/>
                  </a:cubicBezTo>
                  <a:cubicBezTo>
                    <a:pt x="35" y="21"/>
                    <a:pt x="43" y="27"/>
                    <a:pt x="53" y="31"/>
                  </a:cubicBezTo>
                  <a:cubicBezTo>
                    <a:pt x="53" y="31"/>
                    <a:pt x="54" y="31"/>
                    <a:pt x="54" y="31"/>
                  </a:cubicBezTo>
                  <a:cubicBezTo>
                    <a:pt x="55" y="31"/>
                    <a:pt x="55" y="30"/>
                    <a:pt x="54" y="30"/>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31"/>
            <p:cNvSpPr/>
            <p:nvPr/>
          </p:nvSpPr>
          <p:spPr>
            <a:xfrm>
              <a:off x="1532417" y="3380243"/>
              <a:ext cx="34310" cy="54891"/>
            </a:xfrm>
            <a:custGeom>
              <a:avLst/>
              <a:gdLst/>
              <a:ahLst/>
              <a:cxnLst/>
              <a:rect l="l" t="t" r="r" b="b"/>
              <a:pathLst>
                <a:path w="14" h="23" extrusionOk="0">
                  <a:moveTo>
                    <a:pt x="9" y="0"/>
                  </a:moveTo>
                  <a:cubicBezTo>
                    <a:pt x="9" y="0"/>
                    <a:pt x="6" y="0"/>
                    <a:pt x="7" y="1"/>
                  </a:cubicBezTo>
                  <a:cubicBezTo>
                    <a:pt x="10" y="4"/>
                    <a:pt x="12" y="9"/>
                    <a:pt x="11" y="13"/>
                  </a:cubicBezTo>
                  <a:cubicBezTo>
                    <a:pt x="10" y="16"/>
                    <a:pt x="9" y="17"/>
                    <a:pt x="7" y="19"/>
                  </a:cubicBezTo>
                  <a:cubicBezTo>
                    <a:pt x="6" y="20"/>
                    <a:pt x="3" y="21"/>
                    <a:pt x="1" y="22"/>
                  </a:cubicBezTo>
                  <a:cubicBezTo>
                    <a:pt x="0" y="22"/>
                    <a:pt x="2" y="23"/>
                    <a:pt x="2" y="23"/>
                  </a:cubicBezTo>
                  <a:cubicBezTo>
                    <a:pt x="7" y="21"/>
                    <a:pt x="12" y="19"/>
                    <a:pt x="13" y="14"/>
                  </a:cubicBezTo>
                  <a:cubicBezTo>
                    <a:pt x="14" y="9"/>
                    <a:pt x="12" y="4"/>
                    <a:pt x="9" y="0"/>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31"/>
            <p:cNvSpPr/>
            <p:nvPr/>
          </p:nvSpPr>
          <p:spPr>
            <a:xfrm>
              <a:off x="1463802" y="2577458"/>
              <a:ext cx="761636" cy="898843"/>
            </a:xfrm>
            <a:custGeom>
              <a:avLst/>
              <a:gdLst/>
              <a:ahLst/>
              <a:cxnLst/>
              <a:rect l="l" t="t" r="r" b="b"/>
              <a:pathLst>
                <a:path w="297" h="347" extrusionOk="0">
                  <a:moveTo>
                    <a:pt x="294" y="108"/>
                  </a:moveTo>
                  <a:cubicBezTo>
                    <a:pt x="293" y="104"/>
                    <a:pt x="293" y="99"/>
                    <a:pt x="292" y="95"/>
                  </a:cubicBezTo>
                  <a:cubicBezTo>
                    <a:pt x="292" y="86"/>
                    <a:pt x="288" y="78"/>
                    <a:pt x="285" y="70"/>
                  </a:cubicBezTo>
                  <a:cubicBezTo>
                    <a:pt x="280" y="57"/>
                    <a:pt x="274" y="45"/>
                    <a:pt x="270" y="31"/>
                  </a:cubicBezTo>
                  <a:cubicBezTo>
                    <a:pt x="268" y="21"/>
                    <a:pt x="266" y="11"/>
                    <a:pt x="258" y="3"/>
                  </a:cubicBezTo>
                  <a:cubicBezTo>
                    <a:pt x="255" y="0"/>
                    <a:pt x="251" y="0"/>
                    <a:pt x="248" y="3"/>
                  </a:cubicBezTo>
                  <a:cubicBezTo>
                    <a:pt x="247" y="5"/>
                    <a:pt x="246" y="6"/>
                    <a:pt x="246" y="7"/>
                  </a:cubicBezTo>
                  <a:cubicBezTo>
                    <a:pt x="237" y="26"/>
                    <a:pt x="229" y="45"/>
                    <a:pt x="223" y="64"/>
                  </a:cubicBezTo>
                  <a:cubicBezTo>
                    <a:pt x="220" y="71"/>
                    <a:pt x="218" y="79"/>
                    <a:pt x="215" y="86"/>
                  </a:cubicBezTo>
                  <a:cubicBezTo>
                    <a:pt x="210" y="101"/>
                    <a:pt x="204" y="115"/>
                    <a:pt x="198" y="129"/>
                  </a:cubicBezTo>
                  <a:cubicBezTo>
                    <a:pt x="192" y="142"/>
                    <a:pt x="186" y="154"/>
                    <a:pt x="179" y="166"/>
                  </a:cubicBezTo>
                  <a:cubicBezTo>
                    <a:pt x="171" y="178"/>
                    <a:pt x="161" y="185"/>
                    <a:pt x="150" y="194"/>
                  </a:cubicBezTo>
                  <a:cubicBezTo>
                    <a:pt x="127" y="211"/>
                    <a:pt x="101" y="227"/>
                    <a:pt x="76" y="240"/>
                  </a:cubicBezTo>
                  <a:cubicBezTo>
                    <a:pt x="63" y="248"/>
                    <a:pt x="50" y="255"/>
                    <a:pt x="38" y="263"/>
                  </a:cubicBezTo>
                  <a:cubicBezTo>
                    <a:pt x="32" y="267"/>
                    <a:pt x="0" y="283"/>
                    <a:pt x="8" y="292"/>
                  </a:cubicBezTo>
                  <a:cubicBezTo>
                    <a:pt x="10" y="294"/>
                    <a:pt x="13" y="295"/>
                    <a:pt x="15" y="296"/>
                  </a:cubicBezTo>
                  <a:cubicBezTo>
                    <a:pt x="25" y="299"/>
                    <a:pt x="34" y="304"/>
                    <a:pt x="40" y="311"/>
                  </a:cubicBezTo>
                  <a:cubicBezTo>
                    <a:pt x="44" y="317"/>
                    <a:pt x="47" y="325"/>
                    <a:pt x="47" y="332"/>
                  </a:cubicBezTo>
                  <a:cubicBezTo>
                    <a:pt x="46" y="339"/>
                    <a:pt x="41" y="342"/>
                    <a:pt x="36" y="346"/>
                  </a:cubicBezTo>
                  <a:cubicBezTo>
                    <a:pt x="48" y="347"/>
                    <a:pt x="60" y="344"/>
                    <a:pt x="71" y="339"/>
                  </a:cubicBezTo>
                  <a:cubicBezTo>
                    <a:pt x="123" y="317"/>
                    <a:pt x="173" y="289"/>
                    <a:pt x="215" y="252"/>
                  </a:cubicBezTo>
                  <a:cubicBezTo>
                    <a:pt x="220" y="247"/>
                    <a:pt x="224" y="243"/>
                    <a:pt x="229" y="238"/>
                  </a:cubicBezTo>
                  <a:cubicBezTo>
                    <a:pt x="233" y="234"/>
                    <a:pt x="237" y="229"/>
                    <a:pt x="241" y="224"/>
                  </a:cubicBezTo>
                  <a:cubicBezTo>
                    <a:pt x="252" y="210"/>
                    <a:pt x="263" y="195"/>
                    <a:pt x="273" y="180"/>
                  </a:cubicBezTo>
                  <a:cubicBezTo>
                    <a:pt x="278" y="173"/>
                    <a:pt x="283" y="165"/>
                    <a:pt x="287" y="157"/>
                  </a:cubicBezTo>
                  <a:cubicBezTo>
                    <a:pt x="291" y="151"/>
                    <a:pt x="296" y="146"/>
                    <a:pt x="297" y="138"/>
                  </a:cubicBezTo>
                  <a:cubicBezTo>
                    <a:pt x="297" y="134"/>
                    <a:pt x="297" y="131"/>
                    <a:pt x="296" y="127"/>
                  </a:cubicBezTo>
                  <a:cubicBezTo>
                    <a:pt x="296" y="121"/>
                    <a:pt x="295" y="114"/>
                    <a:pt x="294" y="108"/>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31"/>
            <p:cNvSpPr/>
            <p:nvPr/>
          </p:nvSpPr>
          <p:spPr>
            <a:xfrm>
              <a:off x="3508546" y="3325351"/>
              <a:ext cx="157818" cy="150950"/>
            </a:xfrm>
            <a:custGeom>
              <a:avLst/>
              <a:gdLst/>
              <a:ahLst/>
              <a:cxnLst/>
              <a:rect l="l" t="t" r="r" b="b"/>
              <a:pathLst>
                <a:path w="60" h="59" extrusionOk="0">
                  <a:moveTo>
                    <a:pt x="8" y="17"/>
                  </a:moveTo>
                  <a:cubicBezTo>
                    <a:pt x="11" y="12"/>
                    <a:pt x="15" y="9"/>
                    <a:pt x="19" y="6"/>
                  </a:cubicBezTo>
                  <a:cubicBezTo>
                    <a:pt x="23" y="3"/>
                    <a:pt x="29" y="0"/>
                    <a:pt x="34" y="1"/>
                  </a:cubicBezTo>
                  <a:cubicBezTo>
                    <a:pt x="39" y="1"/>
                    <a:pt x="44" y="2"/>
                    <a:pt x="48" y="4"/>
                  </a:cubicBezTo>
                  <a:cubicBezTo>
                    <a:pt x="51" y="5"/>
                    <a:pt x="53" y="6"/>
                    <a:pt x="55" y="8"/>
                  </a:cubicBezTo>
                  <a:cubicBezTo>
                    <a:pt x="57" y="10"/>
                    <a:pt x="58" y="12"/>
                    <a:pt x="58" y="14"/>
                  </a:cubicBezTo>
                  <a:cubicBezTo>
                    <a:pt x="60" y="20"/>
                    <a:pt x="59" y="26"/>
                    <a:pt x="58" y="31"/>
                  </a:cubicBezTo>
                  <a:cubicBezTo>
                    <a:pt x="55" y="38"/>
                    <a:pt x="50" y="45"/>
                    <a:pt x="45" y="49"/>
                  </a:cubicBezTo>
                  <a:cubicBezTo>
                    <a:pt x="43" y="50"/>
                    <a:pt x="42" y="51"/>
                    <a:pt x="41" y="52"/>
                  </a:cubicBezTo>
                  <a:cubicBezTo>
                    <a:pt x="37" y="54"/>
                    <a:pt x="33" y="55"/>
                    <a:pt x="29" y="57"/>
                  </a:cubicBezTo>
                  <a:cubicBezTo>
                    <a:pt x="26" y="59"/>
                    <a:pt x="21" y="58"/>
                    <a:pt x="18" y="57"/>
                  </a:cubicBezTo>
                  <a:cubicBezTo>
                    <a:pt x="2" y="50"/>
                    <a:pt x="0" y="30"/>
                    <a:pt x="8"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31"/>
            <p:cNvSpPr/>
            <p:nvPr/>
          </p:nvSpPr>
          <p:spPr>
            <a:xfrm>
              <a:off x="3529129" y="3229292"/>
              <a:ext cx="370523" cy="212705"/>
            </a:xfrm>
            <a:custGeom>
              <a:avLst/>
              <a:gdLst/>
              <a:ahLst/>
              <a:cxnLst/>
              <a:rect l="l" t="t" r="r" b="b"/>
              <a:pathLst>
                <a:path w="144" h="83" extrusionOk="0">
                  <a:moveTo>
                    <a:pt x="6" y="53"/>
                  </a:moveTo>
                  <a:cubicBezTo>
                    <a:pt x="2" y="57"/>
                    <a:pt x="0" y="62"/>
                    <a:pt x="0" y="68"/>
                  </a:cubicBezTo>
                  <a:cubicBezTo>
                    <a:pt x="0" y="70"/>
                    <a:pt x="0" y="73"/>
                    <a:pt x="2" y="75"/>
                  </a:cubicBezTo>
                  <a:cubicBezTo>
                    <a:pt x="3" y="76"/>
                    <a:pt x="5" y="78"/>
                    <a:pt x="7" y="79"/>
                  </a:cubicBezTo>
                  <a:cubicBezTo>
                    <a:pt x="15" y="83"/>
                    <a:pt x="25" y="82"/>
                    <a:pt x="33" y="82"/>
                  </a:cubicBezTo>
                  <a:cubicBezTo>
                    <a:pt x="43" y="83"/>
                    <a:pt x="53" y="83"/>
                    <a:pt x="62" y="83"/>
                  </a:cubicBezTo>
                  <a:cubicBezTo>
                    <a:pt x="65" y="83"/>
                    <a:pt x="68" y="83"/>
                    <a:pt x="71" y="82"/>
                  </a:cubicBezTo>
                  <a:cubicBezTo>
                    <a:pt x="78" y="82"/>
                    <a:pt x="86" y="82"/>
                    <a:pt x="93" y="80"/>
                  </a:cubicBezTo>
                  <a:cubicBezTo>
                    <a:pt x="100" y="77"/>
                    <a:pt x="106" y="74"/>
                    <a:pt x="112" y="70"/>
                  </a:cubicBezTo>
                  <a:cubicBezTo>
                    <a:pt x="114" y="69"/>
                    <a:pt x="115" y="68"/>
                    <a:pt x="117" y="66"/>
                  </a:cubicBezTo>
                  <a:cubicBezTo>
                    <a:pt x="118" y="65"/>
                    <a:pt x="119" y="64"/>
                    <a:pt x="120" y="63"/>
                  </a:cubicBezTo>
                  <a:cubicBezTo>
                    <a:pt x="122" y="61"/>
                    <a:pt x="123" y="60"/>
                    <a:pt x="124" y="58"/>
                  </a:cubicBezTo>
                  <a:cubicBezTo>
                    <a:pt x="124" y="57"/>
                    <a:pt x="124" y="56"/>
                    <a:pt x="125" y="55"/>
                  </a:cubicBezTo>
                  <a:cubicBezTo>
                    <a:pt x="125" y="55"/>
                    <a:pt x="126" y="54"/>
                    <a:pt x="127" y="53"/>
                  </a:cubicBezTo>
                  <a:cubicBezTo>
                    <a:pt x="131" y="49"/>
                    <a:pt x="134" y="45"/>
                    <a:pt x="136" y="40"/>
                  </a:cubicBezTo>
                  <a:cubicBezTo>
                    <a:pt x="137" y="40"/>
                    <a:pt x="137" y="39"/>
                    <a:pt x="137" y="38"/>
                  </a:cubicBezTo>
                  <a:cubicBezTo>
                    <a:pt x="137" y="38"/>
                    <a:pt x="137" y="37"/>
                    <a:pt x="137" y="37"/>
                  </a:cubicBezTo>
                  <a:cubicBezTo>
                    <a:pt x="137" y="36"/>
                    <a:pt x="139" y="34"/>
                    <a:pt x="139" y="33"/>
                  </a:cubicBezTo>
                  <a:cubicBezTo>
                    <a:pt x="141" y="30"/>
                    <a:pt x="142" y="27"/>
                    <a:pt x="143" y="25"/>
                  </a:cubicBezTo>
                  <a:cubicBezTo>
                    <a:pt x="144" y="23"/>
                    <a:pt x="144" y="21"/>
                    <a:pt x="143" y="20"/>
                  </a:cubicBezTo>
                  <a:cubicBezTo>
                    <a:pt x="142" y="14"/>
                    <a:pt x="135" y="18"/>
                    <a:pt x="132" y="20"/>
                  </a:cubicBezTo>
                  <a:cubicBezTo>
                    <a:pt x="127" y="23"/>
                    <a:pt x="123" y="27"/>
                    <a:pt x="119" y="31"/>
                  </a:cubicBezTo>
                  <a:cubicBezTo>
                    <a:pt x="118" y="28"/>
                    <a:pt x="114" y="25"/>
                    <a:pt x="111" y="23"/>
                  </a:cubicBezTo>
                  <a:cubicBezTo>
                    <a:pt x="109" y="21"/>
                    <a:pt x="108" y="20"/>
                    <a:pt x="106" y="19"/>
                  </a:cubicBezTo>
                  <a:cubicBezTo>
                    <a:pt x="105" y="19"/>
                    <a:pt x="104" y="18"/>
                    <a:pt x="103" y="18"/>
                  </a:cubicBezTo>
                  <a:cubicBezTo>
                    <a:pt x="102" y="17"/>
                    <a:pt x="100" y="17"/>
                    <a:pt x="100" y="16"/>
                  </a:cubicBezTo>
                  <a:cubicBezTo>
                    <a:pt x="99" y="15"/>
                    <a:pt x="99" y="15"/>
                    <a:pt x="99" y="14"/>
                  </a:cubicBezTo>
                  <a:cubicBezTo>
                    <a:pt x="99" y="11"/>
                    <a:pt x="99" y="7"/>
                    <a:pt x="98" y="4"/>
                  </a:cubicBezTo>
                  <a:cubicBezTo>
                    <a:pt x="97" y="1"/>
                    <a:pt x="94" y="0"/>
                    <a:pt x="91" y="1"/>
                  </a:cubicBezTo>
                  <a:cubicBezTo>
                    <a:pt x="89" y="1"/>
                    <a:pt x="87" y="3"/>
                    <a:pt x="86" y="4"/>
                  </a:cubicBezTo>
                  <a:cubicBezTo>
                    <a:pt x="82" y="8"/>
                    <a:pt x="79" y="12"/>
                    <a:pt x="78" y="17"/>
                  </a:cubicBezTo>
                  <a:cubicBezTo>
                    <a:pt x="78" y="18"/>
                    <a:pt x="78" y="19"/>
                    <a:pt x="77" y="20"/>
                  </a:cubicBezTo>
                  <a:cubicBezTo>
                    <a:pt x="77" y="21"/>
                    <a:pt x="77" y="22"/>
                    <a:pt x="77" y="23"/>
                  </a:cubicBezTo>
                  <a:cubicBezTo>
                    <a:pt x="76" y="23"/>
                    <a:pt x="73" y="23"/>
                    <a:pt x="72" y="24"/>
                  </a:cubicBezTo>
                  <a:cubicBezTo>
                    <a:pt x="69" y="24"/>
                    <a:pt x="66" y="25"/>
                    <a:pt x="64" y="26"/>
                  </a:cubicBezTo>
                  <a:cubicBezTo>
                    <a:pt x="58" y="29"/>
                    <a:pt x="53" y="33"/>
                    <a:pt x="49" y="37"/>
                  </a:cubicBezTo>
                  <a:cubicBezTo>
                    <a:pt x="48" y="38"/>
                    <a:pt x="47" y="40"/>
                    <a:pt x="46" y="41"/>
                  </a:cubicBezTo>
                  <a:cubicBezTo>
                    <a:pt x="43" y="41"/>
                    <a:pt x="39" y="41"/>
                    <a:pt x="35" y="41"/>
                  </a:cubicBezTo>
                  <a:cubicBezTo>
                    <a:pt x="31" y="41"/>
                    <a:pt x="28" y="42"/>
                    <a:pt x="25" y="43"/>
                  </a:cubicBezTo>
                  <a:cubicBezTo>
                    <a:pt x="23" y="44"/>
                    <a:pt x="22" y="45"/>
                    <a:pt x="20" y="46"/>
                  </a:cubicBezTo>
                  <a:cubicBezTo>
                    <a:pt x="18" y="47"/>
                    <a:pt x="16" y="47"/>
                    <a:pt x="15" y="47"/>
                  </a:cubicBezTo>
                  <a:cubicBezTo>
                    <a:pt x="12" y="48"/>
                    <a:pt x="10" y="49"/>
                    <a:pt x="8" y="51"/>
                  </a:cubicBezTo>
                  <a:cubicBezTo>
                    <a:pt x="8" y="52"/>
                    <a:pt x="7" y="52"/>
                    <a:pt x="6" y="53"/>
                  </a:cubicBezTo>
                  <a:close/>
                  <a:moveTo>
                    <a:pt x="96" y="48"/>
                  </a:moveTo>
                  <a:cubicBezTo>
                    <a:pt x="94" y="46"/>
                    <a:pt x="95" y="43"/>
                    <a:pt x="94" y="41"/>
                  </a:cubicBezTo>
                  <a:cubicBezTo>
                    <a:pt x="94" y="38"/>
                    <a:pt x="94" y="35"/>
                    <a:pt x="94" y="32"/>
                  </a:cubicBezTo>
                  <a:cubicBezTo>
                    <a:pt x="95" y="32"/>
                    <a:pt x="96" y="32"/>
                    <a:pt x="96" y="33"/>
                  </a:cubicBezTo>
                  <a:cubicBezTo>
                    <a:pt x="100" y="36"/>
                    <a:pt x="104" y="39"/>
                    <a:pt x="107" y="43"/>
                  </a:cubicBezTo>
                  <a:cubicBezTo>
                    <a:pt x="107" y="43"/>
                    <a:pt x="108" y="43"/>
                    <a:pt x="108" y="44"/>
                  </a:cubicBezTo>
                  <a:cubicBezTo>
                    <a:pt x="108" y="44"/>
                    <a:pt x="107" y="45"/>
                    <a:pt x="107" y="45"/>
                  </a:cubicBezTo>
                  <a:cubicBezTo>
                    <a:pt x="105" y="47"/>
                    <a:pt x="104" y="48"/>
                    <a:pt x="101" y="49"/>
                  </a:cubicBezTo>
                  <a:cubicBezTo>
                    <a:pt x="100" y="49"/>
                    <a:pt x="97" y="49"/>
                    <a:pt x="96" y="48"/>
                  </a:cubicBezTo>
                  <a:close/>
                </a:path>
              </a:pathLst>
            </a:custGeom>
            <a:solidFill>
              <a:srgbClr val="CD886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31"/>
            <p:cNvSpPr/>
            <p:nvPr/>
          </p:nvSpPr>
          <p:spPr>
            <a:xfrm>
              <a:off x="3755563" y="3256738"/>
              <a:ext cx="34310" cy="54891"/>
            </a:xfrm>
            <a:custGeom>
              <a:avLst/>
              <a:gdLst/>
              <a:ahLst/>
              <a:cxnLst/>
              <a:rect l="l" t="t" r="r" b="b"/>
              <a:pathLst>
                <a:path w="14" h="21" extrusionOk="0">
                  <a:moveTo>
                    <a:pt x="0" y="8"/>
                  </a:moveTo>
                  <a:cubicBezTo>
                    <a:pt x="2" y="2"/>
                    <a:pt x="9" y="0"/>
                    <a:pt x="14" y="4"/>
                  </a:cubicBezTo>
                  <a:cubicBezTo>
                    <a:pt x="14" y="4"/>
                    <a:pt x="14" y="4"/>
                    <a:pt x="13" y="4"/>
                  </a:cubicBezTo>
                  <a:cubicBezTo>
                    <a:pt x="13" y="5"/>
                    <a:pt x="12" y="5"/>
                    <a:pt x="12" y="4"/>
                  </a:cubicBezTo>
                  <a:cubicBezTo>
                    <a:pt x="10" y="3"/>
                    <a:pt x="7" y="2"/>
                    <a:pt x="5" y="4"/>
                  </a:cubicBezTo>
                  <a:cubicBezTo>
                    <a:pt x="2" y="6"/>
                    <a:pt x="2" y="10"/>
                    <a:pt x="3" y="13"/>
                  </a:cubicBezTo>
                  <a:cubicBezTo>
                    <a:pt x="4" y="15"/>
                    <a:pt x="5" y="17"/>
                    <a:pt x="6" y="18"/>
                  </a:cubicBezTo>
                  <a:cubicBezTo>
                    <a:pt x="6" y="19"/>
                    <a:pt x="7" y="19"/>
                    <a:pt x="7" y="20"/>
                  </a:cubicBezTo>
                  <a:cubicBezTo>
                    <a:pt x="7" y="20"/>
                    <a:pt x="7" y="20"/>
                    <a:pt x="7" y="20"/>
                  </a:cubicBezTo>
                  <a:cubicBezTo>
                    <a:pt x="7" y="21"/>
                    <a:pt x="7" y="21"/>
                    <a:pt x="7" y="21"/>
                  </a:cubicBezTo>
                  <a:cubicBezTo>
                    <a:pt x="6" y="21"/>
                    <a:pt x="5" y="20"/>
                    <a:pt x="5" y="20"/>
                  </a:cubicBezTo>
                  <a:cubicBezTo>
                    <a:pt x="3" y="19"/>
                    <a:pt x="3" y="18"/>
                    <a:pt x="2" y="16"/>
                  </a:cubicBezTo>
                  <a:cubicBezTo>
                    <a:pt x="1" y="14"/>
                    <a:pt x="0" y="11"/>
                    <a:pt x="0" y="8"/>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31"/>
            <p:cNvSpPr/>
            <p:nvPr/>
          </p:nvSpPr>
          <p:spPr>
            <a:xfrm>
              <a:off x="3728116" y="3263597"/>
              <a:ext cx="13723" cy="54891"/>
            </a:xfrm>
            <a:custGeom>
              <a:avLst/>
              <a:gdLst/>
              <a:ahLst/>
              <a:cxnLst/>
              <a:rect l="l" t="t" r="r" b="b"/>
              <a:pathLst>
                <a:path w="4" h="20" extrusionOk="0">
                  <a:moveTo>
                    <a:pt x="1" y="1"/>
                  </a:moveTo>
                  <a:cubicBezTo>
                    <a:pt x="2" y="0"/>
                    <a:pt x="4" y="0"/>
                    <a:pt x="4" y="1"/>
                  </a:cubicBezTo>
                  <a:cubicBezTo>
                    <a:pt x="2" y="7"/>
                    <a:pt x="2" y="13"/>
                    <a:pt x="3" y="19"/>
                  </a:cubicBezTo>
                  <a:cubicBezTo>
                    <a:pt x="3" y="20"/>
                    <a:pt x="1" y="20"/>
                    <a:pt x="1" y="19"/>
                  </a:cubicBezTo>
                  <a:cubicBezTo>
                    <a:pt x="0" y="13"/>
                    <a:pt x="0" y="7"/>
                    <a:pt x="1" y="1"/>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31"/>
            <p:cNvSpPr/>
            <p:nvPr/>
          </p:nvSpPr>
          <p:spPr>
            <a:xfrm>
              <a:off x="3632055" y="3339074"/>
              <a:ext cx="82338" cy="34309"/>
            </a:xfrm>
            <a:custGeom>
              <a:avLst/>
              <a:gdLst/>
              <a:ahLst/>
              <a:cxnLst/>
              <a:rect l="l" t="t" r="r" b="b"/>
              <a:pathLst>
                <a:path w="32" h="13" extrusionOk="0">
                  <a:moveTo>
                    <a:pt x="1" y="5"/>
                  </a:moveTo>
                  <a:cubicBezTo>
                    <a:pt x="12" y="0"/>
                    <a:pt x="23" y="5"/>
                    <a:pt x="31" y="12"/>
                  </a:cubicBezTo>
                  <a:cubicBezTo>
                    <a:pt x="32" y="12"/>
                    <a:pt x="29" y="13"/>
                    <a:pt x="29" y="12"/>
                  </a:cubicBezTo>
                  <a:cubicBezTo>
                    <a:pt x="22" y="7"/>
                    <a:pt x="12" y="1"/>
                    <a:pt x="3" y="6"/>
                  </a:cubicBezTo>
                  <a:cubicBezTo>
                    <a:pt x="2" y="6"/>
                    <a:pt x="0" y="6"/>
                    <a:pt x="1" y="5"/>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31"/>
            <p:cNvSpPr/>
            <p:nvPr/>
          </p:nvSpPr>
          <p:spPr>
            <a:xfrm>
              <a:off x="3707530" y="3359656"/>
              <a:ext cx="144094" cy="48032"/>
            </a:xfrm>
            <a:custGeom>
              <a:avLst/>
              <a:gdLst/>
              <a:ahLst/>
              <a:cxnLst/>
              <a:rect l="l" t="t" r="r" b="b"/>
              <a:pathLst>
                <a:path w="55" h="19" extrusionOk="0">
                  <a:moveTo>
                    <a:pt x="1" y="18"/>
                  </a:moveTo>
                  <a:cubicBezTo>
                    <a:pt x="7" y="17"/>
                    <a:pt x="13" y="17"/>
                    <a:pt x="18" y="16"/>
                  </a:cubicBezTo>
                  <a:cubicBezTo>
                    <a:pt x="23" y="14"/>
                    <a:pt x="28" y="11"/>
                    <a:pt x="32" y="8"/>
                  </a:cubicBezTo>
                  <a:cubicBezTo>
                    <a:pt x="35" y="7"/>
                    <a:pt x="37" y="5"/>
                    <a:pt x="39" y="4"/>
                  </a:cubicBezTo>
                  <a:cubicBezTo>
                    <a:pt x="41" y="3"/>
                    <a:pt x="43" y="1"/>
                    <a:pt x="45" y="1"/>
                  </a:cubicBezTo>
                  <a:cubicBezTo>
                    <a:pt x="49" y="0"/>
                    <a:pt x="54" y="2"/>
                    <a:pt x="55" y="7"/>
                  </a:cubicBezTo>
                  <a:cubicBezTo>
                    <a:pt x="55" y="7"/>
                    <a:pt x="53" y="8"/>
                    <a:pt x="53" y="7"/>
                  </a:cubicBezTo>
                  <a:cubicBezTo>
                    <a:pt x="52" y="5"/>
                    <a:pt x="51" y="3"/>
                    <a:pt x="48" y="2"/>
                  </a:cubicBezTo>
                  <a:cubicBezTo>
                    <a:pt x="46" y="1"/>
                    <a:pt x="43" y="3"/>
                    <a:pt x="41" y="4"/>
                  </a:cubicBezTo>
                  <a:cubicBezTo>
                    <a:pt x="37" y="7"/>
                    <a:pt x="33" y="10"/>
                    <a:pt x="29" y="12"/>
                  </a:cubicBezTo>
                  <a:cubicBezTo>
                    <a:pt x="25" y="14"/>
                    <a:pt x="20" y="16"/>
                    <a:pt x="16" y="17"/>
                  </a:cubicBezTo>
                  <a:cubicBezTo>
                    <a:pt x="11" y="19"/>
                    <a:pt x="6" y="18"/>
                    <a:pt x="1" y="19"/>
                  </a:cubicBezTo>
                  <a:cubicBezTo>
                    <a:pt x="0" y="19"/>
                    <a:pt x="0" y="18"/>
                    <a:pt x="1" y="18"/>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 name="Google Shape;269;p31"/>
            <p:cNvSpPr/>
            <p:nvPr/>
          </p:nvSpPr>
          <p:spPr>
            <a:xfrm>
              <a:off x="3741840" y="3304765"/>
              <a:ext cx="144094" cy="82336"/>
            </a:xfrm>
            <a:custGeom>
              <a:avLst/>
              <a:gdLst/>
              <a:ahLst/>
              <a:cxnLst/>
              <a:rect l="l" t="t" r="r" b="b"/>
              <a:pathLst>
                <a:path w="55" h="31" extrusionOk="0">
                  <a:moveTo>
                    <a:pt x="0" y="30"/>
                  </a:moveTo>
                  <a:cubicBezTo>
                    <a:pt x="5" y="28"/>
                    <a:pt x="10" y="25"/>
                    <a:pt x="14" y="23"/>
                  </a:cubicBezTo>
                  <a:cubicBezTo>
                    <a:pt x="14" y="22"/>
                    <a:pt x="14" y="22"/>
                    <a:pt x="14" y="22"/>
                  </a:cubicBezTo>
                  <a:cubicBezTo>
                    <a:pt x="18" y="20"/>
                    <a:pt x="22" y="16"/>
                    <a:pt x="25" y="12"/>
                  </a:cubicBezTo>
                  <a:cubicBezTo>
                    <a:pt x="36" y="0"/>
                    <a:pt x="36" y="0"/>
                    <a:pt x="36" y="0"/>
                  </a:cubicBezTo>
                  <a:cubicBezTo>
                    <a:pt x="36" y="0"/>
                    <a:pt x="38" y="0"/>
                    <a:pt x="38" y="1"/>
                  </a:cubicBezTo>
                  <a:cubicBezTo>
                    <a:pt x="34" y="5"/>
                    <a:pt x="30" y="9"/>
                    <a:pt x="27" y="13"/>
                  </a:cubicBezTo>
                  <a:cubicBezTo>
                    <a:pt x="26" y="13"/>
                    <a:pt x="26" y="13"/>
                    <a:pt x="26" y="13"/>
                  </a:cubicBezTo>
                  <a:cubicBezTo>
                    <a:pt x="29" y="11"/>
                    <a:pt x="31" y="9"/>
                    <a:pt x="34" y="7"/>
                  </a:cubicBezTo>
                  <a:cubicBezTo>
                    <a:pt x="36" y="6"/>
                    <a:pt x="37" y="4"/>
                    <a:pt x="39" y="3"/>
                  </a:cubicBezTo>
                  <a:cubicBezTo>
                    <a:pt x="41" y="2"/>
                    <a:pt x="42" y="1"/>
                    <a:pt x="44" y="0"/>
                  </a:cubicBezTo>
                  <a:cubicBezTo>
                    <a:pt x="48" y="0"/>
                    <a:pt x="52" y="2"/>
                    <a:pt x="54" y="6"/>
                  </a:cubicBezTo>
                  <a:cubicBezTo>
                    <a:pt x="55" y="6"/>
                    <a:pt x="52" y="7"/>
                    <a:pt x="52" y="6"/>
                  </a:cubicBezTo>
                  <a:cubicBezTo>
                    <a:pt x="51" y="4"/>
                    <a:pt x="49" y="2"/>
                    <a:pt x="46" y="1"/>
                  </a:cubicBezTo>
                  <a:cubicBezTo>
                    <a:pt x="44" y="1"/>
                    <a:pt x="41" y="3"/>
                    <a:pt x="39" y="5"/>
                  </a:cubicBezTo>
                  <a:cubicBezTo>
                    <a:pt x="35" y="8"/>
                    <a:pt x="31" y="11"/>
                    <a:pt x="27" y="15"/>
                  </a:cubicBezTo>
                  <a:cubicBezTo>
                    <a:pt x="20" y="21"/>
                    <a:pt x="11" y="27"/>
                    <a:pt x="2" y="31"/>
                  </a:cubicBezTo>
                  <a:cubicBezTo>
                    <a:pt x="2" y="31"/>
                    <a:pt x="1" y="31"/>
                    <a:pt x="0" y="31"/>
                  </a:cubicBezTo>
                  <a:cubicBezTo>
                    <a:pt x="0" y="31"/>
                    <a:pt x="0" y="30"/>
                    <a:pt x="0" y="30"/>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 name="Google Shape;270;p31"/>
            <p:cNvSpPr/>
            <p:nvPr/>
          </p:nvSpPr>
          <p:spPr>
            <a:xfrm>
              <a:off x="3556575" y="3380243"/>
              <a:ext cx="41169" cy="54891"/>
            </a:xfrm>
            <a:custGeom>
              <a:avLst/>
              <a:gdLst/>
              <a:ahLst/>
              <a:cxnLst/>
              <a:rect l="l" t="t" r="r" b="b"/>
              <a:pathLst>
                <a:path w="15" h="23" extrusionOk="0">
                  <a:moveTo>
                    <a:pt x="6" y="0"/>
                  </a:moveTo>
                  <a:cubicBezTo>
                    <a:pt x="6" y="0"/>
                    <a:pt x="8" y="0"/>
                    <a:pt x="8" y="1"/>
                  </a:cubicBezTo>
                  <a:cubicBezTo>
                    <a:pt x="5" y="4"/>
                    <a:pt x="3" y="9"/>
                    <a:pt x="4" y="13"/>
                  </a:cubicBezTo>
                  <a:cubicBezTo>
                    <a:pt x="4" y="16"/>
                    <a:pt x="6" y="17"/>
                    <a:pt x="7" y="19"/>
                  </a:cubicBezTo>
                  <a:cubicBezTo>
                    <a:pt x="9" y="20"/>
                    <a:pt x="11" y="21"/>
                    <a:pt x="13" y="22"/>
                  </a:cubicBezTo>
                  <a:cubicBezTo>
                    <a:pt x="15" y="22"/>
                    <a:pt x="13" y="23"/>
                    <a:pt x="12" y="23"/>
                  </a:cubicBezTo>
                  <a:cubicBezTo>
                    <a:pt x="8" y="21"/>
                    <a:pt x="3" y="19"/>
                    <a:pt x="2" y="14"/>
                  </a:cubicBezTo>
                  <a:cubicBezTo>
                    <a:pt x="0" y="9"/>
                    <a:pt x="2" y="4"/>
                    <a:pt x="6" y="0"/>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31"/>
            <p:cNvSpPr/>
            <p:nvPr/>
          </p:nvSpPr>
          <p:spPr>
            <a:xfrm>
              <a:off x="2897865" y="2577458"/>
              <a:ext cx="768497" cy="898843"/>
            </a:xfrm>
            <a:custGeom>
              <a:avLst/>
              <a:gdLst/>
              <a:ahLst/>
              <a:cxnLst/>
              <a:rect l="l" t="t" r="r" b="b"/>
              <a:pathLst>
                <a:path w="298" h="347" extrusionOk="0">
                  <a:moveTo>
                    <a:pt x="4" y="108"/>
                  </a:moveTo>
                  <a:cubicBezTo>
                    <a:pt x="4" y="104"/>
                    <a:pt x="5" y="99"/>
                    <a:pt x="5" y="95"/>
                  </a:cubicBezTo>
                  <a:cubicBezTo>
                    <a:pt x="6" y="86"/>
                    <a:pt x="9" y="78"/>
                    <a:pt x="13" y="70"/>
                  </a:cubicBezTo>
                  <a:cubicBezTo>
                    <a:pt x="18" y="57"/>
                    <a:pt x="24" y="45"/>
                    <a:pt x="27" y="31"/>
                  </a:cubicBezTo>
                  <a:cubicBezTo>
                    <a:pt x="30" y="21"/>
                    <a:pt x="31" y="11"/>
                    <a:pt x="39" y="3"/>
                  </a:cubicBezTo>
                  <a:cubicBezTo>
                    <a:pt x="42" y="0"/>
                    <a:pt x="47" y="0"/>
                    <a:pt x="50" y="3"/>
                  </a:cubicBezTo>
                  <a:cubicBezTo>
                    <a:pt x="51" y="5"/>
                    <a:pt x="51" y="6"/>
                    <a:pt x="52" y="7"/>
                  </a:cubicBezTo>
                  <a:cubicBezTo>
                    <a:pt x="60" y="26"/>
                    <a:pt x="69" y="45"/>
                    <a:pt x="75" y="64"/>
                  </a:cubicBezTo>
                  <a:cubicBezTo>
                    <a:pt x="78" y="71"/>
                    <a:pt x="80" y="79"/>
                    <a:pt x="82" y="86"/>
                  </a:cubicBezTo>
                  <a:cubicBezTo>
                    <a:pt x="87" y="101"/>
                    <a:pt x="94" y="115"/>
                    <a:pt x="100" y="129"/>
                  </a:cubicBezTo>
                  <a:cubicBezTo>
                    <a:pt x="106" y="142"/>
                    <a:pt x="111" y="154"/>
                    <a:pt x="119" y="166"/>
                  </a:cubicBezTo>
                  <a:cubicBezTo>
                    <a:pt x="127" y="178"/>
                    <a:pt x="137" y="185"/>
                    <a:pt x="148" y="194"/>
                  </a:cubicBezTo>
                  <a:cubicBezTo>
                    <a:pt x="171" y="211"/>
                    <a:pt x="196" y="227"/>
                    <a:pt x="222" y="240"/>
                  </a:cubicBezTo>
                  <a:cubicBezTo>
                    <a:pt x="235" y="248"/>
                    <a:pt x="247" y="255"/>
                    <a:pt x="260" y="263"/>
                  </a:cubicBezTo>
                  <a:cubicBezTo>
                    <a:pt x="265" y="267"/>
                    <a:pt x="298" y="283"/>
                    <a:pt x="290" y="292"/>
                  </a:cubicBezTo>
                  <a:cubicBezTo>
                    <a:pt x="288" y="294"/>
                    <a:pt x="285" y="295"/>
                    <a:pt x="282" y="296"/>
                  </a:cubicBezTo>
                  <a:cubicBezTo>
                    <a:pt x="273" y="299"/>
                    <a:pt x="264" y="304"/>
                    <a:pt x="258" y="311"/>
                  </a:cubicBezTo>
                  <a:cubicBezTo>
                    <a:pt x="253" y="317"/>
                    <a:pt x="251" y="325"/>
                    <a:pt x="251" y="332"/>
                  </a:cubicBezTo>
                  <a:cubicBezTo>
                    <a:pt x="251" y="339"/>
                    <a:pt x="257" y="342"/>
                    <a:pt x="261" y="346"/>
                  </a:cubicBezTo>
                  <a:cubicBezTo>
                    <a:pt x="250" y="347"/>
                    <a:pt x="238" y="344"/>
                    <a:pt x="227" y="339"/>
                  </a:cubicBezTo>
                  <a:cubicBezTo>
                    <a:pt x="175" y="317"/>
                    <a:pt x="125" y="289"/>
                    <a:pt x="83" y="252"/>
                  </a:cubicBezTo>
                  <a:cubicBezTo>
                    <a:pt x="78" y="247"/>
                    <a:pt x="73" y="243"/>
                    <a:pt x="69" y="238"/>
                  </a:cubicBezTo>
                  <a:cubicBezTo>
                    <a:pt x="65" y="234"/>
                    <a:pt x="61" y="229"/>
                    <a:pt x="57" y="224"/>
                  </a:cubicBezTo>
                  <a:cubicBezTo>
                    <a:pt x="45" y="210"/>
                    <a:pt x="35" y="195"/>
                    <a:pt x="25" y="180"/>
                  </a:cubicBezTo>
                  <a:cubicBezTo>
                    <a:pt x="20" y="173"/>
                    <a:pt x="15" y="165"/>
                    <a:pt x="10" y="157"/>
                  </a:cubicBezTo>
                  <a:cubicBezTo>
                    <a:pt x="7" y="151"/>
                    <a:pt x="2" y="146"/>
                    <a:pt x="1" y="138"/>
                  </a:cubicBezTo>
                  <a:cubicBezTo>
                    <a:pt x="0" y="134"/>
                    <a:pt x="1" y="131"/>
                    <a:pt x="1" y="127"/>
                  </a:cubicBezTo>
                  <a:cubicBezTo>
                    <a:pt x="2" y="121"/>
                    <a:pt x="3" y="114"/>
                    <a:pt x="4" y="108"/>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31"/>
            <p:cNvSpPr/>
            <p:nvPr/>
          </p:nvSpPr>
          <p:spPr>
            <a:xfrm>
              <a:off x="2067619" y="2378480"/>
              <a:ext cx="988064" cy="1138992"/>
            </a:xfrm>
            <a:custGeom>
              <a:avLst/>
              <a:gdLst/>
              <a:ahLst/>
              <a:cxnLst/>
              <a:rect l="l" t="t" r="r" b="b"/>
              <a:pathLst>
                <a:path w="381" h="440" extrusionOk="0">
                  <a:moveTo>
                    <a:pt x="339" y="217"/>
                  </a:moveTo>
                  <a:cubicBezTo>
                    <a:pt x="342" y="206"/>
                    <a:pt x="348" y="195"/>
                    <a:pt x="353" y="184"/>
                  </a:cubicBezTo>
                  <a:cubicBezTo>
                    <a:pt x="365" y="158"/>
                    <a:pt x="381" y="128"/>
                    <a:pt x="376" y="99"/>
                  </a:cubicBezTo>
                  <a:cubicBezTo>
                    <a:pt x="375" y="92"/>
                    <a:pt x="372" y="84"/>
                    <a:pt x="367" y="78"/>
                  </a:cubicBezTo>
                  <a:cubicBezTo>
                    <a:pt x="363" y="71"/>
                    <a:pt x="356" y="69"/>
                    <a:pt x="349" y="66"/>
                  </a:cubicBezTo>
                  <a:cubicBezTo>
                    <a:pt x="340" y="62"/>
                    <a:pt x="332" y="58"/>
                    <a:pt x="323" y="55"/>
                  </a:cubicBezTo>
                  <a:cubicBezTo>
                    <a:pt x="312" y="50"/>
                    <a:pt x="301" y="44"/>
                    <a:pt x="291" y="39"/>
                  </a:cubicBezTo>
                  <a:cubicBezTo>
                    <a:pt x="281" y="33"/>
                    <a:pt x="272" y="26"/>
                    <a:pt x="262" y="20"/>
                  </a:cubicBezTo>
                  <a:cubicBezTo>
                    <a:pt x="251" y="13"/>
                    <a:pt x="239" y="8"/>
                    <a:pt x="228" y="4"/>
                  </a:cubicBezTo>
                  <a:cubicBezTo>
                    <a:pt x="223" y="2"/>
                    <a:pt x="217" y="0"/>
                    <a:pt x="212" y="0"/>
                  </a:cubicBezTo>
                  <a:cubicBezTo>
                    <a:pt x="203" y="0"/>
                    <a:pt x="196" y="4"/>
                    <a:pt x="190" y="10"/>
                  </a:cubicBezTo>
                  <a:cubicBezTo>
                    <a:pt x="185" y="4"/>
                    <a:pt x="178" y="0"/>
                    <a:pt x="169" y="0"/>
                  </a:cubicBezTo>
                  <a:cubicBezTo>
                    <a:pt x="163" y="0"/>
                    <a:pt x="158" y="2"/>
                    <a:pt x="153" y="4"/>
                  </a:cubicBezTo>
                  <a:cubicBezTo>
                    <a:pt x="141" y="8"/>
                    <a:pt x="130" y="13"/>
                    <a:pt x="119" y="20"/>
                  </a:cubicBezTo>
                  <a:cubicBezTo>
                    <a:pt x="109" y="26"/>
                    <a:pt x="100" y="33"/>
                    <a:pt x="90" y="39"/>
                  </a:cubicBezTo>
                  <a:cubicBezTo>
                    <a:pt x="79" y="44"/>
                    <a:pt x="68" y="50"/>
                    <a:pt x="57" y="55"/>
                  </a:cubicBezTo>
                  <a:cubicBezTo>
                    <a:pt x="49" y="58"/>
                    <a:pt x="40" y="62"/>
                    <a:pt x="32" y="66"/>
                  </a:cubicBezTo>
                  <a:cubicBezTo>
                    <a:pt x="25" y="69"/>
                    <a:pt x="18" y="71"/>
                    <a:pt x="13" y="78"/>
                  </a:cubicBezTo>
                  <a:cubicBezTo>
                    <a:pt x="9" y="84"/>
                    <a:pt x="6" y="92"/>
                    <a:pt x="5" y="99"/>
                  </a:cubicBezTo>
                  <a:cubicBezTo>
                    <a:pt x="0" y="128"/>
                    <a:pt x="16" y="158"/>
                    <a:pt x="28" y="184"/>
                  </a:cubicBezTo>
                  <a:cubicBezTo>
                    <a:pt x="33" y="195"/>
                    <a:pt x="38" y="206"/>
                    <a:pt x="41" y="217"/>
                  </a:cubicBezTo>
                  <a:cubicBezTo>
                    <a:pt x="45" y="230"/>
                    <a:pt x="45" y="243"/>
                    <a:pt x="46" y="256"/>
                  </a:cubicBezTo>
                  <a:cubicBezTo>
                    <a:pt x="47" y="281"/>
                    <a:pt x="47" y="306"/>
                    <a:pt x="46" y="331"/>
                  </a:cubicBezTo>
                  <a:cubicBezTo>
                    <a:pt x="45" y="345"/>
                    <a:pt x="44" y="359"/>
                    <a:pt x="43" y="373"/>
                  </a:cubicBezTo>
                  <a:cubicBezTo>
                    <a:pt x="41" y="387"/>
                    <a:pt x="39" y="401"/>
                    <a:pt x="42" y="415"/>
                  </a:cubicBezTo>
                  <a:cubicBezTo>
                    <a:pt x="42" y="415"/>
                    <a:pt x="42" y="415"/>
                    <a:pt x="42" y="415"/>
                  </a:cubicBezTo>
                  <a:cubicBezTo>
                    <a:pt x="42" y="416"/>
                    <a:pt x="42" y="416"/>
                    <a:pt x="42" y="417"/>
                  </a:cubicBezTo>
                  <a:cubicBezTo>
                    <a:pt x="42" y="417"/>
                    <a:pt x="42" y="417"/>
                    <a:pt x="42" y="417"/>
                  </a:cubicBezTo>
                  <a:cubicBezTo>
                    <a:pt x="43" y="417"/>
                    <a:pt x="43" y="417"/>
                    <a:pt x="43" y="417"/>
                  </a:cubicBezTo>
                  <a:cubicBezTo>
                    <a:pt x="57" y="426"/>
                    <a:pt x="72" y="433"/>
                    <a:pt x="89" y="436"/>
                  </a:cubicBezTo>
                  <a:cubicBezTo>
                    <a:pt x="109" y="440"/>
                    <a:pt x="131" y="439"/>
                    <a:pt x="152" y="439"/>
                  </a:cubicBezTo>
                  <a:cubicBezTo>
                    <a:pt x="162" y="440"/>
                    <a:pt x="172" y="440"/>
                    <a:pt x="182" y="439"/>
                  </a:cubicBezTo>
                  <a:cubicBezTo>
                    <a:pt x="185" y="439"/>
                    <a:pt x="188" y="438"/>
                    <a:pt x="190" y="437"/>
                  </a:cubicBezTo>
                  <a:cubicBezTo>
                    <a:pt x="193" y="438"/>
                    <a:pt x="196" y="439"/>
                    <a:pt x="199" y="439"/>
                  </a:cubicBezTo>
                  <a:cubicBezTo>
                    <a:pt x="209" y="440"/>
                    <a:pt x="219" y="440"/>
                    <a:pt x="229" y="439"/>
                  </a:cubicBezTo>
                  <a:cubicBezTo>
                    <a:pt x="250" y="439"/>
                    <a:pt x="271" y="440"/>
                    <a:pt x="292" y="436"/>
                  </a:cubicBezTo>
                  <a:cubicBezTo>
                    <a:pt x="308" y="433"/>
                    <a:pt x="324" y="426"/>
                    <a:pt x="338" y="417"/>
                  </a:cubicBezTo>
                  <a:cubicBezTo>
                    <a:pt x="338" y="417"/>
                    <a:pt x="338" y="417"/>
                    <a:pt x="338" y="417"/>
                  </a:cubicBezTo>
                  <a:cubicBezTo>
                    <a:pt x="338" y="417"/>
                    <a:pt x="338" y="417"/>
                    <a:pt x="338" y="417"/>
                  </a:cubicBezTo>
                  <a:cubicBezTo>
                    <a:pt x="339" y="416"/>
                    <a:pt x="339" y="416"/>
                    <a:pt x="339" y="415"/>
                  </a:cubicBezTo>
                  <a:cubicBezTo>
                    <a:pt x="339" y="415"/>
                    <a:pt x="339" y="415"/>
                    <a:pt x="339" y="415"/>
                  </a:cubicBezTo>
                  <a:cubicBezTo>
                    <a:pt x="342" y="401"/>
                    <a:pt x="339" y="387"/>
                    <a:pt x="338" y="373"/>
                  </a:cubicBezTo>
                  <a:cubicBezTo>
                    <a:pt x="337" y="359"/>
                    <a:pt x="335" y="345"/>
                    <a:pt x="335" y="331"/>
                  </a:cubicBezTo>
                  <a:cubicBezTo>
                    <a:pt x="334" y="306"/>
                    <a:pt x="334" y="281"/>
                    <a:pt x="335" y="256"/>
                  </a:cubicBezTo>
                  <a:cubicBezTo>
                    <a:pt x="335" y="243"/>
                    <a:pt x="336" y="230"/>
                    <a:pt x="339" y="217"/>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31"/>
            <p:cNvSpPr/>
            <p:nvPr/>
          </p:nvSpPr>
          <p:spPr>
            <a:xfrm>
              <a:off x="2472449" y="3270460"/>
              <a:ext cx="994929" cy="617526"/>
            </a:xfrm>
            <a:custGeom>
              <a:avLst/>
              <a:gdLst/>
              <a:ahLst/>
              <a:cxnLst/>
              <a:rect l="l" t="t" r="r" b="b"/>
              <a:pathLst>
                <a:path w="386" h="237" extrusionOk="0">
                  <a:moveTo>
                    <a:pt x="87" y="146"/>
                  </a:moveTo>
                  <a:cubicBezTo>
                    <a:pt x="137" y="116"/>
                    <a:pt x="186" y="85"/>
                    <a:pt x="231" y="47"/>
                  </a:cubicBezTo>
                  <a:cubicBezTo>
                    <a:pt x="245" y="34"/>
                    <a:pt x="260" y="21"/>
                    <a:pt x="277" y="13"/>
                  </a:cubicBezTo>
                  <a:cubicBezTo>
                    <a:pt x="292" y="6"/>
                    <a:pt x="314" y="0"/>
                    <a:pt x="329" y="6"/>
                  </a:cubicBezTo>
                  <a:cubicBezTo>
                    <a:pt x="343" y="11"/>
                    <a:pt x="359" y="21"/>
                    <a:pt x="369" y="32"/>
                  </a:cubicBezTo>
                  <a:cubicBezTo>
                    <a:pt x="379" y="43"/>
                    <a:pt x="386" y="59"/>
                    <a:pt x="384" y="74"/>
                  </a:cubicBezTo>
                  <a:cubicBezTo>
                    <a:pt x="381" y="95"/>
                    <a:pt x="367" y="112"/>
                    <a:pt x="353" y="127"/>
                  </a:cubicBezTo>
                  <a:cubicBezTo>
                    <a:pt x="345" y="135"/>
                    <a:pt x="337" y="143"/>
                    <a:pt x="329" y="150"/>
                  </a:cubicBezTo>
                  <a:cubicBezTo>
                    <a:pt x="308" y="166"/>
                    <a:pt x="282" y="176"/>
                    <a:pt x="259" y="188"/>
                  </a:cubicBezTo>
                  <a:cubicBezTo>
                    <a:pt x="234" y="202"/>
                    <a:pt x="205" y="211"/>
                    <a:pt x="177" y="218"/>
                  </a:cubicBezTo>
                  <a:cubicBezTo>
                    <a:pt x="164" y="222"/>
                    <a:pt x="150" y="225"/>
                    <a:pt x="136" y="227"/>
                  </a:cubicBezTo>
                  <a:cubicBezTo>
                    <a:pt x="112" y="232"/>
                    <a:pt x="87" y="235"/>
                    <a:pt x="62" y="236"/>
                  </a:cubicBezTo>
                  <a:cubicBezTo>
                    <a:pt x="56" y="237"/>
                    <a:pt x="50" y="237"/>
                    <a:pt x="44" y="236"/>
                  </a:cubicBezTo>
                  <a:cubicBezTo>
                    <a:pt x="31" y="233"/>
                    <a:pt x="25" y="225"/>
                    <a:pt x="16" y="216"/>
                  </a:cubicBezTo>
                  <a:cubicBezTo>
                    <a:pt x="7" y="209"/>
                    <a:pt x="0" y="198"/>
                    <a:pt x="5" y="187"/>
                  </a:cubicBezTo>
                  <a:cubicBezTo>
                    <a:pt x="12" y="172"/>
                    <a:pt x="38" y="171"/>
                    <a:pt x="50" y="165"/>
                  </a:cubicBezTo>
                  <a:cubicBezTo>
                    <a:pt x="63" y="160"/>
                    <a:pt x="75" y="153"/>
                    <a:pt x="87" y="146"/>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31"/>
            <p:cNvSpPr/>
            <p:nvPr/>
          </p:nvSpPr>
          <p:spPr>
            <a:xfrm>
              <a:off x="1669648" y="3284183"/>
              <a:ext cx="1633055" cy="555774"/>
            </a:xfrm>
            <a:custGeom>
              <a:avLst/>
              <a:gdLst/>
              <a:ahLst/>
              <a:cxnLst/>
              <a:rect l="l" t="t" r="r" b="b"/>
              <a:pathLst>
                <a:path w="633" h="216" extrusionOk="0">
                  <a:moveTo>
                    <a:pt x="288" y="205"/>
                  </a:moveTo>
                  <a:cubicBezTo>
                    <a:pt x="268" y="201"/>
                    <a:pt x="248" y="195"/>
                    <a:pt x="229" y="189"/>
                  </a:cubicBezTo>
                  <a:cubicBezTo>
                    <a:pt x="207" y="182"/>
                    <a:pt x="185" y="174"/>
                    <a:pt x="162" y="166"/>
                  </a:cubicBezTo>
                  <a:cubicBezTo>
                    <a:pt x="123" y="153"/>
                    <a:pt x="82" y="143"/>
                    <a:pt x="50" y="116"/>
                  </a:cubicBezTo>
                  <a:cubicBezTo>
                    <a:pt x="31" y="101"/>
                    <a:pt x="17" y="81"/>
                    <a:pt x="9" y="59"/>
                  </a:cubicBezTo>
                  <a:cubicBezTo>
                    <a:pt x="5" y="50"/>
                    <a:pt x="0" y="44"/>
                    <a:pt x="2" y="33"/>
                  </a:cubicBezTo>
                  <a:cubicBezTo>
                    <a:pt x="7" y="12"/>
                    <a:pt x="32" y="3"/>
                    <a:pt x="51" y="2"/>
                  </a:cubicBezTo>
                  <a:cubicBezTo>
                    <a:pt x="60" y="1"/>
                    <a:pt x="71" y="0"/>
                    <a:pt x="79" y="2"/>
                  </a:cubicBezTo>
                  <a:cubicBezTo>
                    <a:pt x="90" y="5"/>
                    <a:pt x="99" y="8"/>
                    <a:pt x="110" y="10"/>
                  </a:cubicBezTo>
                  <a:cubicBezTo>
                    <a:pt x="131" y="15"/>
                    <a:pt x="152" y="23"/>
                    <a:pt x="173" y="30"/>
                  </a:cubicBezTo>
                  <a:cubicBezTo>
                    <a:pt x="182" y="34"/>
                    <a:pt x="191" y="37"/>
                    <a:pt x="200" y="41"/>
                  </a:cubicBezTo>
                  <a:cubicBezTo>
                    <a:pt x="213" y="46"/>
                    <a:pt x="226" y="50"/>
                    <a:pt x="240" y="54"/>
                  </a:cubicBezTo>
                  <a:cubicBezTo>
                    <a:pt x="308" y="73"/>
                    <a:pt x="384" y="79"/>
                    <a:pt x="451" y="54"/>
                  </a:cubicBezTo>
                  <a:cubicBezTo>
                    <a:pt x="483" y="41"/>
                    <a:pt x="516" y="29"/>
                    <a:pt x="548" y="17"/>
                  </a:cubicBezTo>
                  <a:cubicBezTo>
                    <a:pt x="563" y="11"/>
                    <a:pt x="579" y="5"/>
                    <a:pt x="595" y="2"/>
                  </a:cubicBezTo>
                  <a:cubicBezTo>
                    <a:pt x="607" y="0"/>
                    <a:pt x="620" y="0"/>
                    <a:pt x="628" y="10"/>
                  </a:cubicBezTo>
                  <a:cubicBezTo>
                    <a:pt x="633" y="17"/>
                    <a:pt x="633" y="25"/>
                    <a:pt x="632" y="33"/>
                  </a:cubicBezTo>
                  <a:cubicBezTo>
                    <a:pt x="630" y="52"/>
                    <a:pt x="622" y="70"/>
                    <a:pt x="609" y="84"/>
                  </a:cubicBezTo>
                  <a:cubicBezTo>
                    <a:pt x="599" y="95"/>
                    <a:pt x="587" y="105"/>
                    <a:pt x="576" y="114"/>
                  </a:cubicBezTo>
                  <a:cubicBezTo>
                    <a:pt x="565" y="124"/>
                    <a:pt x="555" y="136"/>
                    <a:pt x="543" y="146"/>
                  </a:cubicBezTo>
                  <a:cubicBezTo>
                    <a:pt x="522" y="162"/>
                    <a:pt x="496" y="172"/>
                    <a:pt x="473" y="184"/>
                  </a:cubicBezTo>
                  <a:cubicBezTo>
                    <a:pt x="448" y="198"/>
                    <a:pt x="421" y="209"/>
                    <a:pt x="392" y="213"/>
                  </a:cubicBezTo>
                  <a:cubicBezTo>
                    <a:pt x="362" y="216"/>
                    <a:pt x="332" y="213"/>
                    <a:pt x="303" y="208"/>
                  </a:cubicBezTo>
                  <a:cubicBezTo>
                    <a:pt x="298" y="207"/>
                    <a:pt x="293" y="206"/>
                    <a:pt x="288" y="20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31"/>
            <p:cNvSpPr/>
            <p:nvPr/>
          </p:nvSpPr>
          <p:spPr>
            <a:xfrm>
              <a:off x="2417556" y="2385339"/>
              <a:ext cx="308773" cy="610667"/>
            </a:xfrm>
            <a:custGeom>
              <a:avLst/>
              <a:gdLst/>
              <a:ahLst/>
              <a:cxnLst/>
              <a:rect l="l" t="t" r="r" b="b"/>
              <a:pathLst>
                <a:path w="120" h="237" extrusionOk="0">
                  <a:moveTo>
                    <a:pt x="120" y="48"/>
                  </a:moveTo>
                  <a:cubicBezTo>
                    <a:pt x="120" y="50"/>
                    <a:pt x="120" y="52"/>
                    <a:pt x="119" y="54"/>
                  </a:cubicBezTo>
                  <a:cubicBezTo>
                    <a:pt x="119" y="64"/>
                    <a:pt x="117" y="74"/>
                    <a:pt x="116" y="84"/>
                  </a:cubicBezTo>
                  <a:cubicBezTo>
                    <a:pt x="115" y="89"/>
                    <a:pt x="114" y="94"/>
                    <a:pt x="112" y="99"/>
                  </a:cubicBezTo>
                  <a:cubicBezTo>
                    <a:pt x="111" y="104"/>
                    <a:pt x="109" y="109"/>
                    <a:pt x="108" y="115"/>
                  </a:cubicBezTo>
                  <a:cubicBezTo>
                    <a:pt x="101" y="136"/>
                    <a:pt x="93" y="157"/>
                    <a:pt x="84" y="178"/>
                  </a:cubicBezTo>
                  <a:cubicBezTo>
                    <a:pt x="77" y="197"/>
                    <a:pt x="69" y="215"/>
                    <a:pt x="61" y="234"/>
                  </a:cubicBezTo>
                  <a:cubicBezTo>
                    <a:pt x="61" y="235"/>
                    <a:pt x="60" y="237"/>
                    <a:pt x="59" y="236"/>
                  </a:cubicBezTo>
                  <a:cubicBezTo>
                    <a:pt x="58" y="235"/>
                    <a:pt x="55" y="226"/>
                    <a:pt x="54" y="225"/>
                  </a:cubicBezTo>
                  <a:cubicBezTo>
                    <a:pt x="52" y="220"/>
                    <a:pt x="50" y="215"/>
                    <a:pt x="48" y="210"/>
                  </a:cubicBezTo>
                  <a:cubicBezTo>
                    <a:pt x="45" y="200"/>
                    <a:pt x="41" y="190"/>
                    <a:pt x="38" y="180"/>
                  </a:cubicBezTo>
                  <a:cubicBezTo>
                    <a:pt x="37" y="177"/>
                    <a:pt x="36" y="174"/>
                    <a:pt x="35" y="170"/>
                  </a:cubicBezTo>
                  <a:cubicBezTo>
                    <a:pt x="25" y="143"/>
                    <a:pt x="16" y="115"/>
                    <a:pt x="8" y="87"/>
                  </a:cubicBezTo>
                  <a:cubicBezTo>
                    <a:pt x="5" y="78"/>
                    <a:pt x="2" y="68"/>
                    <a:pt x="1" y="58"/>
                  </a:cubicBezTo>
                  <a:cubicBezTo>
                    <a:pt x="1" y="56"/>
                    <a:pt x="1" y="54"/>
                    <a:pt x="1" y="52"/>
                  </a:cubicBezTo>
                  <a:cubicBezTo>
                    <a:pt x="0" y="48"/>
                    <a:pt x="0" y="45"/>
                    <a:pt x="1" y="42"/>
                  </a:cubicBezTo>
                  <a:cubicBezTo>
                    <a:pt x="1" y="26"/>
                    <a:pt x="7" y="6"/>
                    <a:pt x="25" y="2"/>
                  </a:cubicBezTo>
                  <a:cubicBezTo>
                    <a:pt x="31" y="1"/>
                    <a:pt x="37" y="1"/>
                    <a:pt x="43" y="1"/>
                  </a:cubicBezTo>
                  <a:cubicBezTo>
                    <a:pt x="51" y="0"/>
                    <a:pt x="59" y="0"/>
                    <a:pt x="67" y="0"/>
                  </a:cubicBezTo>
                  <a:cubicBezTo>
                    <a:pt x="76" y="1"/>
                    <a:pt x="85" y="3"/>
                    <a:pt x="94" y="7"/>
                  </a:cubicBezTo>
                  <a:cubicBezTo>
                    <a:pt x="97" y="9"/>
                    <a:pt x="100" y="10"/>
                    <a:pt x="103" y="12"/>
                  </a:cubicBezTo>
                  <a:cubicBezTo>
                    <a:pt x="108" y="15"/>
                    <a:pt x="113" y="18"/>
                    <a:pt x="115" y="23"/>
                  </a:cubicBezTo>
                  <a:cubicBezTo>
                    <a:pt x="118" y="29"/>
                    <a:pt x="119" y="35"/>
                    <a:pt x="119" y="41"/>
                  </a:cubicBezTo>
                  <a:cubicBezTo>
                    <a:pt x="120" y="43"/>
                    <a:pt x="120" y="46"/>
                    <a:pt x="120" y="48"/>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31"/>
            <p:cNvSpPr/>
            <p:nvPr/>
          </p:nvSpPr>
          <p:spPr>
            <a:xfrm>
              <a:off x="2376387" y="1905042"/>
              <a:ext cx="377386" cy="377378"/>
            </a:xfrm>
            <a:custGeom>
              <a:avLst/>
              <a:gdLst/>
              <a:ahLst/>
              <a:cxnLst/>
              <a:rect l="l" t="t" r="r" b="b"/>
              <a:pathLst>
                <a:path w="147" h="145" extrusionOk="0">
                  <a:moveTo>
                    <a:pt x="0" y="70"/>
                  </a:moveTo>
                  <a:cubicBezTo>
                    <a:pt x="0" y="71"/>
                    <a:pt x="0" y="71"/>
                    <a:pt x="0" y="71"/>
                  </a:cubicBezTo>
                  <a:cubicBezTo>
                    <a:pt x="0" y="77"/>
                    <a:pt x="0" y="84"/>
                    <a:pt x="1" y="91"/>
                  </a:cubicBezTo>
                  <a:cubicBezTo>
                    <a:pt x="2" y="97"/>
                    <a:pt x="4" y="103"/>
                    <a:pt x="6" y="110"/>
                  </a:cubicBezTo>
                  <a:cubicBezTo>
                    <a:pt x="6" y="111"/>
                    <a:pt x="7" y="113"/>
                    <a:pt x="8" y="115"/>
                  </a:cubicBezTo>
                  <a:cubicBezTo>
                    <a:pt x="10" y="120"/>
                    <a:pt x="14" y="126"/>
                    <a:pt x="18" y="130"/>
                  </a:cubicBezTo>
                  <a:cubicBezTo>
                    <a:pt x="23" y="135"/>
                    <a:pt x="30" y="138"/>
                    <a:pt x="37" y="140"/>
                  </a:cubicBezTo>
                  <a:cubicBezTo>
                    <a:pt x="46" y="144"/>
                    <a:pt x="55" y="145"/>
                    <a:pt x="64" y="145"/>
                  </a:cubicBezTo>
                  <a:cubicBezTo>
                    <a:pt x="72" y="145"/>
                    <a:pt x="79" y="145"/>
                    <a:pt x="86" y="144"/>
                  </a:cubicBezTo>
                  <a:cubicBezTo>
                    <a:pt x="95" y="143"/>
                    <a:pt x="104" y="141"/>
                    <a:pt x="112" y="138"/>
                  </a:cubicBezTo>
                  <a:cubicBezTo>
                    <a:pt x="121" y="135"/>
                    <a:pt x="135" y="129"/>
                    <a:pt x="138" y="119"/>
                  </a:cubicBezTo>
                  <a:cubicBezTo>
                    <a:pt x="141" y="105"/>
                    <a:pt x="144" y="90"/>
                    <a:pt x="145" y="76"/>
                  </a:cubicBezTo>
                  <a:cubicBezTo>
                    <a:pt x="147" y="63"/>
                    <a:pt x="141" y="49"/>
                    <a:pt x="134" y="38"/>
                  </a:cubicBezTo>
                  <a:cubicBezTo>
                    <a:pt x="127" y="26"/>
                    <a:pt x="118" y="16"/>
                    <a:pt x="109" y="6"/>
                  </a:cubicBezTo>
                  <a:cubicBezTo>
                    <a:pt x="107" y="5"/>
                    <a:pt x="105" y="3"/>
                    <a:pt x="103" y="2"/>
                  </a:cubicBezTo>
                  <a:cubicBezTo>
                    <a:pt x="101" y="1"/>
                    <a:pt x="98" y="0"/>
                    <a:pt x="96" y="1"/>
                  </a:cubicBezTo>
                  <a:cubicBezTo>
                    <a:pt x="93" y="3"/>
                    <a:pt x="94" y="7"/>
                    <a:pt x="94" y="9"/>
                  </a:cubicBezTo>
                  <a:cubicBezTo>
                    <a:pt x="90" y="7"/>
                    <a:pt x="85" y="6"/>
                    <a:pt x="81" y="4"/>
                  </a:cubicBezTo>
                  <a:cubicBezTo>
                    <a:pt x="77" y="3"/>
                    <a:pt x="72" y="1"/>
                    <a:pt x="68" y="2"/>
                  </a:cubicBezTo>
                  <a:cubicBezTo>
                    <a:pt x="65" y="2"/>
                    <a:pt x="63" y="3"/>
                    <a:pt x="60" y="3"/>
                  </a:cubicBezTo>
                  <a:cubicBezTo>
                    <a:pt x="58" y="3"/>
                    <a:pt x="55" y="3"/>
                    <a:pt x="53" y="4"/>
                  </a:cubicBezTo>
                  <a:cubicBezTo>
                    <a:pt x="46" y="4"/>
                    <a:pt x="39" y="7"/>
                    <a:pt x="32" y="9"/>
                  </a:cubicBezTo>
                  <a:cubicBezTo>
                    <a:pt x="32" y="9"/>
                    <a:pt x="31" y="10"/>
                    <a:pt x="30" y="10"/>
                  </a:cubicBezTo>
                  <a:cubicBezTo>
                    <a:pt x="29" y="12"/>
                    <a:pt x="31" y="14"/>
                    <a:pt x="32" y="16"/>
                  </a:cubicBezTo>
                  <a:cubicBezTo>
                    <a:pt x="18" y="16"/>
                    <a:pt x="7" y="33"/>
                    <a:pt x="3" y="45"/>
                  </a:cubicBezTo>
                  <a:cubicBezTo>
                    <a:pt x="1" y="53"/>
                    <a:pt x="0" y="62"/>
                    <a:pt x="0" y="70"/>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31"/>
            <p:cNvSpPr/>
            <p:nvPr/>
          </p:nvSpPr>
          <p:spPr>
            <a:xfrm>
              <a:off x="2445003" y="2275557"/>
              <a:ext cx="247015" cy="253873"/>
            </a:xfrm>
            <a:custGeom>
              <a:avLst/>
              <a:gdLst/>
              <a:ahLst/>
              <a:cxnLst/>
              <a:rect l="l" t="t" r="r" b="b"/>
              <a:pathLst>
                <a:path w="96" h="98" extrusionOk="0">
                  <a:moveTo>
                    <a:pt x="95" y="11"/>
                  </a:moveTo>
                  <a:cubicBezTo>
                    <a:pt x="96" y="9"/>
                    <a:pt x="96" y="7"/>
                    <a:pt x="95" y="6"/>
                  </a:cubicBezTo>
                  <a:cubicBezTo>
                    <a:pt x="93" y="3"/>
                    <a:pt x="88" y="2"/>
                    <a:pt x="85" y="2"/>
                  </a:cubicBezTo>
                  <a:cubicBezTo>
                    <a:pt x="82" y="2"/>
                    <a:pt x="79" y="2"/>
                    <a:pt x="77" y="1"/>
                  </a:cubicBezTo>
                  <a:cubicBezTo>
                    <a:pt x="77" y="1"/>
                    <a:pt x="77" y="1"/>
                    <a:pt x="77" y="1"/>
                  </a:cubicBezTo>
                  <a:cubicBezTo>
                    <a:pt x="67" y="0"/>
                    <a:pt x="58" y="0"/>
                    <a:pt x="48" y="0"/>
                  </a:cubicBezTo>
                  <a:cubicBezTo>
                    <a:pt x="38" y="0"/>
                    <a:pt x="29" y="0"/>
                    <a:pt x="19" y="1"/>
                  </a:cubicBezTo>
                  <a:cubicBezTo>
                    <a:pt x="19" y="1"/>
                    <a:pt x="19" y="1"/>
                    <a:pt x="19" y="1"/>
                  </a:cubicBezTo>
                  <a:cubicBezTo>
                    <a:pt x="17" y="2"/>
                    <a:pt x="14" y="2"/>
                    <a:pt x="11" y="2"/>
                  </a:cubicBezTo>
                  <a:cubicBezTo>
                    <a:pt x="8" y="2"/>
                    <a:pt x="3" y="3"/>
                    <a:pt x="1" y="6"/>
                  </a:cubicBezTo>
                  <a:cubicBezTo>
                    <a:pt x="0" y="7"/>
                    <a:pt x="0" y="9"/>
                    <a:pt x="1" y="11"/>
                  </a:cubicBezTo>
                  <a:cubicBezTo>
                    <a:pt x="1" y="14"/>
                    <a:pt x="1" y="17"/>
                    <a:pt x="1" y="20"/>
                  </a:cubicBezTo>
                  <a:cubicBezTo>
                    <a:pt x="2" y="32"/>
                    <a:pt x="2" y="44"/>
                    <a:pt x="1" y="56"/>
                  </a:cubicBezTo>
                  <a:cubicBezTo>
                    <a:pt x="0" y="64"/>
                    <a:pt x="5" y="69"/>
                    <a:pt x="11" y="74"/>
                  </a:cubicBezTo>
                  <a:cubicBezTo>
                    <a:pt x="17" y="79"/>
                    <a:pt x="23" y="84"/>
                    <a:pt x="29" y="88"/>
                  </a:cubicBezTo>
                  <a:cubicBezTo>
                    <a:pt x="32" y="90"/>
                    <a:pt x="35" y="92"/>
                    <a:pt x="39" y="94"/>
                  </a:cubicBezTo>
                  <a:cubicBezTo>
                    <a:pt x="41" y="95"/>
                    <a:pt x="43" y="98"/>
                    <a:pt x="46" y="98"/>
                  </a:cubicBezTo>
                  <a:cubicBezTo>
                    <a:pt x="48" y="98"/>
                    <a:pt x="49" y="97"/>
                    <a:pt x="51" y="96"/>
                  </a:cubicBezTo>
                  <a:cubicBezTo>
                    <a:pt x="65" y="88"/>
                    <a:pt x="79" y="78"/>
                    <a:pt x="91" y="66"/>
                  </a:cubicBezTo>
                  <a:cubicBezTo>
                    <a:pt x="93" y="65"/>
                    <a:pt x="94" y="64"/>
                    <a:pt x="94" y="63"/>
                  </a:cubicBezTo>
                  <a:cubicBezTo>
                    <a:pt x="96" y="60"/>
                    <a:pt x="95" y="57"/>
                    <a:pt x="95" y="53"/>
                  </a:cubicBezTo>
                  <a:cubicBezTo>
                    <a:pt x="95" y="50"/>
                    <a:pt x="95" y="46"/>
                    <a:pt x="95" y="42"/>
                  </a:cubicBezTo>
                  <a:cubicBezTo>
                    <a:pt x="94" y="35"/>
                    <a:pt x="94" y="28"/>
                    <a:pt x="95" y="20"/>
                  </a:cubicBezTo>
                  <a:cubicBezTo>
                    <a:pt x="95" y="17"/>
                    <a:pt x="95" y="14"/>
                    <a:pt x="95" y="11"/>
                  </a:cubicBezTo>
                  <a:close/>
                </a:path>
              </a:pathLst>
            </a:custGeom>
            <a:solidFill>
              <a:srgbClr val="CD886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 name="Google Shape;278;p31"/>
            <p:cNvSpPr/>
            <p:nvPr/>
          </p:nvSpPr>
          <p:spPr>
            <a:xfrm>
              <a:off x="2472449" y="2316725"/>
              <a:ext cx="192123" cy="123505"/>
            </a:xfrm>
            <a:custGeom>
              <a:avLst/>
              <a:gdLst/>
              <a:ahLst/>
              <a:cxnLst/>
              <a:rect l="l" t="t" r="r" b="b"/>
              <a:pathLst>
                <a:path w="74" h="48" extrusionOk="0">
                  <a:moveTo>
                    <a:pt x="71" y="10"/>
                  </a:moveTo>
                  <a:cubicBezTo>
                    <a:pt x="66" y="5"/>
                    <a:pt x="58" y="3"/>
                    <a:pt x="50" y="1"/>
                  </a:cubicBezTo>
                  <a:cubicBezTo>
                    <a:pt x="46" y="1"/>
                    <a:pt x="41" y="0"/>
                    <a:pt x="37" y="0"/>
                  </a:cubicBezTo>
                  <a:cubicBezTo>
                    <a:pt x="33" y="0"/>
                    <a:pt x="28" y="1"/>
                    <a:pt x="24" y="1"/>
                  </a:cubicBezTo>
                  <a:cubicBezTo>
                    <a:pt x="16" y="3"/>
                    <a:pt x="8" y="5"/>
                    <a:pt x="3" y="10"/>
                  </a:cubicBezTo>
                  <a:cubicBezTo>
                    <a:pt x="1" y="13"/>
                    <a:pt x="0" y="16"/>
                    <a:pt x="0" y="20"/>
                  </a:cubicBezTo>
                  <a:cubicBezTo>
                    <a:pt x="0" y="22"/>
                    <a:pt x="0" y="23"/>
                    <a:pt x="1" y="25"/>
                  </a:cubicBezTo>
                  <a:cubicBezTo>
                    <a:pt x="1" y="27"/>
                    <a:pt x="2" y="28"/>
                    <a:pt x="3" y="30"/>
                  </a:cubicBezTo>
                  <a:cubicBezTo>
                    <a:pt x="6" y="36"/>
                    <a:pt x="11" y="40"/>
                    <a:pt x="18" y="43"/>
                  </a:cubicBezTo>
                  <a:cubicBezTo>
                    <a:pt x="23" y="46"/>
                    <a:pt x="30" y="48"/>
                    <a:pt x="36" y="48"/>
                  </a:cubicBezTo>
                  <a:cubicBezTo>
                    <a:pt x="37" y="48"/>
                    <a:pt x="37" y="48"/>
                    <a:pt x="37" y="48"/>
                  </a:cubicBezTo>
                  <a:cubicBezTo>
                    <a:pt x="38" y="48"/>
                    <a:pt x="38" y="48"/>
                    <a:pt x="38" y="48"/>
                  </a:cubicBezTo>
                  <a:cubicBezTo>
                    <a:pt x="44" y="48"/>
                    <a:pt x="51" y="46"/>
                    <a:pt x="56" y="43"/>
                  </a:cubicBezTo>
                  <a:cubicBezTo>
                    <a:pt x="63" y="40"/>
                    <a:pt x="68" y="36"/>
                    <a:pt x="71" y="30"/>
                  </a:cubicBezTo>
                  <a:cubicBezTo>
                    <a:pt x="72" y="28"/>
                    <a:pt x="73" y="27"/>
                    <a:pt x="73" y="25"/>
                  </a:cubicBezTo>
                  <a:cubicBezTo>
                    <a:pt x="74" y="23"/>
                    <a:pt x="74" y="22"/>
                    <a:pt x="74" y="20"/>
                  </a:cubicBezTo>
                  <a:cubicBezTo>
                    <a:pt x="74" y="16"/>
                    <a:pt x="73" y="13"/>
                    <a:pt x="71" y="10"/>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 name="Google Shape;279;p31"/>
            <p:cNvSpPr/>
            <p:nvPr/>
          </p:nvSpPr>
          <p:spPr>
            <a:xfrm>
              <a:off x="2396974" y="1973656"/>
              <a:ext cx="343079" cy="452850"/>
            </a:xfrm>
            <a:custGeom>
              <a:avLst/>
              <a:gdLst/>
              <a:ahLst/>
              <a:cxnLst/>
              <a:rect l="l" t="t" r="r" b="b"/>
              <a:pathLst>
                <a:path w="134" h="173" extrusionOk="0">
                  <a:moveTo>
                    <a:pt x="128" y="39"/>
                  </a:moveTo>
                  <a:cubicBezTo>
                    <a:pt x="122" y="26"/>
                    <a:pt x="113" y="15"/>
                    <a:pt x="101" y="9"/>
                  </a:cubicBezTo>
                  <a:cubicBezTo>
                    <a:pt x="98" y="7"/>
                    <a:pt x="94" y="6"/>
                    <a:pt x="91" y="4"/>
                  </a:cubicBezTo>
                  <a:cubicBezTo>
                    <a:pt x="88" y="4"/>
                    <a:pt x="86" y="3"/>
                    <a:pt x="84" y="2"/>
                  </a:cubicBezTo>
                  <a:cubicBezTo>
                    <a:pt x="78" y="1"/>
                    <a:pt x="73" y="0"/>
                    <a:pt x="67" y="0"/>
                  </a:cubicBezTo>
                  <a:cubicBezTo>
                    <a:pt x="61" y="0"/>
                    <a:pt x="56" y="1"/>
                    <a:pt x="50" y="2"/>
                  </a:cubicBezTo>
                  <a:cubicBezTo>
                    <a:pt x="48" y="3"/>
                    <a:pt x="46" y="4"/>
                    <a:pt x="43" y="4"/>
                  </a:cubicBezTo>
                  <a:cubicBezTo>
                    <a:pt x="40" y="6"/>
                    <a:pt x="36" y="7"/>
                    <a:pt x="33" y="9"/>
                  </a:cubicBezTo>
                  <a:cubicBezTo>
                    <a:pt x="21" y="15"/>
                    <a:pt x="12" y="26"/>
                    <a:pt x="6" y="39"/>
                  </a:cubicBezTo>
                  <a:cubicBezTo>
                    <a:pt x="0" y="53"/>
                    <a:pt x="2" y="66"/>
                    <a:pt x="4" y="81"/>
                  </a:cubicBezTo>
                  <a:cubicBezTo>
                    <a:pt x="6" y="94"/>
                    <a:pt x="8" y="109"/>
                    <a:pt x="13" y="122"/>
                  </a:cubicBezTo>
                  <a:cubicBezTo>
                    <a:pt x="18" y="140"/>
                    <a:pt x="27" y="156"/>
                    <a:pt x="42" y="166"/>
                  </a:cubicBezTo>
                  <a:cubicBezTo>
                    <a:pt x="42" y="166"/>
                    <a:pt x="42" y="166"/>
                    <a:pt x="42" y="166"/>
                  </a:cubicBezTo>
                  <a:cubicBezTo>
                    <a:pt x="48" y="170"/>
                    <a:pt x="55" y="172"/>
                    <a:pt x="62" y="172"/>
                  </a:cubicBezTo>
                  <a:cubicBezTo>
                    <a:pt x="64" y="173"/>
                    <a:pt x="65" y="173"/>
                    <a:pt x="67" y="173"/>
                  </a:cubicBezTo>
                  <a:cubicBezTo>
                    <a:pt x="68" y="173"/>
                    <a:pt x="70" y="173"/>
                    <a:pt x="71" y="172"/>
                  </a:cubicBezTo>
                  <a:cubicBezTo>
                    <a:pt x="79" y="172"/>
                    <a:pt x="86" y="170"/>
                    <a:pt x="92" y="166"/>
                  </a:cubicBezTo>
                  <a:cubicBezTo>
                    <a:pt x="92" y="166"/>
                    <a:pt x="92" y="166"/>
                    <a:pt x="92" y="166"/>
                  </a:cubicBezTo>
                  <a:cubicBezTo>
                    <a:pt x="107" y="156"/>
                    <a:pt x="116" y="140"/>
                    <a:pt x="121" y="122"/>
                  </a:cubicBezTo>
                  <a:cubicBezTo>
                    <a:pt x="126" y="109"/>
                    <a:pt x="128" y="94"/>
                    <a:pt x="130" y="81"/>
                  </a:cubicBezTo>
                  <a:cubicBezTo>
                    <a:pt x="132" y="66"/>
                    <a:pt x="134" y="53"/>
                    <a:pt x="128" y="39"/>
                  </a:cubicBezTo>
                  <a:close/>
                </a:path>
              </a:pathLst>
            </a:custGeom>
            <a:solidFill>
              <a:srgbClr val="CD886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31"/>
            <p:cNvSpPr/>
            <p:nvPr/>
          </p:nvSpPr>
          <p:spPr>
            <a:xfrm>
              <a:off x="2383251" y="1959933"/>
              <a:ext cx="356800" cy="233287"/>
            </a:xfrm>
            <a:custGeom>
              <a:avLst/>
              <a:gdLst/>
              <a:ahLst/>
              <a:cxnLst/>
              <a:rect l="l" t="t" r="r" b="b"/>
              <a:pathLst>
                <a:path w="137" h="91" extrusionOk="0">
                  <a:moveTo>
                    <a:pt x="124" y="22"/>
                  </a:moveTo>
                  <a:cubicBezTo>
                    <a:pt x="115" y="11"/>
                    <a:pt x="102" y="4"/>
                    <a:pt x="90" y="2"/>
                  </a:cubicBezTo>
                  <a:cubicBezTo>
                    <a:pt x="83" y="0"/>
                    <a:pt x="76" y="1"/>
                    <a:pt x="69" y="1"/>
                  </a:cubicBezTo>
                  <a:cubicBezTo>
                    <a:pt x="62" y="1"/>
                    <a:pt x="55" y="2"/>
                    <a:pt x="48" y="3"/>
                  </a:cubicBezTo>
                  <a:cubicBezTo>
                    <a:pt x="42" y="5"/>
                    <a:pt x="36" y="8"/>
                    <a:pt x="30" y="11"/>
                  </a:cubicBezTo>
                  <a:cubicBezTo>
                    <a:pt x="6" y="24"/>
                    <a:pt x="0" y="59"/>
                    <a:pt x="4" y="83"/>
                  </a:cubicBezTo>
                  <a:cubicBezTo>
                    <a:pt x="6" y="91"/>
                    <a:pt x="11" y="79"/>
                    <a:pt x="12" y="77"/>
                  </a:cubicBezTo>
                  <a:cubicBezTo>
                    <a:pt x="13" y="69"/>
                    <a:pt x="14" y="61"/>
                    <a:pt x="15" y="52"/>
                  </a:cubicBezTo>
                  <a:cubicBezTo>
                    <a:pt x="16" y="48"/>
                    <a:pt x="16" y="44"/>
                    <a:pt x="18" y="41"/>
                  </a:cubicBezTo>
                  <a:cubicBezTo>
                    <a:pt x="23" y="35"/>
                    <a:pt x="31" y="33"/>
                    <a:pt x="38" y="33"/>
                  </a:cubicBezTo>
                  <a:cubicBezTo>
                    <a:pt x="44" y="32"/>
                    <a:pt x="49" y="32"/>
                    <a:pt x="55" y="31"/>
                  </a:cubicBezTo>
                  <a:cubicBezTo>
                    <a:pt x="60" y="30"/>
                    <a:pt x="66" y="32"/>
                    <a:pt x="71" y="32"/>
                  </a:cubicBezTo>
                  <a:cubicBezTo>
                    <a:pt x="79" y="32"/>
                    <a:pt x="86" y="29"/>
                    <a:pt x="93" y="28"/>
                  </a:cubicBezTo>
                  <a:cubicBezTo>
                    <a:pt x="97" y="28"/>
                    <a:pt x="99" y="29"/>
                    <a:pt x="102" y="30"/>
                  </a:cubicBezTo>
                  <a:cubicBezTo>
                    <a:pt x="106" y="30"/>
                    <a:pt x="110" y="31"/>
                    <a:pt x="113" y="33"/>
                  </a:cubicBezTo>
                  <a:cubicBezTo>
                    <a:pt x="117" y="36"/>
                    <a:pt x="120" y="40"/>
                    <a:pt x="121" y="44"/>
                  </a:cubicBezTo>
                  <a:cubicBezTo>
                    <a:pt x="122" y="49"/>
                    <a:pt x="123" y="54"/>
                    <a:pt x="123" y="58"/>
                  </a:cubicBezTo>
                  <a:cubicBezTo>
                    <a:pt x="124" y="67"/>
                    <a:pt x="126" y="74"/>
                    <a:pt x="128" y="82"/>
                  </a:cubicBezTo>
                  <a:cubicBezTo>
                    <a:pt x="128" y="85"/>
                    <a:pt x="132" y="87"/>
                    <a:pt x="133" y="85"/>
                  </a:cubicBezTo>
                  <a:cubicBezTo>
                    <a:pt x="134" y="84"/>
                    <a:pt x="134" y="83"/>
                    <a:pt x="135" y="82"/>
                  </a:cubicBezTo>
                  <a:cubicBezTo>
                    <a:pt x="137" y="66"/>
                    <a:pt x="137" y="50"/>
                    <a:pt x="132" y="36"/>
                  </a:cubicBezTo>
                  <a:cubicBezTo>
                    <a:pt x="130" y="31"/>
                    <a:pt x="127" y="26"/>
                    <a:pt x="124" y="22"/>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31"/>
            <p:cNvSpPr/>
            <p:nvPr/>
          </p:nvSpPr>
          <p:spPr>
            <a:xfrm>
              <a:off x="2678296" y="2152052"/>
              <a:ext cx="82339" cy="137227"/>
            </a:xfrm>
            <a:custGeom>
              <a:avLst/>
              <a:gdLst/>
              <a:ahLst/>
              <a:cxnLst/>
              <a:rect l="l" t="t" r="r" b="b"/>
              <a:pathLst>
                <a:path w="34" h="52" extrusionOk="0">
                  <a:moveTo>
                    <a:pt x="13" y="9"/>
                  </a:moveTo>
                  <a:cubicBezTo>
                    <a:pt x="26" y="0"/>
                    <a:pt x="34" y="15"/>
                    <a:pt x="32" y="24"/>
                  </a:cubicBezTo>
                  <a:cubicBezTo>
                    <a:pt x="31" y="30"/>
                    <a:pt x="27" y="36"/>
                    <a:pt x="24" y="41"/>
                  </a:cubicBezTo>
                  <a:cubicBezTo>
                    <a:pt x="21" y="46"/>
                    <a:pt x="15" y="52"/>
                    <a:pt x="8" y="49"/>
                  </a:cubicBezTo>
                  <a:cubicBezTo>
                    <a:pt x="5" y="48"/>
                    <a:pt x="4" y="45"/>
                    <a:pt x="3" y="43"/>
                  </a:cubicBezTo>
                  <a:cubicBezTo>
                    <a:pt x="0" y="34"/>
                    <a:pt x="1" y="22"/>
                    <a:pt x="7" y="14"/>
                  </a:cubicBezTo>
                  <a:cubicBezTo>
                    <a:pt x="8" y="12"/>
                    <a:pt x="10" y="10"/>
                    <a:pt x="13" y="9"/>
                  </a:cubicBezTo>
                  <a:close/>
                </a:path>
              </a:pathLst>
            </a:custGeom>
            <a:solidFill>
              <a:srgbClr val="CD886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 name="Google Shape;282;p31"/>
            <p:cNvSpPr/>
            <p:nvPr/>
          </p:nvSpPr>
          <p:spPr>
            <a:xfrm>
              <a:off x="2369528" y="2152052"/>
              <a:ext cx="96062" cy="130369"/>
            </a:xfrm>
            <a:custGeom>
              <a:avLst/>
              <a:gdLst/>
              <a:ahLst/>
              <a:cxnLst/>
              <a:rect l="l" t="t" r="r" b="b"/>
              <a:pathLst>
                <a:path w="36" h="52" extrusionOk="0">
                  <a:moveTo>
                    <a:pt x="23" y="9"/>
                  </a:moveTo>
                  <a:cubicBezTo>
                    <a:pt x="8" y="0"/>
                    <a:pt x="0" y="15"/>
                    <a:pt x="2" y="25"/>
                  </a:cubicBezTo>
                  <a:cubicBezTo>
                    <a:pt x="3" y="31"/>
                    <a:pt x="7" y="36"/>
                    <a:pt x="10" y="41"/>
                  </a:cubicBezTo>
                  <a:cubicBezTo>
                    <a:pt x="14" y="46"/>
                    <a:pt x="19" y="52"/>
                    <a:pt x="27" y="50"/>
                  </a:cubicBezTo>
                  <a:cubicBezTo>
                    <a:pt x="30" y="48"/>
                    <a:pt x="32" y="46"/>
                    <a:pt x="32" y="44"/>
                  </a:cubicBezTo>
                  <a:cubicBezTo>
                    <a:pt x="36" y="35"/>
                    <a:pt x="34" y="23"/>
                    <a:pt x="29" y="15"/>
                  </a:cubicBezTo>
                  <a:cubicBezTo>
                    <a:pt x="27" y="13"/>
                    <a:pt x="25" y="11"/>
                    <a:pt x="23" y="9"/>
                  </a:cubicBezTo>
                  <a:close/>
                </a:path>
              </a:pathLst>
            </a:custGeom>
            <a:solidFill>
              <a:srgbClr val="CD886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 name="Google Shape;283;p31"/>
            <p:cNvSpPr/>
            <p:nvPr/>
          </p:nvSpPr>
          <p:spPr>
            <a:xfrm>
              <a:off x="2609680" y="2138329"/>
              <a:ext cx="89203" cy="34309"/>
            </a:xfrm>
            <a:custGeom>
              <a:avLst/>
              <a:gdLst/>
              <a:ahLst/>
              <a:cxnLst/>
              <a:rect l="l" t="t" r="r" b="b"/>
              <a:pathLst>
                <a:path w="36" h="13" extrusionOk="0">
                  <a:moveTo>
                    <a:pt x="23" y="3"/>
                  </a:moveTo>
                  <a:cubicBezTo>
                    <a:pt x="24" y="3"/>
                    <a:pt x="24" y="4"/>
                    <a:pt x="25" y="4"/>
                  </a:cubicBezTo>
                  <a:cubicBezTo>
                    <a:pt x="28" y="5"/>
                    <a:pt x="36" y="9"/>
                    <a:pt x="35" y="13"/>
                  </a:cubicBezTo>
                  <a:cubicBezTo>
                    <a:pt x="33" y="13"/>
                    <a:pt x="31" y="12"/>
                    <a:pt x="30" y="11"/>
                  </a:cubicBezTo>
                  <a:cubicBezTo>
                    <a:pt x="26" y="9"/>
                    <a:pt x="21" y="7"/>
                    <a:pt x="16" y="7"/>
                  </a:cubicBezTo>
                  <a:cubicBezTo>
                    <a:pt x="13" y="7"/>
                    <a:pt x="9" y="8"/>
                    <a:pt x="5" y="8"/>
                  </a:cubicBezTo>
                  <a:cubicBezTo>
                    <a:pt x="4" y="8"/>
                    <a:pt x="4" y="8"/>
                    <a:pt x="3" y="7"/>
                  </a:cubicBezTo>
                  <a:cubicBezTo>
                    <a:pt x="0" y="6"/>
                    <a:pt x="4" y="2"/>
                    <a:pt x="6" y="2"/>
                  </a:cubicBezTo>
                  <a:cubicBezTo>
                    <a:pt x="12" y="0"/>
                    <a:pt x="18" y="1"/>
                    <a:pt x="23" y="3"/>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31"/>
            <p:cNvSpPr/>
            <p:nvPr/>
          </p:nvSpPr>
          <p:spPr>
            <a:xfrm>
              <a:off x="2431279" y="2145193"/>
              <a:ext cx="96062" cy="34309"/>
            </a:xfrm>
            <a:custGeom>
              <a:avLst/>
              <a:gdLst/>
              <a:ahLst/>
              <a:cxnLst/>
              <a:rect l="l" t="t" r="r" b="b"/>
              <a:pathLst>
                <a:path w="36" h="14" extrusionOk="0">
                  <a:moveTo>
                    <a:pt x="12" y="4"/>
                  </a:moveTo>
                  <a:cubicBezTo>
                    <a:pt x="12" y="4"/>
                    <a:pt x="11" y="4"/>
                    <a:pt x="11" y="5"/>
                  </a:cubicBezTo>
                  <a:cubicBezTo>
                    <a:pt x="8" y="6"/>
                    <a:pt x="0" y="10"/>
                    <a:pt x="1" y="14"/>
                  </a:cubicBezTo>
                  <a:cubicBezTo>
                    <a:pt x="3" y="14"/>
                    <a:pt x="5" y="13"/>
                    <a:pt x="6" y="12"/>
                  </a:cubicBezTo>
                  <a:cubicBezTo>
                    <a:pt x="10" y="10"/>
                    <a:pt x="15" y="8"/>
                    <a:pt x="20" y="7"/>
                  </a:cubicBezTo>
                  <a:cubicBezTo>
                    <a:pt x="24" y="7"/>
                    <a:pt x="27" y="8"/>
                    <a:pt x="31" y="7"/>
                  </a:cubicBezTo>
                  <a:cubicBezTo>
                    <a:pt x="32" y="7"/>
                    <a:pt x="33" y="7"/>
                    <a:pt x="33" y="7"/>
                  </a:cubicBezTo>
                  <a:cubicBezTo>
                    <a:pt x="36" y="5"/>
                    <a:pt x="32" y="2"/>
                    <a:pt x="30" y="1"/>
                  </a:cubicBezTo>
                  <a:cubicBezTo>
                    <a:pt x="24" y="0"/>
                    <a:pt x="18" y="1"/>
                    <a:pt x="12" y="4"/>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31"/>
            <p:cNvSpPr/>
            <p:nvPr/>
          </p:nvSpPr>
          <p:spPr>
            <a:xfrm>
              <a:off x="2513618" y="2316725"/>
              <a:ext cx="109785" cy="34309"/>
            </a:xfrm>
            <a:custGeom>
              <a:avLst/>
              <a:gdLst/>
              <a:ahLst/>
              <a:cxnLst/>
              <a:rect l="l" t="t" r="r" b="b"/>
              <a:pathLst>
                <a:path w="42" h="14" extrusionOk="0">
                  <a:moveTo>
                    <a:pt x="41" y="2"/>
                  </a:moveTo>
                  <a:cubicBezTo>
                    <a:pt x="41" y="1"/>
                    <a:pt x="41" y="1"/>
                    <a:pt x="41" y="1"/>
                  </a:cubicBezTo>
                  <a:cubicBezTo>
                    <a:pt x="41" y="1"/>
                    <a:pt x="40" y="1"/>
                    <a:pt x="40" y="1"/>
                  </a:cubicBezTo>
                  <a:cubicBezTo>
                    <a:pt x="40" y="1"/>
                    <a:pt x="30" y="1"/>
                    <a:pt x="21" y="0"/>
                  </a:cubicBezTo>
                  <a:cubicBezTo>
                    <a:pt x="12" y="1"/>
                    <a:pt x="2" y="1"/>
                    <a:pt x="2" y="1"/>
                  </a:cubicBezTo>
                  <a:cubicBezTo>
                    <a:pt x="2" y="1"/>
                    <a:pt x="1" y="1"/>
                    <a:pt x="1" y="1"/>
                  </a:cubicBezTo>
                  <a:cubicBezTo>
                    <a:pt x="1" y="2"/>
                    <a:pt x="1" y="2"/>
                    <a:pt x="1" y="2"/>
                  </a:cubicBezTo>
                  <a:cubicBezTo>
                    <a:pt x="0" y="2"/>
                    <a:pt x="1" y="3"/>
                    <a:pt x="1" y="4"/>
                  </a:cubicBezTo>
                  <a:cubicBezTo>
                    <a:pt x="2" y="5"/>
                    <a:pt x="2" y="5"/>
                    <a:pt x="3" y="6"/>
                  </a:cubicBezTo>
                  <a:cubicBezTo>
                    <a:pt x="4" y="7"/>
                    <a:pt x="5" y="8"/>
                    <a:pt x="7" y="9"/>
                  </a:cubicBezTo>
                  <a:cubicBezTo>
                    <a:pt x="9" y="11"/>
                    <a:pt x="12" y="13"/>
                    <a:pt x="15" y="13"/>
                  </a:cubicBezTo>
                  <a:cubicBezTo>
                    <a:pt x="17" y="14"/>
                    <a:pt x="19" y="14"/>
                    <a:pt x="21" y="14"/>
                  </a:cubicBezTo>
                  <a:cubicBezTo>
                    <a:pt x="23" y="14"/>
                    <a:pt x="25" y="14"/>
                    <a:pt x="26" y="13"/>
                  </a:cubicBezTo>
                  <a:cubicBezTo>
                    <a:pt x="30" y="13"/>
                    <a:pt x="33" y="11"/>
                    <a:pt x="35" y="9"/>
                  </a:cubicBezTo>
                  <a:cubicBezTo>
                    <a:pt x="37" y="8"/>
                    <a:pt x="38" y="7"/>
                    <a:pt x="39" y="6"/>
                  </a:cubicBezTo>
                  <a:cubicBezTo>
                    <a:pt x="40" y="5"/>
                    <a:pt x="40" y="5"/>
                    <a:pt x="41" y="4"/>
                  </a:cubicBezTo>
                  <a:cubicBezTo>
                    <a:pt x="41" y="3"/>
                    <a:pt x="42" y="2"/>
                    <a:pt x="41" y="2"/>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31"/>
            <p:cNvSpPr/>
            <p:nvPr/>
          </p:nvSpPr>
          <p:spPr>
            <a:xfrm>
              <a:off x="2541064" y="2179498"/>
              <a:ext cx="41170" cy="123505"/>
            </a:xfrm>
            <a:custGeom>
              <a:avLst/>
              <a:gdLst/>
              <a:ahLst/>
              <a:cxnLst/>
              <a:rect l="l" t="t" r="r" b="b"/>
              <a:pathLst>
                <a:path w="18" h="48" extrusionOk="0">
                  <a:moveTo>
                    <a:pt x="0" y="39"/>
                  </a:moveTo>
                  <a:cubicBezTo>
                    <a:pt x="0" y="37"/>
                    <a:pt x="1" y="35"/>
                    <a:pt x="1" y="34"/>
                  </a:cubicBezTo>
                  <a:cubicBezTo>
                    <a:pt x="2" y="31"/>
                    <a:pt x="2" y="29"/>
                    <a:pt x="2" y="27"/>
                  </a:cubicBezTo>
                  <a:cubicBezTo>
                    <a:pt x="3" y="23"/>
                    <a:pt x="4" y="19"/>
                    <a:pt x="4" y="15"/>
                  </a:cubicBezTo>
                  <a:cubicBezTo>
                    <a:pt x="5" y="10"/>
                    <a:pt x="5" y="6"/>
                    <a:pt x="4" y="1"/>
                  </a:cubicBezTo>
                  <a:cubicBezTo>
                    <a:pt x="4" y="0"/>
                    <a:pt x="7" y="0"/>
                    <a:pt x="7" y="1"/>
                  </a:cubicBezTo>
                  <a:cubicBezTo>
                    <a:pt x="8" y="5"/>
                    <a:pt x="8" y="9"/>
                    <a:pt x="7" y="13"/>
                  </a:cubicBezTo>
                  <a:cubicBezTo>
                    <a:pt x="7" y="17"/>
                    <a:pt x="7" y="21"/>
                    <a:pt x="6" y="24"/>
                  </a:cubicBezTo>
                  <a:cubicBezTo>
                    <a:pt x="5" y="28"/>
                    <a:pt x="4" y="32"/>
                    <a:pt x="4" y="36"/>
                  </a:cubicBezTo>
                  <a:cubicBezTo>
                    <a:pt x="3" y="37"/>
                    <a:pt x="3" y="39"/>
                    <a:pt x="3" y="41"/>
                  </a:cubicBezTo>
                  <a:cubicBezTo>
                    <a:pt x="3" y="42"/>
                    <a:pt x="4" y="43"/>
                    <a:pt x="6" y="44"/>
                  </a:cubicBezTo>
                  <a:cubicBezTo>
                    <a:pt x="9" y="46"/>
                    <a:pt x="13" y="47"/>
                    <a:pt x="16" y="47"/>
                  </a:cubicBezTo>
                  <a:cubicBezTo>
                    <a:pt x="17" y="47"/>
                    <a:pt x="18" y="47"/>
                    <a:pt x="18" y="48"/>
                  </a:cubicBezTo>
                  <a:cubicBezTo>
                    <a:pt x="18" y="48"/>
                    <a:pt x="17" y="48"/>
                    <a:pt x="16" y="48"/>
                  </a:cubicBezTo>
                  <a:cubicBezTo>
                    <a:pt x="13" y="48"/>
                    <a:pt x="9" y="48"/>
                    <a:pt x="6" y="46"/>
                  </a:cubicBezTo>
                  <a:cubicBezTo>
                    <a:pt x="4" y="46"/>
                    <a:pt x="3" y="45"/>
                    <a:pt x="2" y="44"/>
                  </a:cubicBezTo>
                  <a:cubicBezTo>
                    <a:pt x="0" y="42"/>
                    <a:pt x="0" y="41"/>
                    <a:pt x="0" y="39"/>
                  </a:cubicBezTo>
                  <a:close/>
                </a:path>
              </a:pathLst>
            </a:custGeom>
            <a:solidFill>
              <a:srgbClr val="7F56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31"/>
            <p:cNvSpPr/>
            <p:nvPr/>
          </p:nvSpPr>
          <p:spPr>
            <a:xfrm>
              <a:off x="2616544" y="2200084"/>
              <a:ext cx="61756" cy="20586"/>
            </a:xfrm>
            <a:custGeom>
              <a:avLst/>
              <a:gdLst/>
              <a:ahLst/>
              <a:cxnLst/>
              <a:rect l="l" t="t" r="r" b="b"/>
              <a:pathLst>
                <a:path w="25" h="8" extrusionOk="0">
                  <a:moveTo>
                    <a:pt x="20" y="1"/>
                  </a:moveTo>
                  <a:cubicBezTo>
                    <a:pt x="18" y="4"/>
                    <a:pt x="15" y="5"/>
                    <a:pt x="12" y="6"/>
                  </a:cubicBezTo>
                  <a:cubicBezTo>
                    <a:pt x="9" y="6"/>
                    <a:pt x="6" y="5"/>
                    <a:pt x="5" y="2"/>
                  </a:cubicBezTo>
                  <a:cubicBezTo>
                    <a:pt x="4" y="1"/>
                    <a:pt x="0" y="1"/>
                    <a:pt x="0" y="3"/>
                  </a:cubicBezTo>
                  <a:cubicBezTo>
                    <a:pt x="2" y="7"/>
                    <a:pt x="8" y="8"/>
                    <a:pt x="12" y="8"/>
                  </a:cubicBezTo>
                  <a:cubicBezTo>
                    <a:pt x="17" y="8"/>
                    <a:pt x="22" y="6"/>
                    <a:pt x="24" y="2"/>
                  </a:cubicBezTo>
                  <a:cubicBezTo>
                    <a:pt x="25" y="0"/>
                    <a:pt x="20" y="0"/>
                    <a:pt x="20" y="1"/>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 name="Google Shape;288;p31"/>
            <p:cNvSpPr/>
            <p:nvPr/>
          </p:nvSpPr>
          <p:spPr>
            <a:xfrm>
              <a:off x="2458726" y="2200084"/>
              <a:ext cx="61756" cy="20586"/>
            </a:xfrm>
            <a:custGeom>
              <a:avLst/>
              <a:gdLst/>
              <a:ahLst/>
              <a:cxnLst/>
              <a:rect l="l" t="t" r="r" b="b"/>
              <a:pathLst>
                <a:path w="25" h="8" extrusionOk="0">
                  <a:moveTo>
                    <a:pt x="5" y="1"/>
                  </a:moveTo>
                  <a:cubicBezTo>
                    <a:pt x="7" y="4"/>
                    <a:pt x="10" y="5"/>
                    <a:pt x="13" y="6"/>
                  </a:cubicBezTo>
                  <a:cubicBezTo>
                    <a:pt x="16" y="6"/>
                    <a:pt x="19" y="5"/>
                    <a:pt x="20" y="2"/>
                  </a:cubicBezTo>
                  <a:cubicBezTo>
                    <a:pt x="21" y="1"/>
                    <a:pt x="25" y="1"/>
                    <a:pt x="25" y="3"/>
                  </a:cubicBezTo>
                  <a:cubicBezTo>
                    <a:pt x="23" y="7"/>
                    <a:pt x="17" y="8"/>
                    <a:pt x="13" y="8"/>
                  </a:cubicBezTo>
                  <a:cubicBezTo>
                    <a:pt x="8" y="8"/>
                    <a:pt x="3" y="6"/>
                    <a:pt x="1" y="2"/>
                  </a:cubicBezTo>
                  <a:cubicBezTo>
                    <a:pt x="0" y="0"/>
                    <a:pt x="5" y="0"/>
                    <a:pt x="5" y="1"/>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9" name="Google Shape;289;p31"/>
            <p:cNvSpPr/>
            <p:nvPr/>
          </p:nvSpPr>
          <p:spPr>
            <a:xfrm>
              <a:off x="2506759" y="1966797"/>
              <a:ext cx="89202" cy="61754"/>
            </a:xfrm>
            <a:custGeom>
              <a:avLst/>
              <a:gdLst/>
              <a:ahLst/>
              <a:cxnLst/>
              <a:rect l="l" t="t" r="r" b="b"/>
              <a:pathLst>
                <a:path w="35" h="24" extrusionOk="0">
                  <a:moveTo>
                    <a:pt x="34" y="23"/>
                  </a:moveTo>
                  <a:cubicBezTo>
                    <a:pt x="21" y="19"/>
                    <a:pt x="12" y="10"/>
                    <a:pt x="4" y="1"/>
                  </a:cubicBezTo>
                  <a:cubicBezTo>
                    <a:pt x="3" y="0"/>
                    <a:pt x="0" y="0"/>
                    <a:pt x="1" y="2"/>
                  </a:cubicBezTo>
                  <a:cubicBezTo>
                    <a:pt x="9" y="11"/>
                    <a:pt x="19" y="21"/>
                    <a:pt x="32" y="24"/>
                  </a:cubicBezTo>
                  <a:cubicBezTo>
                    <a:pt x="33" y="24"/>
                    <a:pt x="34" y="24"/>
                    <a:pt x="34" y="24"/>
                  </a:cubicBezTo>
                  <a:cubicBezTo>
                    <a:pt x="35" y="23"/>
                    <a:pt x="34" y="23"/>
                    <a:pt x="34" y="23"/>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0" name="Google Shape;290;p31"/>
            <p:cNvSpPr/>
            <p:nvPr/>
          </p:nvSpPr>
          <p:spPr>
            <a:xfrm>
              <a:off x="2445003" y="1987379"/>
              <a:ext cx="68616" cy="41168"/>
            </a:xfrm>
            <a:custGeom>
              <a:avLst/>
              <a:gdLst/>
              <a:ahLst/>
              <a:cxnLst/>
              <a:rect l="l" t="t" r="r" b="b"/>
              <a:pathLst>
                <a:path w="25" h="18" extrusionOk="0">
                  <a:moveTo>
                    <a:pt x="24" y="16"/>
                  </a:moveTo>
                  <a:cubicBezTo>
                    <a:pt x="17" y="12"/>
                    <a:pt x="10" y="7"/>
                    <a:pt x="4" y="1"/>
                  </a:cubicBezTo>
                  <a:cubicBezTo>
                    <a:pt x="4" y="0"/>
                    <a:pt x="0" y="1"/>
                    <a:pt x="1" y="2"/>
                  </a:cubicBezTo>
                  <a:cubicBezTo>
                    <a:pt x="7" y="8"/>
                    <a:pt x="14" y="14"/>
                    <a:pt x="22" y="17"/>
                  </a:cubicBezTo>
                  <a:cubicBezTo>
                    <a:pt x="22" y="18"/>
                    <a:pt x="23" y="18"/>
                    <a:pt x="24" y="17"/>
                  </a:cubicBezTo>
                  <a:cubicBezTo>
                    <a:pt x="25" y="17"/>
                    <a:pt x="25" y="16"/>
                    <a:pt x="24" y="16"/>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31"/>
            <p:cNvSpPr/>
            <p:nvPr/>
          </p:nvSpPr>
          <p:spPr>
            <a:xfrm>
              <a:off x="2383251" y="2069716"/>
              <a:ext cx="48033" cy="20586"/>
            </a:xfrm>
            <a:custGeom>
              <a:avLst/>
              <a:gdLst/>
              <a:ahLst/>
              <a:cxnLst/>
              <a:rect l="l" t="t" r="r" b="b"/>
              <a:pathLst>
                <a:path w="17" h="10" extrusionOk="0">
                  <a:moveTo>
                    <a:pt x="16" y="0"/>
                  </a:moveTo>
                  <a:cubicBezTo>
                    <a:pt x="15" y="0"/>
                    <a:pt x="14" y="0"/>
                    <a:pt x="14" y="1"/>
                  </a:cubicBezTo>
                  <a:cubicBezTo>
                    <a:pt x="11" y="5"/>
                    <a:pt x="7" y="8"/>
                    <a:pt x="2" y="8"/>
                  </a:cubicBezTo>
                  <a:cubicBezTo>
                    <a:pt x="1" y="8"/>
                    <a:pt x="0" y="8"/>
                    <a:pt x="1" y="9"/>
                  </a:cubicBezTo>
                  <a:cubicBezTo>
                    <a:pt x="1" y="10"/>
                    <a:pt x="2" y="10"/>
                    <a:pt x="3" y="10"/>
                  </a:cubicBezTo>
                  <a:cubicBezTo>
                    <a:pt x="8" y="9"/>
                    <a:pt x="14" y="6"/>
                    <a:pt x="17" y="2"/>
                  </a:cubicBezTo>
                  <a:cubicBezTo>
                    <a:pt x="17" y="1"/>
                    <a:pt x="16" y="1"/>
                    <a:pt x="16" y="0"/>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31"/>
            <p:cNvSpPr/>
            <p:nvPr/>
          </p:nvSpPr>
          <p:spPr>
            <a:xfrm>
              <a:off x="2616544" y="1932488"/>
              <a:ext cx="82339" cy="89200"/>
            </a:xfrm>
            <a:custGeom>
              <a:avLst/>
              <a:gdLst/>
              <a:ahLst/>
              <a:cxnLst/>
              <a:rect l="l" t="t" r="r" b="b"/>
              <a:pathLst>
                <a:path w="31" h="36" extrusionOk="0">
                  <a:moveTo>
                    <a:pt x="31" y="35"/>
                  </a:moveTo>
                  <a:cubicBezTo>
                    <a:pt x="25" y="21"/>
                    <a:pt x="16" y="9"/>
                    <a:pt x="4" y="0"/>
                  </a:cubicBezTo>
                  <a:cubicBezTo>
                    <a:pt x="3" y="0"/>
                    <a:pt x="3" y="0"/>
                    <a:pt x="2" y="0"/>
                  </a:cubicBezTo>
                  <a:cubicBezTo>
                    <a:pt x="1" y="0"/>
                    <a:pt x="0" y="1"/>
                    <a:pt x="1" y="1"/>
                  </a:cubicBezTo>
                  <a:cubicBezTo>
                    <a:pt x="13" y="10"/>
                    <a:pt x="22" y="22"/>
                    <a:pt x="27" y="35"/>
                  </a:cubicBezTo>
                  <a:cubicBezTo>
                    <a:pt x="28" y="36"/>
                    <a:pt x="31" y="36"/>
                    <a:pt x="31" y="35"/>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 name="Google Shape;293;p31"/>
            <p:cNvSpPr/>
            <p:nvPr/>
          </p:nvSpPr>
          <p:spPr>
            <a:xfrm>
              <a:off x="2643990" y="2007965"/>
              <a:ext cx="20587" cy="27446"/>
            </a:xfrm>
            <a:custGeom>
              <a:avLst/>
              <a:gdLst/>
              <a:ahLst/>
              <a:cxnLst/>
              <a:rect l="l" t="t" r="r" b="b"/>
              <a:pathLst>
                <a:path w="8" h="10" extrusionOk="0">
                  <a:moveTo>
                    <a:pt x="8" y="8"/>
                  </a:moveTo>
                  <a:cubicBezTo>
                    <a:pt x="6" y="6"/>
                    <a:pt x="5" y="3"/>
                    <a:pt x="3" y="1"/>
                  </a:cubicBezTo>
                  <a:cubicBezTo>
                    <a:pt x="3" y="0"/>
                    <a:pt x="2" y="0"/>
                    <a:pt x="1" y="0"/>
                  </a:cubicBezTo>
                  <a:cubicBezTo>
                    <a:pt x="0" y="1"/>
                    <a:pt x="0" y="1"/>
                    <a:pt x="0" y="1"/>
                  </a:cubicBezTo>
                  <a:cubicBezTo>
                    <a:pt x="0" y="1"/>
                    <a:pt x="0" y="1"/>
                    <a:pt x="0" y="1"/>
                  </a:cubicBezTo>
                  <a:cubicBezTo>
                    <a:pt x="2" y="3"/>
                    <a:pt x="3" y="6"/>
                    <a:pt x="5" y="9"/>
                  </a:cubicBezTo>
                  <a:cubicBezTo>
                    <a:pt x="5" y="10"/>
                    <a:pt x="8" y="9"/>
                    <a:pt x="8" y="8"/>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 name="Google Shape;294;p31"/>
            <p:cNvSpPr/>
            <p:nvPr/>
          </p:nvSpPr>
          <p:spPr>
            <a:xfrm>
              <a:off x="2506759" y="2529431"/>
              <a:ext cx="123508" cy="466573"/>
            </a:xfrm>
            <a:custGeom>
              <a:avLst/>
              <a:gdLst/>
              <a:ahLst/>
              <a:cxnLst/>
              <a:rect l="l" t="t" r="r" b="b"/>
              <a:pathLst>
                <a:path w="49" h="182" extrusionOk="0">
                  <a:moveTo>
                    <a:pt x="49" y="123"/>
                  </a:moveTo>
                  <a:cubicBezTo>
                    <a:pt x="42" y="142"/>
                    <a:pt x="34" y="160"/>
                    <a:pt x="26" y="179"/>
                  </a:cubicBezTo>
                  <a:cubicBezTo>
                    <a:pt x="26" y="180"/>
                    <a:pt x="25" y="182"/>
                    <a:pt x="24" y="181"/>
                  </a:cubicBezTo>
                  <a:cubicBezTo>
                    <a:pt x="23" y="180"/>
                    <a:pt x="20" y="171"/>
                    <a:pt x="19" y="170"/>
                  </a:cubicBezTo>
                  <a:cubicBezTo>
                    <a:pt x="17" y="165"/>
                    <a:pt x="15" y="160"/>
                    <a:pt x="13" y="155"/>
                  </a:cubicBezTo>
                  <a:cubicBezTo>
                    <a:pt x="10" y="145"/>
                    <a:pt x="6" y="135"/>
                    <a:pt x="3" y="125"/>
                  </a:cubicBezTo>
                  <a:cubicBezTo>
                    <a:pt x="2" y="122"/>
                    <a:pt x="1" y="119"/>
                    <a:pt x="0" y="115"/>
                  </a:cubicBezTo>
                  <a:cubicBezTo>
                    <a:pt x="0" y="113"/>
                    <a:pt x="0" y="110"/>
                    <a:pt x="1" y="107"/>
                  </a:cubicBezTo>
                  <a:cubicBezTo>
                    <a:pt x="1" y="105"/>
                    <a:pt x="1" y="103"/>
                    <a:pt x="1" y="101"/>
                  </a:cubicBezTo>
                  <a:cubicBezTo>
                    <a:pt x="2" y="99"/>
                    <a:pt x="2" y="96"/>
                    <a:pt x="2" y="93"/>
                  </a:cubicBezTo>
                  <a:cubicBezTo>
                    <a:pt x="3" y="91"/>
                    <a:pt x="3" y="89"/>
                    <a:pt x="3" y="87"/>
                  </a:cubicBezTo>
                  <a:cubicBezTo>
                    <a:pt x="3" y="86"/>
                    <a:pt x="4" y="84"/>
                    <a:pt x="4" y="83"/>
                  </a:cubicBezTo>
                  <a:cubicBezTo>
                    <a:pt x="4" y="81"/>
                    <a:pt x="4" y="80"/>
                    <a:pt x="4" y="79"/>
                  </a:cubicBezTo>
                  <a:cubicBezTo>
                    <a:pt x="4" y="78"/>
                    <a:pt x="5" y="77"/>
                    <a:pt x="5" y="76"/>
                  </a:cubicBezTo>
                  <a:cubicBezTo>
                    <a:pt x="5" y="75"/>
                    <a:pt x="5" y="75"/>
                    <a:pt x="5" y="74"/>
                  </a:cubicBezTo>
                  <a:cubicBezTo>
                    <a:pt x="6" y="68"/>
                    <a:pt x="7" y="62"/>
                    <a:pt x="8" y="56"/>
                  </a:cubicBezTo>
                  <a:cubicBezTo>
                    <a:pt x="8" y="53"/>
                    <a:pt x="9" y="49"/>
                    <a:pt x="10" y="45"/>
                  </a:cubicBezTo>
                  <a:cubicBezTo>
                    <a:pt x="10" y="41"/>
                    <a:pt x="9" y="37"/>
                    <a:pt x="8" y="33"/>
                  </a:cubicBezTo>
                  <a:cubicBezTo>
                    <a:pt x="8" y="33"/>
                    <a:pt x="8" y="33"/>
                    <a:pt x="8" y="33"/>
                  </a:cubicBezTo>
                  <a:cubicBezTo>
                    <a:pt x="6" y="29"/>
                    <a:pt x="4" y="25"/>
                    <a:pt x="3" y="21"/>
                  </a:cubicBezTo>
                  <a:cubicBezTo>
                    <a:pt x="2" y="20"/>
                    <a:pt x="2" y="19"/>
                    <a:pt x="2" y="18"/>
                  </a:cubicBezTo>
                  <a:cubicBezTo>
                    <a:pt x="9" y="12"/>
                    <a:pt x="16" y="6"/>
                    <a:pt x="23" y="0"/>
                  </a:cubicBezTo>
                  <a:cubicBezTo>
                    <a:pt x="23" y="0"/>
                    <a:pt x="23" y="0"/>
                    <a:pt x="24" y="0"/>
                  </a:cubicBezTo>
                  <a:cubicBezTo>
                    <a:pt x="25" y="0"/>
                    <a:pt x="25" y="0"/>
                    <a:pt x="25" y="0"/>
                  </a:cubicBezTo>
                  <a:cubicBezTo>
                    <a:pt x="32" y="6"/>
                    <a:pt x="39" y="12"/>
                    <a:pt x="46" y="18"/>
                  </a:cubicBezTo>
                  <a:cubicBezTo>
                    <a:pt x="46" y="19"/>
                    <a:pt x="45" y="20"/>
                    <a:pt x="45" y="21"/>
                  </a:cubicBezTo>
                  <a:cubicBezTo>
                    <a:pt x="44" y="25"/>
                    <a:pt x="42" y="29"/>
                    <a:pt x="40" y="33"/>
                  </a:cubicBezTo>
                  <a:cubicBezTo>
                    <a:pt x="40" y="33"/>
                    <a:pt x="40" y="33"/>
                    <a:pt x="40" y="33"/>
                  </a:cubicBezTo>
                  <a:cubicBezTo>
                    <a:pt x="39" y="37"/>
                    <a:pt x="38" y="41"/>
                    <a:pt x="38" y="45"/>
                  </a:cubicBezTo>
                  <a:cubicBezTo>
                    <a:pt x="39" y="49"/>
                    <a:pt x="39" y="53"/>
                    <a:pt x="40" y="56"/>
                  </a:cubicBezTo>
                  <a:cubicBezTo>
                    <a:pt x="41" y="62"/>
                    <a:pt x="42" y="68"/>
                    <a:pt x="43" y="74"/>
                  </a:cubicBezTo>
                  <a:cubicBezTo>
                    <a:pt x="43" y="75"/>
                    <a:pt x="43" y="75"/>
                    <a:pt x="43" y="76"/>
                  </a:cubicBezTo>
                  <a:cubicBezTo>
                    <a:pt x="43" y="77"/>
                    <a:pt x="43" y="78"/>
                    <a:pt x="44" y="79"/>
                  </a:cubicBezTo>
                  <a:cubicBezTo>
                    <a:pt x="44" y="80"/>
                    <a:pt x="44" y="81"/>
                    <a:pt x="44" y="83"/>
                  </a:cubicBezTo>
                  <a:cubicBezTo>
                    <a:pt x="44" y="84"/>
                    <a:pt x="45" y="86"/>
                    <a:pt x="45" y="87"/>
                  </a:cubicBezTo>
                  <a:cubicBezTo>
                    <a:pt x="45" y="89"/>
                    <a:pt x="45" y="91"/>
                    <a:pt x="46" y="93"/>
                  </a:cubicBezTo>
                  <a:cubicBezTo>
                    <a:pt x="46" y="96"/>
                    <a:pt x="46" y="99"/>
                    <a:pt x="47" y="101"/>
                  </a:cubicBezTo>
                  <a:cubicBezTo>
                    <a:pt x="47" y="103"/>
                    <a:pt x="47" y="105"/>
                    <a:pt x="47" y="107"/>
                  </a:cubicBezTo>
                  <a:cubicBezTo>
                    <a:pt x="48" y="110"/>
                    <a:pt x="48" y="113"/>
                    <a:pt x="48" y="116"/>
                  </a:cubicBezTo>
                  <a:cubicBezTo>
                    <a:pt x="49" y="118"/>
                    <a:pt x="49" y="119"/>
                    <a:pt x="49" y="121"/>
                  </a:cubicBezTo>
                  <a:cubicBezTo>
                    <a:pt x="49" y="121"/>
                    <a:pt x="49" y="122"/>
                    <a:pt x="49" y="12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5" name="Google Shape;295;p31"/>
            <p:cNvSpPr/>
            <p:nvPr/>
          </p:nvSpPr>
          <p:spPr>
            <a:xfrm>
              <a:off x="2561651" y="3730171"/>
              <a:ext cx="562649" cy="212705"/>
            </a:xfrm>
            <a:custGeom>
              <a:avLst/>
              <a:gdLst/>
              <a:ahLst/>
              <a:cxnLst/>
              <a:rect l="l" t="t" r="r" b="b"/>
              <a:pathLst>
                <a:path w="219" h="83" extrusionOk="0">
                  <a:moveTo>
                    <a:pt x="218" y="42"/>
                  </a:moveTo>
                  <a:cubicBezTo>
                    <a:pt x="218" y="40"/>
                    <a:pt x="217" y="38"/>
                    <a:pt x="215" y="35"/>
                  </a:cubicBezTo>
                  <a:cubicBezTo>
                    <a:pt x="212" y="30"/>
                    <a:pt x="208" y="26"/>
                    <a:pt x="203" y="23"/>
                  </a:cubicBezTo>
                  <a:cubicBezTo>
                    <a:pt x="198" y="19"/>
                    <a:pt x="192" y="15"/>
                    <a:pt x="186" y="12"/>
                  </a:cubicBezTo>
                  <a:cubicBezTo>
                    <a:pt x="183" y="11"/>
                    <a:pt x="180" y="9"/>
                    <a:pt x="176" y="8"/>
                  </a:cubicBezTo>
                  <a:cubicBezTo>
                    <a:pt x="172" y="6"/>
                    <a:pt x="169" y="5"/>
                    <a:pt x="165" y="4"/>
                  </a:cubicBezTo>
                  <a:cubicBezTo>
                    <a:pt x="163" y="2"/>
                    <a:pt x="160" y="1"/>
                    <a:pt x="157" y="1"/>
                  </a:cubicBezTo>
                  <a:cubicBezTo>
                    <a:pt x="151" y="0"/>
                    <a:pt x="145" y="1"/>
                    <a:pt x="140" y="2"/>
                  </a:cubicBezTo>
                  <a:cubicBezTo>
                    <a:pt x="114" y="8"/>
                    <a:pt x="87" y="8"/>
                    <a:pt x="60" y="8"/>
                  </a:cubicBezTo>
                  <a:cubicBezTo>
                    <a:pt x="52" y="8"/>
                    <a:pt x="46" y="12"/>
                    <a:pt x="39" y="15"/>
                  </a:cubicBezTo>
                  <a:cubicBezTo>
                    <a:pt x="32" y="19"/>
                    <a:pt x="25" y="23"/>
                    <a:pt x="18" y="28"/>
                  </a:cubicBezTo>
                  <a:cubicBezTo>
                    <a:pt x="13" y="32"/>
                    <a:pt x="4" y="37"/>
                    <a:pt x="2" y="43"/>
                  </a:cubicBezTo>
                  <a:cubicBezTo>
                    <a:pt x="0" y="48"/>
                    <a:pt x="1" y="52"/>
                    <a:pt x="2" y="57"/>
                  </a:cubicBezTo>
                  <a:cubicBezTo>
                    <a:pt x="4" y="61"/>
                    <a:pt x="6" y="62"/>
                    <a:pt x="11" y="64"/>
                  </a:cubicBezTo>
                  <a:cubicBezTo>
                    <a:pt x="67" y="82"/>
                    <a:pt x="128" y="83"/>
                    <a:pt x="185" y="69"/>
                  </a:cubicBezTo>
                  <a:cubicBezTo>
                    <a:pt x="197" y="65"/>
                    <a:pt x="219" y="57"/>
                    <a:pt x="218" y="4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6" name="Google Shape;296;p31"/>
            <p:cNvSpPr/>
            <p:nvPr/>
          </p:nvSpPr>
          <p:spPr>
            <a:xfrm>
              <a:off x="2904729" y="3737035"/>
              <a:ext cx="198987" cy="144091"/>
            </a:xfrm>
            <a:custGeom>
              <a:avLst/>
              <a:gdLst/>
              <a:ahLst/>
              <a:cxnLst/>
              <a:rect l="l" t="t" r="r" b="b"/>
              <a:pathLst>
                <a:path w="78" h="54" extrusionOk="0">
                  <a:moveTo>
                    <a:pt x="74" y="37"/>
                  </a:moveTo>
                  <a:cubicBezTo>
                    <a:pt x="71" y="32"/>
                    <a:pt x="65" y="27"/>
                    <a:pt x="60" y="24"/>
                  </a:cubicBezTo>
                  <a:cubicBezTo>
                    <a:pt x="49" y="16"/>
                    <a:pt x="37" y="9"/>
                    <a:pt x="24" y="5"/>
                  </a:cubicBezTo>
                  <a:cubicBezTo>
                    <a:pt x="17" y="3"/>
                    <a:pt x="10" y="1"/>
                    <a:pt x="2" y="0"/>
                  </a:cubicBezTo>
                  <a:cubicBezTo>
                    <a:pt x="2" y="0"/>
                    <a:pt x="1" y="0"/>
                    <a:pt x="0" y="1"/>
                  </a:cubicBezTo>
                  <a:cubicBezTo>
                    <a:pt x="0" y="1"/>
                    <a:pt x="1" y="2"/>
                    <a:pt x="2" y="2"/>
                  </a:cubicBezTo>
                  <a:cubicBezTo>
                    <a:pt x="14" y="3"/>
                    <a:pt x="26" y="7"/>
                    <a:pt x="38" y="13"/>
                  </a:cubicBezTo>
                  <a:cubicBezTo>
                    <a:pt x="43" y="16"/>
                    <a:pt x="49" y="19"/>
                    <a:pt x="54" y="22"/>
                  </a:cubicBezTo>
                  <a:cubicBezTo>
                    <a:pt x="59" y="26"/>
                    <a:pt x="64" y="30"/>
                    <a:pt x="68" y="34"/>
                  </a:cubicBezTo>
                  <a:cubicBezTo>
                    <a:pt x="73" y="39"/>
                    <a:pt x="76" y="47"/>
                    <a:pt x="71" y="52"/>
                  </a:cubicBezTo>
                  <a:cubicBezTo>
                    <a:pt x="70" y="53"/>
                    <a:pt x="73" y="54"/>
                    <a:pt x="74" y="53"/>
                  </a:cubicBezTo>
                  <a:cubicBezTo>
                    <a:pt x="78" y="49"/>
                    <a:pt x="77" y="42"/>
                    <a:pt x="74" y="37"/>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31"/>
            <p:cNvSpPr/>
            <p:nvPr/>
          </p:nvSpPr>
          <p:spPr>
            <a:xfrm>
              <a:off x="2698882" y="3764480"/>
              <a:ext cx="157819" cy="68614"/>
            </a:xfrm>
            <a:custGeom>
              <a:avLst/>
              <a:gdLst/>
              <a:ahLst/>
              <a:cxnLst/>
              <a:rect l="l" t="t" r="r" b="b"/>
              <a:pathLst>
                <a:path w="59" h="25" extrusionOk="0">
                  <a:moveTo>
                    <a:pt x="55" y="1"/>
                  </a:moveTo>
                  <a:cubicBezTo>
                    <a:pt x="52" y="6"/>
                    <a:pt x="50" y="10"/>
                    <a:pt x="48" y="15"/>
                  </a:cubicBezTo>
                  <a:cubicBezTo>
                    <a:pt x="47" y="17"/>
                    <a:pt x="46" y="20"/>
                    <a:pt x="44" y="21"/>
                  </a:cubicBezTo>
                  <a:cubicBezTo>
                    <a:pt x="42" y="23"/>
                    <a:pt x="40" y="23"/>
                    <a:pt x="38" y="22"/>
                  </a:cubicBezTo>
                  <a:cubicBezTo>
                    <a:pt x="26" y="22"/>
                    <a:pt x="14" y="21"/>
                    <a:pt x="3" y="20"/>
                  </a:cubicBezTo>
                  <a:cubicBezTo>
                    <a:pt x="2" y="20"/>
                    <a:pt x="1" y="20"/>
                    <a:pt x="0" y="21"/>
                  </a:cubicBezTo>
                  <a:cubicBezTo>
                    <a:pt x="0" y="21"/>
                    <a:pt x="1" y="22"/>
                    <a:pt x="2" y="22"/>
                  </a:cubicBezTo>
                  <a:cubicBezTo>
                    <a:pt x="32" y="24"/>
                    <a:pt x="32" y="24"/>
                    <a:pt x="32" y="24"/>
                  </a:cubicBezTo>
                  <a:cubicBezTo>
                    <a:pt x="36" y="24"/>
                    <a:pt x="40" y="25"/>
                    <a:pt x="44" y="24"/>
                  </a:cubicBezTo>
                  <a:cubicBezTo>
                    <a:pt x="48" y="22"/>
                    <a:pt x="50" y="19"/>
                    <a:pt x="51" y="15"/>
                  </a:cubicBezTo>
                  <a:cubicBezTo>
                    <a:pt x="53" y="11"/>
                    <a:pt x="55" y="6"/>
                    <a:pt x="58" y="2"/>
                  </a:cubicBezTo>
                  <a:cubicBezTo>
                    <a:pt x="59" y="1"/>
                    <a:pt x="56" y="0"/>
                    <a:pt x="55"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31"/>
            <p:cNvSpPr/>
            <p:nvPr/>
          </p:nvSpPr>
          <p:spPr>
            <a:xfrm>
              <a:off x="2630267" y="3881122"/>
              <a:ext cx="198987" cy="41168"/>
            </a:xfrm>
            <a:custGeom>
              <a:avLst/>
              <a:gdLst/>
              <a:ahLst/>
              <a:cxnLst/>
              <a:rect l="l" t="t" r="r" b="b"/>
              <a:pathLst>
                <a:path w="77" h="16" extrusionOk="0">
                  <a:moveTo>
                    <a:pt x="76" y="15"/>
                  </a:moveTo>
                  <a:cubicBezTo>
                    <a:pt x="72" y="13"/>
                    <a:pt x="70" y="10"/>
                    <a:pt x="67" y="7"/>
                  </a:cubicBezTo>
                  <a:cubicBezTo>
                    <a:pt x="65" y="6"/>
                    <a:pt x="64" y="5"/>
                    <a:pt x="62" y="4"/>
                  </a:cubicBezTo>
                  <a:cubicBezTo>
                    <a:pt x="60" y="3"/>
                    <a:pt x="57" y="3"/>
                    <a:pt x="54" y="3"/>
                  </a:cubicBezTo>
                  <a:cubicBezTo>
                    <a:pt x="43" y="2"/>
                    <a:pt x="32" y="1"/>
                    <a:pt x="20" y="1"/>
                  </a:cubicBezTo>
                  <a:cubicBezTo>
                    <a:pt x="14" y="1"/>
                    <a:pt x="8" y="0"/>
                    <a:pt x="1" y="0"/>
                  </a:cubicBezTo>
                  <a:cubicBezTo>
                    <a:pt x="1" y="0"/>
                    <a:pt x="0" y="1"/>
                    <a:pt x="0" y="1"/>
                  </a:cubicBezTo>
                  <a:cubicBezTo>
                    <a:pt x="0" y="2"/>
                    <a:pt x="1" y="2"/>
                    <a:pt x="1" y="2"/>
                  </a:cubicBezTo>
                  <a:cubicBezTo>
                    <a:pt x="12" y="2"/>
                    <a:pt x="23" y="3"/>
                    <a:pt x="35" y="3"/>
                  </a:cubicBezTo>
                  <a:cubicBezTo>
                    <a:pt x="40" y="3"/>
                    <a:pt x="46" y="4"/>
                    <a:pt x="51" y="4"/>
                  </a:cubicBezTo>
                  <a:cubicBezTo>
                    <a:pt x="54" y="4"/>
                    <a:pt x="56" y="4"/>
                    <a:pt x="59" y="5"/>
                  </a:cubicBezTo>
                  <a:cubicBezTo>
                    <a:pt x="61" y="6"/>
                    <a:pt x="63" y="7"/>
                    <a:pt x="64" y="8"/>
                  </a:cubicBezTo>
                  <a:cubicBezTo>
                    <a:pt x="67" y="11"/>
                    <a:pt x="70" y="15"/>
                    <a:pt x="74" y="16"/>
                  </a:cubicBezTo>
                  <a:cubicBezTo>
                    <a:pt x="74" y="16"/>
                    <a:pt x="76" y="16"/>
                    <a:pt x="76" y="16"/>
                  </a:cubicBezTo>
                  <a:cubicBezTo>
                    <a:pt x="77" y="15"/>
                    <a:pt x="76" y="15"/>
                    <a:pt x="76" y="1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31"/>
            <p:cNvSpPr/>
            <p:nvPr/>
          </p:nvSpPr>
          <p:spPr>
            <a:xfrm>
              <a:off x="2774357" y="3819371"/>
              <a:ext cx="20587" cy="89200"/>
            </a:xfrm>
            <a:custGeom>
              <a:avLst/>
              <a:gdLst/>
              <a:ahLst/>
              <a:cxnLst/>
              <a:rect l="l" t="t" r="r" b="b"/>
              <a:pathLst>
                <a:path w="7" h="35" extrusionOk="0">
                  <a:moveTo>
                    <a:pt x="7" y="33"/>
                  </a:moveTo>
                  <a:cubicBezTo>
                    <a:pt x="3" y="23"/>
                    <a:pt x="5" y="12"/>
                    <a:pt x="6" y="2"/>
                  </a:cubicBezTo>
                  <a:cubicBezTo>
                    <a:pt x="7" y="1"/>
                    <a:pt x="3" y="0"/>
                    <a:pt x="3" y="2"/>
                  </a:cubicBezTo>
                  <a:cubicBezTo>
                    <a:pt x="1" y="12"/>
                    <a:pt x="0" y="23"/>
                    <a:pt x="4" y="33"/>
                  </a:cubicBezTo>
                  <a:cubicBezTo>
                    <a:pt x="4" y="35"/>
                    <a:pt x="7" y="34"/>
                    <a:pt x="7" y="33"/>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31"/>
            <p:cNvSpPr/>
            <p:nvPr/>
          </p:nvSpPr>
          <p:spPr>
            <a:xfrm>
              <a:off x="2733188" y="3812508"/>
              <a:ext cx="20587" cy="82336"/>
            </a:xfrm>
            <a:custGeom>
              <a:avLst/>
              <a:gdLst/>
              <a:ahLst/>
              <a:cxnLst/>
              <a:rect l="l" t="t" r="r" b="b"/>
              <a:pathLst>
                <a:path w="8" h="31" extrusionOk="0">
                  <a:moveTo>
                    <a:pt x="4" y="1"/>
                  </a:moveTo>
                  <a:cubicBezTo>
                    <a:pt x="0" y="10"/>
                    <a:pt x="0" y="20"/>
                    <a:pt x="1" y="29"/>
                  </a:cubicBezTo>
                  <a:cubicBezTo>
                    <a:pt x="1" y="31"/>
                    <a:pt x="4" y="31"/>
                    <a:pt x="4" y="29"/>
                  </a:cubicBezTo>
                  <a:cubicBezTo>
                    <a:pt x="4" y="20"/>
                    <a:pt x="3" y="10"/>
                    <a:pt x="7" y="1"/>
                  </a:cubicBezTo>
                  <a:cubicBezTo>
                    <a:pt x="8" y="0"/>
                    <a:pt x="4" y="0"/>
                    <a:pt x="4"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1" name="Google Shape;301;p31"/>
            <p:cNvSpPr/>
            <p:nvPr/>
          </p:nvSpPr>
          <p:spPr>
            <a:xfrm>
              <a:off x="2692019" y="3812508"/>
              <a:ext cx="20587" cy="82336"/>
            </a:xfrm>
            <a:custGeom>
              <a:avLst/>
              <a:gdLst/>
              <a:ahLst/>
              <a:cxnLst/>
              <a:rect l="l" t="t" r="r" b="b"/>
              <a:pathLst>
                <a:path w="8" h="31" extrusionOk="0">
                  <a:moveTo>
                    <a:pt x="4" y="1"/>
                  </a:moveTo>
                  <a:cubicBezTo>
                    <a:pt x="1" y="10"/>
                    <a:pt x="0" y="20"/>
                    <a:pt x="1" y="30"/>
                  </a:cubicBezTo>
                  <a:cubicBezTo>
                    <a:pt x="1" y="31"/>
                    <a:pt x="4" y="30"/>
                    <a:pt x="4" y="29"/>
                  </a:cubicBezTo>
                  <a:cubicBezTo>
                    <a:pt x="3" y="20"/>
                    <a:pt x="4" y="10"/>
                    <a:pt x="7" y="1"/>
                  </a:cubicBezTo>
                  <a:cubicBezTo>
                    <a:pt x="8" y="0"/>
                    <a:pt x="4" y="0"/>
                    <a:pt x="4"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 name="Google Shape;302;p31"/>
            <p:cNvSpPr/>
            <p:nvPr/>
          </p:nvSpPr>
          <p:spPr>
            <a:xfrm>
              <a:off x="2657713" y="3826230"/>
              <a:ext cx="13723" cy="61754"/>
            </a:xfrm>
            <a:custGeom>
              <a:avLst/>
              <a:gdLst/>
              <a:ahLst/>
              <a:cxnLst/>
              <a:rect l="l" t="t" r="r" b="b"/>
              <a:pathLst>
                <a:path w="7" h="24" extrusionOk="0">
                  <a:moveTo>
                    <a:pt x="3" y="1"/>
                  </a:moveTo>
                  <a:cubicBezTo>
                    <a:pt x="1" y="8"/>
                    <a:pt x="0" y="16"/>
                    <a:pt x="1" y="23"/>
                  </a:cubicBezTo>
                  <a:cubicBezTo>
                    <a:pt x="1" y="24"/>
                    <a:pt x="5" y="24"/>
                    <a:pt x="4" y="23"/>
                  </a:cubicBezTo>
                  <a:cubicBezTo>
                    <a:pt x="4" y="16"/>
                    <a:pt x="4" y="9"/>
                    <a:pt x="6" y="2"/>
                  </a:cubicBezTo>
                  <a:cubicBezTo>
                    <a:pt x="7" y="1"/>
                    <a:pt x="4" y="0"/>
                    <a:pt x="3"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3" name="Google Shape;303;p31"/>
            <p:cNvSpPr/>
            <p:nvPr/>
          </p:nvSpPr>
          <p:spPr>
            <a:xfrm>
              <a:off x="1957834" y="3730171"/>
              <a:ext cx="562648" cy="212705"/>
            </a:xfrm>
            <a:custGeom>
              <a:avLst/>
              <a:gdLst/>
              <a:ahLst/>
              <a:cxnLst/>
              <a:rect l="l" t="t" r="r" b="b"/>
              <a:pathLst>
                <a:path w="220" h="83" extrusionOk="0">
                  <a:moveTo>
                    <a:pt x="2" y="42"/>
                  </a:moveTo>
                  <a:cubicBezTo>
                    <a:pt x="2" y="40"/>
                    <a:pt x="3" y="38"/>
                    <a:pt x="5" y="35"/>
                  </a:cubicBezTo>
                  <a:cubicBezTo>
                    <a:pt x="8" y="30"/>
                    <a:pt x="12" y="26"/>
                    <a:pt x="17" y="23"/>
                  </a:cubicBezTo>
                  <a:cubicBezTo>
                    <a:pt x="22" y="19"/>
                    <a:pt x="28" y="15"/>
                    <a:pt x="33" y="12"/>
                  </a:cubicBezTo>
                  <a:cubicBezTo>
                    <a:pt x="37" y="11"/>
                    <a:pt x="40" y="9"/>
                    <a:pt x="44" y="8"/>
                  </a:cubicBezTo>
                  <a:cubicBezTo>
                    <a:pt x="47" y="6"/>
                    <a:pt x="51" y="5"/>
                    <a:pt x="54" y="4"/>
                  </a:cubicBezTo>
                  <a:cubicBezTo>
                    <a:pt x="57" y="2"/>
                    <a:pt x="60" y="1"/>
                    <a:pt x="63" y="1"/>
                  </a:cubicBezTo>
                  <a:cubicBezTo>
                    <a:pt x="69" y="0"/>
                    <a:pt x="75" y="1"/>
                    <a:pt x="80" y="2"/>
                  </a:cubicBezTo>
                  <a:cubicBezTo>
                    <a:pt x="106" y="8"/>
                    <a:pt x="133" y="8"/>
                    <a:pt x="160" y="8"/>
                  </a:cubicBezTo>
                  <a:cubicBezTo>
                    <a:pt x="168" y="8"/>
                    <a:pt x="174" y="12"/>
                    <a:pt x="181" y="15"/>
                  </a:cubicBezTo>
                  <a:cubicBezTo>
                    <a:pt x="188" y="19"/>
                    <a:pt x="195" y="23"/>
                    <a:pt x="202" y="28"/>
                  </a:cubicBezTo>
                  <a:cubicBezTo>
                    <a:pt x="207" y="32"/>
                    <a:pt x="216" y="37"/>
                    <a:pt x="218" y="43"/>
                  </a:cubicBezTo>
                  <a:cubicBezTo>
                    <a:pt x="220" y="48"/>
                    <a:pt x="219" y="52"/>
                    <a:pt x="218" y="57"/>
                  </a:cubicBezTo>
                  <a:cubicBezTo>
                    <a:pt x="216" y="61"/>
                    <a:pt x="214" y="62"/>
                    <a:pt x="209" y="64"/>
                  </a:cubicBezTo>
                  <a:cubicBezTo>
                    <a:pt x="153" y="82"/>
                    <a:pt x="92" y="83"/>
                    <a:pt x="35" y="69"/>
                  </a:cubicBezTo>
                  <a:cubicBezTo>
                    <a:pt x="23" y="65"/>
                    <a:pt x="0" y="57"/>
                    <a:pt x="2" y="4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4" name="Google Shape;304;p31"/>
            <p:cNvSpPr/>
            <p:nvPr/>
          </p:nvSpPr>
          <p:spPr>
            <a:xfrm>
              <a:off x="1978416" y="3737035"/>
              <a:ext cx="198987" cy="144091"/>
            </a:xfrm>
            <a:custGeom>
              <a:avLst/>
              <a:gdLst/>
              <a:ahLst/>
              <a:cxnLst/>
              <a:rect l="l" t="t" r="r" b="b"/>
              <a:pathLst>
                <a:path w="78" h="54" extrusionOk="0">
                  <a:moveTo>
                    <a:pt x="4" y="37"/>
                  </a:moveTo>
                  <a:cubicBezTo>
                    <a:pt x="7" y="32"/>
                    <a:pt x="13" y="27"/>
                    <a:pt x="18" y="24"/>
                  </a:cubicBezTo>
                  <a:cubicBezTo>
                    <a:pt x="29" y="16"/>
                    <a:pt x="41" y="9"/>
                    <a:pt x="54" y="5"/>
                  </a:cubicBezTo>
                  <a:cubicBezTo>
                    <a:pt x="61" y="3"/>
                    <a:pt x="68" y="1"/>
                    <a:pt x="75" y="0"/>
                  </a:cubicBezTo>
                  <a:cubicBezTo>
                    <a:pt x="76" y="0"/>
                    <a:pt x="77" y="0"/>
                    <a:pt x="78" y="1"/>
                  </a:cubicBezTo>
                  <a:cubicBezTo>
                    <a:pt x="78" y="1"/>
                    <a:pt x="77" y="2"/>
                    <a:pt x="76" y="2"/>
                  </a:cubicBezTo>
                  <a:cubicBezTo>
                    <a:pt x="64" y="3"/>
                    <a:pt x="52" y="7"/>
                    <a:pt x="40" y="13"/>
                  </a:cubicBezTo>
                  <a:cubicBezTo>
                    <a:pt x="35" y="16"/>
                    <a:pt x="29" y="19"/>
                    <a:pt x="24" y="22"/>
                  </a:cubicBezTo>
                  <a:cubicBezTo>
                    <a:pt x="19" y="26"/>
                    <a:pt x="14" y="30"/>
                    <a:pt x="10" y="34"/>
                  </a:cubicBezTo>
                  <a:cubicBezTo>
                    <a:pt x="5" y="39"/>
                    <a:pt x="2" y="47"/>
                    <a:pt x="7" y="52"/>
                  </a:cubicBezTo>
                  <a:cubicBezTo>
                    <a:pt x="8" y="53"/>
                    <a:pt x="5" y="54"/>
                    <a:pt x="4" y="53"/>
                  </a:cubicBezTo>
                  <a:cubicBezTo>
                    <a:pt x="0" y="49"/>
                    <a:pt x="1" y="42"/>
                    <a:pt x="4" y="37"/>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31"/>
            <p:cNvSpPr/>
            <p:nvPr/>
          </p:nvSpPr>
          <p:spPr>
            <a:xfrm>
              <a:off x="2225433" y="3764480"/>
              <a:ext cx="157819" cy="68614"/>
            </a:xfrm>
            <a:custGeom>
              <a:avLst/>
              <a:gdLst/>
              <a:ahLst/>
              <a:cxnLst/>
              <a:rect l="l" t="t" r="r" b="b"/>
              <a:pathLst>
                <a:path w="59" h="25" extrusionOk="0">
                  <a:moveTo>
                    <a:pt x="4" y="1"/>
                  </a:moveTo>
                  <a:cubicBezTo>
                    <a:pt x="7" y="6"/>
                    <a:pt x="9" y="10"/>
                    <a:pt x="11" y="15"/>
                  </a:cubicBezTo>
                  <a:cubicBezTo>
                    <a:pt x="12" y="17"/>
                    <a:pt x="13" y="20"/>
                    <a:pt x="15" y="21"/>
                  </a:cubicBezTo>
                  <a:cubicBezTo>
                    <a:pt x="17" y="23"/>
                    <a:pt x="19" y="23"/>
                    <a:pt x="21" y="22"/>
                  </a:cubicBezTo>
                  <a:cubicBezTo>
                    <a:pt x="33" y="22"/>
                    <a:pt x="45" y="21"/>
                    <a:pt x="56" y="20"/>
                  </a:cubicBezTo>
                  <a:cubicBezTo>
                    <a:pt x="57" y="20"/>
                    <a:pt x="58" y="20"/>
                    <a:pt x="58" y="21"/>
                  </a:cubicBezTo>
                  <a:cubicBezTo>
                    <a:pt x="59" y="21"/>
                    <a:pt x="58" y="22"/>
                    <a:pt x="57" y="22"/>
                  </a:cubicBezTo>
                  <a:cubicBezTo>
                    <a:pt x="27" y="24"/>
                    <a:pt x="27" y="24"/>
                    <a:pt x="27" y="24"/>
                  </a:cubicBezTo>
                  <a:cubicBezTo>
                    <a:pt x="23" y="24"/>
                    <a:pt x="19" y="25"/>
                    <a:pt x="14" y="24"/>
                  </a:cubicBezTo>
                  <a:cubicBezTo>
                    <a:pt x="10" y="22"/>
                    <a:pt x="9" y="19"/>
                    <a:pt x="8" y="15"/>
                  </a:cubicBezTo>
                  <a:cubicBezTo>
                    <a:pt x="6" y="11"/>
                    <a:pt x="3" y="6"/>
                    <a:pt x="1" y="2"/>
                  </a:cubicBezTo>
                  <a:cubicBezTo>
                    <a:pt x="0" y="1"/>
                    <a:pt x="3" y="0"/>
                    <a:pt x="4" y="1"/>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 name="Google Shape;306;p31"/>
            <p:cNvSpPr/>
            <p:nvPr/>
          </p:nvSpPr>
          <p:spPr>
            <a:xfrm>
              <a:off x="2252879" y="3881122"/>
              <a:ext cx="198987" cy="41168"/>
            </a:xfrm>
            <a:custGeom>
              <a:avLst/>
              <a:gdLst/>
              <a:ahLst/>
              <a:cxnLst/>
              <a:rect l="l" t="t" r="r" b="b"/>
              <a:pathLst>
                <a:path w="77" h="16" extrusionOk="0">
                  <a:moveTo>
                    <a:pt x="1" y="15"/>
                  </a:moveTo>
                  <a:cubicBezTo>
                    <a:pt x="5" y="13"/>
                    <a:pt x="7" y="10"/>
                    <a:pt x="10" y="7"/>
                  </a:cubicBezTo>
                  <a:cubicBezTo>
                    <a:pt x="11" y="6"/>
                    <a:pt x="13" y="5"/>
                    <a:pt x="15" y="4"/>
                  </a:cubicBezTo>
                  <a:cubicBezTo>
                    <a:pt x="17" y="3"/>
                    <a:pt x="20" y="3"/>
                    <a:pt x="22" y="3"/>
                  </a:cubicBezTo>
                  <a:cubicBezTo>
                    <a:pt x="34" y="2"/>
                    <a:pt x="45" y="1"/>
                    <a:pt x="56" y="1"/>
                  </a:cubicBezTo>
                  <a:cubicBezTo>
                    <a:pt x="63" y="1"/>
                    <a:pt x="69" y="0"/>
                    <a:pt x="76" y="0"/>
                  </a:cubicBezTo>
                  <a:cubicBezTo>
                    <a:pt x="76" y="0"/>
                    <a:pt x="77" y="1"/>
                    <a:pt x="77" y="1"/>
                  </a:cubicBezTo>
                  <a:cubicBezTo>
                    <a:pt x="77" y="2"/>
                    <a:pt x="76" y="2"/>
                    <a:pt x="76" y="2"/>
                  </a:cubicBezTo>
                  <a:cubicBezTo>
                    <a:pt x="65" y="2"/>
                    <a:pt x="53" y="3"/>
                    <a:pt x="42" y="3"/>
                  </a:cubicBezTo>
                  <a:cubicBezTo>
                    <a:pt x="37" y="3"/>
                    <a:pt x="31" y="4"/>
                    <a:pt x="26" y="4"/>
                  </a:cubicBezTo>
                  <a:cubicBezTo>
                    <a:pt x="23" y="4"/>
                    <a:pt x="20" y="4"/>
                    <a:pt x="18" y="5"/>
                  </a:cubicBezTo>
                  <a:cubicBezTo>
                    <a:pt x="16" y="6"/>
                    <a:pt x="14" y="7"/>
                    <a:pt x="13" y="8"/>
                  </a:cubicBezTo>
                  <a:cubicBezTo>
                    <a:pt x="10" y="11"/>
                    <a:pt x="7" y="15"/>
                    <a:pt x="3" y="16"/>
                  </a:cubicBezTo>
                  <a:cubicBezTo>
                    <a:pt x="2" y="16"/>
                    <a:pt x="1" y="16"/>
                    <a:pt x="1" y="16"/>
                  </a:cubicBezTo>
                  <a:cubicBezTo>
                    <a:pt x="0" y="15"/>
                    <a:pt x="1" y="15"/>
                    <a:pt x="1" y="1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31"/>
            <p:cNvSpPr/>
            <p:nvPr/>
          </p:nvSpPr>
          <p:spPr>
            <a:xfrm>
              <a:off x="2287189" y="3819371"/>
              <a:ext cx="20587" cy="89200"/>
            </a:xfrm>
            <a:custGeom>
              <a:avLst/>
              <a:gdLst/>
              <a:ahLst/>
              <a:cxnLst/>
              <a:rect l="l" t="t" r="r" b="b"/>
              <a:pathLst>
                <a:path w="7" h="35" extrusionOk="0">
                  <a:moveTo>
                    <a:pt x="0" y="33"/>
                  </a:moveTo>
                  <a:cubicBezTo>
                    <a:pt x="3" y="23"/>
                    <a:pt x="2" y="12"/>
                    <a:pt x="1" y="2"/>
                  </a:cubicBezTo>
                  <a:cubicBezTo>
                    <a:pt x="0" y="1"/>
                    <a:pt x="4" y="0"/>
                    <a:pt x="4" y="2"/>
                  </a:cubicBezTo>
                  <a:cubicBezTo>
                    <a:pt x="5" y="12"/>
                    <a:pt x="7" y="23"/>
                    <a:pt x="3" y="33"/>
                  </a:cubicBezTo>
                  <a:cubicBezTo>
                    <a:pt x="3" y="35"/>
                    <a:pt x="0" y="34"/>
                    <a:pt x="0" y="33"/>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31"/>
            <p:cNvSpPr/>
            <p:nvPr/>
          </p:nvSpPr>
          <p:spPr>
            <a:xfrm>
              <a:off x="2328358" y="3812508"/>
              <a:ext cx="20587" cy="82336"/>
            </a:xfrm>
            <a:custGeom>
              <a:avLst/>
              <a:gdLst/>
              <a:ahLst/>
              <a:cxnLst/>
              <a:rect l="l" t="t" r="r" b="b"/>
              <a:pathLst>
                <a:path w="8" h="31" extrusionOk="0">
                  <a:moveTo>
                    <a:pt x="4" y="1"/>
                  </a:moveTo>
                  <a:cubicBezTo>
                    <a:pt x="8" y="10"/>
                    <a:pt x="8" y="20"/>
                    <a:pt x="7" y="29"/>
                  </a:cubicBezTo>
                  <a:cubicBezTo>
                    <a:pt x="7" y="31"/>
                    <a:pt x="4" y="31"/>
                    <a:pt x="4" y="29"/>
                  </a:cubicBezTo>
                  <a:cubicBezTo>
                    <a:pt x="4" y="20"/>
                    <a:pt x="4" y="10"/>
                    <a:pt x="1" y="1"/>
                  </a:cubicBezTo>
                  <a:cubicBezTo>
                    <a:pt x="0" y="0"/>
                    <a:pt x="3" y="0"/>
                    <a:pt x="4"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31"/>
            <p:cNvSpPr/>
            <p:nvPr/>
          </p:nvSpPr>
          <p:spPr>
            <a:xfrm>
              <a:off x="2369528" y="3812508"/>
              <a:ext cx="20587" cy="82336"/>
            </a:xfrm>
            <a:custGeom>
              <a:avLst/>
              <a:gdLst/>
              <a:ahLst/>
              <a:cxnLst/>
              <a:rect l="l" t="t" r="r" b="b"/>
              <a:pathLst>
                <a:path w="8" h="31" extrusionOk="0">
                  <a:moveTo>
                    <a:pt x="4" y="1"/>
                  </a:moveTo>
                  <a:cubicBezTo>
                    <a:pt x="7" y="10"/>
                    <a:pt x="8" y="20"/>
                    <a:pt x="7" y="30"/>
                  </a:cubicBezTo>
                  <a:cubicBezTo>
                    <a:pt x="7" y="31"/>
                    <a:pt x="3" y="30"/>
                    <a:pt x="4" y="29"/>
                  </a:cubicBezTo>
                  <a:cubicBezTo>
                    <a:pt x="5" y="20"/>
                    <a:pt x="4" y="10"/>
                    <a:pt x="1" y="1"/>
                  </a:cubicBezTo>
                  <a:cubicBezTo>
                    <a:pt x="0" y="0"/>
                    <a:pt x="4" y="0"/>
                    <a:pt x="4"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31"/>
            <p:cNvSpPr/>
            <p:nvPr/>
          </p:nvSpPr>
          <p:spPr>
            <a:xfrm>
              <a:off x="2410697" y="3826230"/>
              <a:ext cx="13723" cy="61754"/>
            </a:xfrm>
            <a:custGeom>
              <a:avLst/>
              <a:gdLst/>
              <a:ahLst/>
              <a:cxnLst/>
              <a:rect l="l" t="t" r="r" b="b"/>
              <a:pathLst>
                <a:path w="7" h="24" extrusionOk="0">
                  <a:moveTo>
                    <a:pt x="4" y="1"/>
                  </a:moveTo>
                  <a:cubicBezTo>
                    <a:pt x="6" y="8"/>
                    <a:pt x="7" y="16"/>
                    <a:pt x="6" y="23"/>
                  </a:cubicBezTo>
                  <a:cubicBezTo>
                    <a:pt x="6" y="24"/>
                    <a:pt x="2" y="24"/>
                    <a:pt x="2" y="23"/>
                  </a:cubicBezTo>
                  <a:cubicBezTo>
                    <a:pt x="3" y="16"/>
                    <a:pt x="3" y="9"/>
                    <a:pt x="0" y="2"/>
                  </a:cubicBezTo>
                  <a:cubicBezTo>
                    <a:pt x="0" y="1"/>
                    <a:pt x="3" y="0"/>
                    <a:pt x="4" y="1"/>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31"/>
            <p:cNvSpPr/>
            <p:nvPr/>
          </p:nvSpPr>
          <p:spPr>
            <a:xfrm>
              <a:off x="2417556" y="2508844"/>
              <a:ext cx="308773" cy="96059"/>
            </a:xfrm>
            <a:custGeom>
              <a:avLst/>
              <a:gdLst/>
              <a:ahLst/>
              <a:cxnLst/>
              <a:rect l="l" t="t" r="r" b="b"/>
              <a:pathLst>
                <a:path w="119" h="36" extrusionOk="0">
                  <a:moveTo>
                    <a:pt x="119" y="0"/>
                  </a:moveTo>
                  <a:cubicBezTo>
                    <a:pt x="119" y="2"/>
                    <a:pt x="119" y="4"/>
                    <a:pt x="118" y="6"/>
                  </a:cubicBezTo>
                  <a:cubicBezTo>
                    <a:pt x="111" y="17"/>
                    <a:pt x="102" y="27"/>
                    <a:pt x="93" y="36"/>
                  </a:cubicBezTo>
                  <a:cubicBezTo>
                    <a:pt x="93" y="36"/>
                    <a:pt x="92" y="36"/>
                    <a:pt x="92" y="36"/>
                  </a:cubicBezTo>
                  <a:cubicBezTo>
                    <a:pt x="92" y="36"/>
                    <a:pt x="92" y="36"/>
                    <a:pt x="92" y="36"/>
                  </a:cubicBezTo>
                  <a:cubicBezTo>
                    <a:pt x="91" y="36"/>
                    <a:pt x="90" y="36"/>
                    <a:pt x="89" y="36"/>
                  </a:cubicBezTo>
                  <a:cubicBezTo>
                    <a:pt x="86" y="33"/>
                    <a:pt x="83" y="30"/>
                    <a:pt x="79" y="28"/>
                  </a:cubicBezTo>
                  <a:cubicBezTo>
                    <a:pt x="72" y="22"/>
                    <a:pt x="65" y="16"/>
                    <a:pt x="58" y="9"/>
                  </a:cubicBezTo>
                  <a:cubicBezTo>
                    <a:pt x="51" y="16"/>
                    <a:pt x="44" y="22"/>
                    <a:pt x="37" y="28"/>
                  </a:cubicBezTo>
                  <a:cubicBezTo>
                    <a:pt x="33" y="30"/>
                    <a:pt x="30" y="33"/>
                    <a:pt x="27" y="36"/>
                  </a:cubicBezTo>
                  <a:cubicBezTo>
                    <a:pt x="26" y="36"/>
                    <a:pt x="25" y="36"/>
                    <a:pt x="24" y="36"/>
                  </a:cubicBezTo>
                  <a:cubicBezTo>
                    <a:pt x="24" y="36"/>
                    <a:pt x="24" y="36"/>
                    <a:pt x="24" y="36"/>
                  </a:cubicBezTo>
                  <a:cubicBezTo>
                    <a:pt x="24" y="36"/>
                    <a:pt x="23" y="36"/>
                    <a:pt x="23" y="36"/>
                  </a:cubicBezTo>
                  <a:cubicBezTo>
                    <a:pt x="15" y="28"/>
                    <a:pt x="7" y="19"/>
                    <a:pt x="0" y="10"/>
                  </a:cubicBezTo>
                  <a:cubicBezTo>
                    <a:pt x="0" y="8"/>
                    <a:pt x="0" y="6"/>
                    <a:pt x="0" y="4"/>
                  </a:cubicBezTo>
                  <a:cubicBezTo>
                    <a:pt x="7" y="15"/>
                    <a:pt x="16" y="25"/>
                    <a:pt x="25" y="34"/>
                  </a:cubicBezTo>
                  <a:cubicBezTo>
                    <a:pt x="29" y="31"/>
                    <a:pt x="32" y="28"/>
                    <a:pt x="36" y="25"/>
                  </a:cubicBezTo>
                  <a:cubicBezTo>
                    <a:pt x="43" y="19"/>
                    <a:pt x="50" y="13"/>
                    <a:pt x="57" y="7"/>
                  </a:cubicBezTo>
                  <a:cubicBezTo>
                    <a:pt x="57" y="7"/>
                    <a:pt x="57" y="7"/>
                    <a:pt x="58" y="7"/>
                  </a:cubicBezTo>
                  <a:cubicBezTo>
                    <a:pt x="59" y="7"/>
                    <a:pt x="59" y="7"/>
                    <a:pt x="59" y="7"/>
                  </a:cubicBezTo>
                  <a:cubicBezTo>
                    <a:pt x="66" y="13"/>
                    <a:pt x="73" y="19"/>
                    <a:pt x="80" y="25"/>
                  </a:cubicBezTo>
                  <a:cubicBezTo>
                    <a:pt x="84" y="28"/>
                    <a:pt x="87" y="31"/>
                    <a:pt x="91" y="34"/>
                  </a:cubicBezTo>
                  <a:cubicBezTo>
                    <a:pt x="101" y="24"/>
                    <a:pt x="111" y="13"/>
                    <a:pt x="119"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31"/>
            <p:cNvSpPr/>
            <p:nvPr/>
          </p:nvSpPr>
          <p:spPr>
            <a:xfrm>
              <a:off x="1642202" y="3311629"/>
              <a:ext cx="1159602" cy="603800"/>
            </a:xfrm>
            <a:custGeom>
              <a:avLst/>
              <a:gdLst/>
              <a:ahLst/>
              <a:cxnLst/>
              <a:rect l="l" t="t" r="r" b="b"/>
              <a:pathLst>
                <a:path w="450" h="233" extrusionOk="0">
                  <a:moveTo>
                    <a:pt x="448" y="166"/>
                  </a:moveTo>
                  <a:cubicBezTo>
                    <a:pt x="448" y="166"/>
                    <a:pt x="448" y="166"/>
                    <a:pt x="448" y="166"/>
                  </a:cubicBezTo>
                  <a:cubicBezTo>
                    <a:pt x="448" y="166"/>
                    <a:pt x="448" y="166"/>
                    <a:pt x="448" y="166"/>
                  </a:cubicBezTo>
                  <a:cubicBezTo>
                    <a:pt x="448" y="166"/>
                    <a:pt x="447" y="166"/>
                    <a:pt x="446" y="166"/>
                  </a:cubicBezTo>
                  <a:cubicBezTo>
                    <a:pt x="422" y="162"/>
                    <a:pt x="399" y="158"/>
                    <a:pt x="376" y="152"/>
                  </a:cubicBezTo>
                  <a:cubicBezTo>
                    <a:pt x="355" y="147"/>
                    <a:pt x="336" y="140"/>
                    <a:pt x="317" y="131"/>
                  </a:cubicBezTo>
                  <a:cubicBezTo>
                    <a:pt x="276" y="112"/>
                    <a:pt x="237" y="91"/>
                    <a:pt x="200" y="66"/>
                  </a:cubicBezTo>
                  <a:cubicBezTo>
                    <a:pt x="189" y="59"/>
                    <a:pt x="178" y="51"/>
                    <a:pt x="167" y="45"/>
                  </a:cubicBezTo>
                  <a:cubicBezTo>
                    <a:pt x="144" y="30"/>
                    <a:pt x="119" y="19"/>
                    <a:pt x="93" y="10"/>
                  </a:cubicBezTo>
                  <a:cubicBezTo>
                    <a:pt x="81" y="5"/>
                    <a:pt x="69" y="2"/>
                    <a:pt x="56" y="1"/>
                  </a:cubicBezTo>
                  <a:cubicBezTo>
                    <a:pt x="36" y="0"/>
                    <a:pt x="16" y="7"/>
                    <a:pt x="8" y="25"/>
                  </a:cubicBezTo>
                  <a:cubicBezTo>
                    <a:pt x="0" y="40"/>
                    <a:pt x="0" y="59"/>
                    <a:pt x="4" y="75"/>
                  </a:cubicBezTo>
                  <a:cubicBezTo>
                    <a:pt x="14" y="112"/>
                    <a:pt x="46" y="141"/>
                    <a:pt x="79" y="158"/>
                  </a:cubicBezTo>
                  <a:cubicBezTo>
                    <a:pt x="118" y="179"/>
                    <a:pt x="160" y="191"/>
                    <a:pt x="203" y="202"/>
                  </a:cubicBezTo>
                  <a:cubicBezTo>
                    <a:pt x="206" y="203"/>
                    <a:pt x="210" y="204"/>
                    <a:pt x="213" y="205"/>
                  </a:cubicBezTo>
                  <a:cubicBezTo>
                    <a:pt x="258" y="217"/>
                    <a:pt x="303" y="228"/>
                    <a:pt x="349" y="231"/>
                  </a:cubicBezTo>
                  <a:cubicBezTo>
                    <a:pt x="368" y="233"/>
                    <a:pt x="388" y="218"/>
                    <a:pt x="403" y="208"/>
                  </a:cubicBezTo>
                  <a:cubicBezTo>
                    <a:pt x="420" y="197"/>
                    <a:pt x="435" y="184"/>
                    <a:pt x="449" y="170"/>
                  </a:cubicBezTo>
                  <a:cubicBezTo>
                    <a:pt x="450" y="168"/>
                    <a:pt x="450" y="167"/>
                    <a:pt x="448" y="166"/>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31"/>
            <p:cNvSpPr/>
            <p:nvPr/>
          </p:nvSpPr>
          <p:spPr>
            <a:xfrm>
              <a:off x="2520482" y="3194983"/>
              <a:ext cx="61756" cy="54891"/>
            </a:xfrm>
            <a:custGeom>
              <a:avLst/>
              <a:gdLst/>
              <a:ahLst/>
              <a:cxnLst/>
              <a:rect l="l" t="t" r="r" b="b"/>
              <a:pathLst>
                <a:path w="22" h="23" extrusionOk="0">
                  <a:moveTo>
                    <a:pt x="16" y="3"/>
                  </a:moveTo>
                  <a:cubicBezTo>
                    <a:pt x="12" y="0"/>
                    <a:pt x="6" y="2"/>
                    <a:pt x="3" y="6"/>
                  </a:cubicBezTo>
                  <a:cubicBezTo>
                    <a:pt x="1" y="8"/>
                    <a:pt x="0" y="11"/>
                    <a:pt x="1" y="14"/>
                  </a:cubicBezTo>
                  <a:cubicBezTo>
                    <a:pt x="1" y="14"/>
                    <a:pt x="1" y="14"/>
                    <a:pt x="1" y="14"/>
                  </a:cubicBezTo>
                  <a:cubicBezTo>
                    <a:pt x="1" y="15"/>
                    <a:pt x="1" y="15"/>
                    <a:pt x="1" y="15"/>
                  </a:cubicBezTo>
                  <a:cubicBezTo>
                    <a:pt x="1" y="15"/>
                    <a:pt x="1" y="15"/>
                    <a:pt x="1" y="15"/>
                  </a:cubicBezTo>
                  <a:cubicBezTo>
                    <a:pt x="1" y="15"/>
                    <a:pt x="1" y="15"/>
                    <a:pt x="1" y="15"/>
                  </a:cubicBezTo>
                  <a:cubicBezTo>
                    <a:pt x="2" y="17"/>
                    <a:pt x="2" y="18"/>
                    <a:pt x="4" y="19"/>
                  </a:cubicBezTo>
                  <a:cubicBezTo>
                    <a:pt x="7" y="23"/>
                    <a:pt x="13" y="23"/>
                    <a:pt x="17" y="20"/>
                  </a:cubicBezTo>
                  <a:cubicBezTo>
                    <a:pt x="18" y="19"/>
                    <a:pt x="20" y="17"/>
                    <a:pt x="20" y="15"/>
                  </a:cubicBezTo>
                  <a:cubicBezTo>
                    <a:pt x="22" y="11"/>
                    <a:pt x="21" y="6"/>
                    <a:pt x="16" y="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31"/>
            <p:cNvSpPr/>
            <p:nvPr/>
          </p:nvSpPr>
          <p:spPr>
            <a:xfrm>
              <a:off x="1861772" y="3002864"/>
              <a:ext cx="123508" cy="68614"/>
            </a:xfrm>
            <a:custGeom>
              <a:avLst/>
              <a:gdLst/>
              <a:ahLst/>
              <a:cxnLst/>
              <a:rect l="l" t="t" r="r" b="b"/>
              <a:pathLst>
                <a:path w="48" h="28" extrusionOk="0">
                  <a:moveTo>
                    <a:pt x="44" y="1"/>
                  </a:moveTo>
                  <a:cubicBezTo>
                    <a:pt x="32" y="11"/>
                    <a:pt x="17" y="20"/>
                    <a:pt x="2" y="26"/>
                  </a:cubicBezTo>
                  <a:cubicBezTo>
                    <a:pt x="0" y="26"/>
                    <a:pt x="2" y="28"/>
                    <a:pt x="4" y="27"/>
                  </a:cubicBezTo>
                  <a:cubicBezTo>
                    <a:pt x="19" y="21"/>
                    <a:pt x="34" y="13"/>
                    <a:pt x="47" y="1"/>
                  </a:cubicBezTo>
                  <a:cubicBezTo>
                    <a:pt x="48" y="0"/>
                    <a:pt x="45" y="0"/>
                    <a:pt x="44"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31"/>
            <p:cNvSpPr/>
            <p:nvPr/>
          </p:nvSpPr>
          <p:spPr>
            <a:xfrm>
              <a:off x="2925312" y="2694104"/>
              <a:ext cx="34310" cy="301901"/>
            </a:xfrm>
            <a:custGeom>
              <a:avLst/>
              <a:gdLst/>
              <a:ahLst/>
              <a:cxnLst/>
              <a:rect l="l" t="t" r="r" b="b"/>
              <a:pathLst>
                <a:path w="13" h="117" extrusionOk="0">
                  <a:moveTo>
                    <a:pt x="8" y="26"/>
                  </a:moveTo>
                  <a:cubicBezTo>
                    <a:pt x="9" y="18"/>
                    <a:pt x="9" y="9"/>
                    <a:pt x="10" y="1"/>
                  </a:cubicBezTo>
                  <a:cubicBezTo>
                    <a:pt x="10" y="0"/>
                    <a:pt x="13" y="0"/>
                    <a:pt x="13" y="1"/>
                  </a:cubicBezTo>
                  <a:cubicBezTo>
                    <a:pt x="11" y="31"/>
                    <a:pt x="9" y="61"/>
                    <a:pt x="6" y="90"/>
                  </a:cubicBezTo>
                  <a:cubicBezTo>
                    <a:pt x="5" y="99"/>
                    <a:pt x="5" y="107"/>
                    <a:pt x="4" y="116"/>
                  </a:cubicBezTo>
                  <a:cubicBezTo>
                    <a:pt x="3" y="117"/>
                    <a:pt x="0" y="117"/>
                    <a:pt x="0" y="116"/>
                  </a:cubicBezTo>
                  <a:cubicBezTo>
                    <a:pt x="3" y="86"/>
                    <a:pt x="6" y="56"/>
                    <a:pt x="8" y="2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31"/>
            <p:cNvSpPr/>
            <p:nvPr/>
          </p:nvSpPr>
          <p:spPr>
            <a:xfrm>
              <a:off x="3144882" y="3002864"/>
              <a:ext cx="123508" cy="68614"/>
            </a:xfrm>
            <a:custGeom>
              <a:avLst/>
              <a:gdLst/>
              <a:ahLst/>
              <a:cxnLst/>
              <a:rect l="l" t="t" r="r" b="b"/>
              <a:pathLst>
                <a:path w="48" h="28" extrusionOk="0">
                  <a:moveTo>
                    <a:pt x="4" y="1"/>
                  </a:moveTo>
                  <a:cubicBezTo>
                    <a:pt x="16" y="11"/>
                    <a:pt x="30" y="20"/>
                    <a:pt x="46" y="26"/>
                  </a:cubicBezTo>
                  <a:cubicBezTo>
                    <a:pt x="48" y="26"/>
                    <a:pt x="45" y="28"/>
                    <a:pt x="44" y="27"/>
                  </a:cubicBezTo>
                  <a:cubicBezTo>
                    <a:pt x="28" y="21"/>
                    <a:pt x="13" y="13"/>
                    <a:pt x="1" y="1"/>
                  </a:cubicBezTo>
                  <a:cubicBezTo>
                    <a:pt x="0" y="0"/>
                    <a:pt x="3" y="0"/>
                    <a:pt x="4"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31"/>
            <p:cNvSpPr/>
            <p:nvPr/>
          </p:nvSpPr>
          <p:spPr>
            <a:xfrm>
              <a:off x="1827462" y="3400825"/>
              <a:ext cx="1392897" cy="343070"/>
            </a:xfrm>
            <a:custGeom>
              <a:avLst/>
              <a:gdLst/>
              <a:ahLst/>
              <a:cxnLst/>
              <a:rect l="l" t="t" r="r" b="b"/>
              <a:pathLst>
                <a:path w="539" h="133" extrusionOk="0">
                  <a:moveTo>
                    <a:pt x="537" y="0"/>
                  </a:moveTo>
                  <a:cubicBezTo>
                    <a:pt x="519" y="0"/>
                    <a:pt x="500" y="2"/>
                    <a:pt x="483" y="8"/>
                  </a:cubicBezTo>
                  <a:cubicBezTo>
                    <a:pt x="474" y="11"/>
                    <a:pt x="466" y="14"/>
                    <a:pt x="458" y="19"/>
                  </a:cubicBezTo>
                  <a:cubicBezTo>
                    <a:pt x="450" y="23"/>
                    <a:pt x="442" y="29"/>
                    <a:pt x="435" y="35"/>
                  </a:cubicBezTo>
                  <a:cubicBezTo>
                    <a:pt x="427" y="41"/>
                    <a:pt x="420" y="48"/>
                    <a:pt x="412" y="53"/>
                  </a:cubicBezTo>
                  <a:cubicBezTo>
                    <a:pt x="405" y="59"/>
                    <a:pt x="397" y="65"/>
                    <a:pt x="390" y="70"/>
                  </a:cubicBezTo>
                  <a:cubicBezTo>
                    <a:pt x="374" y="80"/>
                    <a:pt x="358" y="88"/>
                    <a:pt x="341" y="96"/>
                  </a:cubicBezTo>
                  <a:cubicBezTo>
                    <a:pt x="324" y="103"/>
                    <a:pt x="307" y="109"/>
                    <a:pt x="289" y="114"/>
                  </a:cubicBezTo>
                  <a:cubicBezTo>
                    <a:pt x="287" y="114"/>
                    <a:pt x="284" y="115"/>
                    <a:pt x="282" y="115"/>
                  </a:cubicBezTo>
                  <a:cubicBezTo>
                    <a:pt x="282" y="116"/>
                    <a:pt x="282" y="116"/>
                    <a:pt x="282" y="116"/>
                  </a:cubicBezTo>
                  <a:cubicBezTo>
                    <a:pt x="260" y="111"/>
                    <a:pt x="239" y="104"/>
                    <a:pt x="218" y="96"/>
                  </a:cubicBezTo>
                  <a:cubicBezTo>
                    <a:pt x="195" y="86"/>
                    <a:pt x="173" y="72"/>
                    <a:pt x="152" y="59"/>
                  </a:cubicBezTo>
                  <a:cubicBezTo>
                    <a:pt x="131" y="45"/>
                    <a:pt x="109" y="32"/>
                    <a:pt x="86" y="22"/>
                  </a:cubicBezTo>
                  <a:cubicBezTo>
                    <a:pt x="63" y="12"/>
                    <a:pt x="38" y="5"/>
                    <a:pt x="13" y="1"/>
                  </a:cubicBezTo>
                  <a:cubicBezTo>
                    <a:pt x="10" y="1"/>
                    <a:pt x="7" y="0"/>
                    <a:pt x="3" y="0"/>
                  </a:cubicBezTo>
                  <a:cubicBezTo>
                    <a:pt x="3" y="0"/>
                    <a:pt x="1" y="0"/>
                    <a:pt x="1" y="1"/>
                  </a:cubicBezTo>
                  <a:cubicBezTo>
                    <a:pt x="0" y="2"/>
                    <a:pt x="1" y="2"/>
                    <a:pt x="2" y="2"/>
                  </a:cubicBezTo>
                  <a:cubicBezTo>
                    <a:pt x="28" y="5"/>
                    <a:pt x="53" y="11"/>
                    <a:pt x="77" y="21"/>
                  </a:cubicBezTo>
                  <a:cubicBezTo>
                    <a:pt x="100" y="31"/>
                    <a:pt x="122" y="44"/>
                    <a:pt x="143" y="57"/>
                  </a:cubicBezTo>
                  <a:cubicBezTo>
                    <a:pt x="165" y="70"/>
                    <a:pt x="186" y="84"/>
                    <a:pt x="209" y="95"/>
                  </a:cubicBezTo>
                  <a:cubicBezTo>
                    <a:pt x="232" y="105"/>
                    <a:pt x="256" y="112"/>
                    <a:pt x="281" y="118"/>
                  </a:cubicBezTo>
                  <a:cubicBezTo>
                    <a:pt x="305" y="124"/>
                    <a:pt x="330" y="128"/>
                    <a:pt x="355" y="131"/>
                  </a:cubicBezTo>
                  <a:cubicBezTo>
                    <a:pt x="359" y="132"/>
                    <a:pt x="362" y="132"/>
                    <a:pt x="365" y="133"/>
                  </a:cubicBezTo>
                  <a:cubicBezTo>
                    <a:pt x="366" y="133"/>
                    <a:pt x="367" y="133"/>
                    <a:pt x="368" y="132"/>
                  </a:cubicBezTo>
                  <a:cubicBezTo>
                    <a:pt x="368" y="131"/>
                    <a:pt x="367" y="130"/>
                    <a:pt x="366" y="130"/>
                  </a:cubicBezTo>
                  <a:cubicBezTo>
                    <a:pt x="341" y="127"/>
                    <a:pt x="316" y="123"/>
                    <a:pt x="291" y="118"/>
                  </a:cubicBezTo>
                  <a:cubicBezTo>
                    <a:pt x="290" y="117"/>
                    <a:pt x="288" y="117"/>
                    <a:pt x="287" y="117"/>
                  </a:cubicBezTo>
                  <a:cubicBezTo>
                    <a:pt x="304" y="113"/>
                    <a:pt x="321" y="107"/>
                    <a:pt x="337" y="101"/>
                  </a:cubicBezTo>
                  <a:cubicBezTo>
                    <a:pt x="354" y="94"/>
                    <a:pt x="370" y="85"/>
                    <a:pt x="386" y="76"/>
                  </a:cubicBezTo>
                  <a:cubicBezTo>
                    <a:pt x="401" y="66"/>
                    <a:pt x="416" y="55"/>
                    <a:pt x="430" y="43"/>
                  </a:cubicBezTo>
                  <a:cubicBezTo>
                    <a:pt x="438" y="37"/>
                    <a:pt x="445" y="30"/>
                    <a:pt x="453" y="25"/>
                  </a:cubicBezTo>
                  <a:cubicBezTo>
                    <a:pt x="461" y="20"/>
                    <a:pt x="469" y="16"/>
                    <a:pt x="477" y="13"/>
                  </a:cubicBezTo>
                  <a:cubicBezTo>
                    <a:pt x="494" y="6"/>
                    <a:pt x="512" y="3"/>
                    <a:pt x="530" y="2"/>
                  </a:cubicBezTo>
                  <a:cubicBezTo>
                    <a:pt x="533" y="2"/>
                    <a:pt x="535" y="2"/>
                    <a:pt x="537" y="2"/>
                  </a:cubicBezTo>
                  <a:cubicBezTo>
                    <a:pt x="538" y="2"/>
                    <a:pt x="539" y="2"/>
                    <a:pt x="539" y="1"/>
                  </a:cubicBezTo>
                  <a:cubicBezTo>
                    <a:pt x="539" y="0"/>
                    <a:pt x="538" y="0"/>
                    <a:pt x="537"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31"/>
            <p:cNvSpPr/>
            <p:nvPr/>
          </p:nvSpPr>
          <p:spPr>
            <a:xfrm>
              <a:off x="2218573" y="3414547"/>
              <a:ext cx="205846" cy="116646"/>
            </a:xfrm>
            <a:custGeom>
              <a:avLst/>
              <a:gdLst/>
              <a:ahLst/>
              <a:cxnLst/>
              <a:rect l="l" t="t" r="r" b="b"/>
              <a:pathLst>
                <a:path w="80" h="45" extrusionOk="0">
                  <a:moveTo>
                    <a:pt x="79" y="43"/>
                  </a:moveTo>
                  <a:cubicBezTo>
                    <a:pt x="70" y="36"/>
                    <a:pt x="61" y="30"/>
                    <a:pt x="51" y="24"/>
                  </a:cubicBezTo>
                  <a:cubicBezTo>
                    <a:pt x="41" y="18"/>
                    <a:pt x="32" y="13"/>
                    <a:pt x="21" y="9"/>
                  </a:cubicBezTo>
                  <a:cubicBezTo>
                    <a:pt x="16" y="6"/>
                    <a:pt x="10" y="4"/>
                    <a:pt x="5" y="0"/>
                  </a:cubicBezTo>
                  <a:cubicBezTo>
                    <a:pt x="4" y="0"/>
                    <a:pt x="3" y="0"/>
                    <a:pt x="2" y="0"/>
                  </a:cubicBezTo>
                  <a:cubicBezTo>
                    <a:pt x="1" y="0"/>
                    <a:pt x="0" y="1"/>
                    <a:pt x="1" y="1"/>
                  </a:cubicBezTo>
                  <a:cubicBezTo>
                    <a:pt x="10" y="8"/>
                    <a:pt x="21" y="11"/>
                    <a:pt x="30" y="16"/>
                  </a:cubicBezTo>
                  <a:cubicBezTo>
                    <a:pt x="41" y="21"/>
                    <a:pt x="50" y="27"/>
                    <a:pt x="60" y="33"/>
                  </a:cubicBezTo>
                  <a:cubicBezTo>
                    <a:pt x="65" y="37"/>
                    <a:pt x="70" y="40"/>
                    <a:pt x="75" y="44"/>
                  </a:cubicBezTo>
                  <a:cubicBezTo>
                    <a:pt x="76" y="45"/>
                    <a:pt x="77" y="45"/>
                    <a:pt x="78" y="44"/>
                  </a:cubicBezTo>
                  <a:cubicBezTo>
                    <a:pt x="79" y="44"/>
                    <a:pt x="80" y="43"/>
                    <a:pt x="79" y="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31"/>
            <p:cNvSpPr/>
            <p:nvPr/>
          </p:nvSpPr>
          <p:spPr>
            <a:xfrm>
              <a:off x="2170540" y="2433371"/>
              <a:ext cx="775360" cy="1084098"/>
            </a:xfrm>
            <a:custGeom>
              <a:avLst/>
              <a:gdLst/>
              <a:ahLst/>
              <a:cxnLst/>
              <a:rect l="l" t="t" r="r" b="b"/>
              <a:pathLst>
                <a:path w="300" h="421" extrusionOk="0">
                  <a:moveTo>
                    <a:pt x="300" y="365"/>
                  </a:moveTo>
                  <a:cubicBezTo>
                    <a:pt x="299" y="365"/>
                    <a:pt x="297" y="365"/>
                    <a:pt x="296" y="365"/>
                  </a:cubicBezTo>
                  <a:cubicBezTo>
                    <a:pt x="279" y="375"/>
                    <a:pt x="262" y="382"/>
                    <a:pt x="243" y="387"/>
                  </a:cubicBezTo>
                  <a:cubicBezTo>
                    <a:pt x="224" y="393"/>
                    <a:pt x="204" y="396"/>
                    <a:pt x="185" y="398"/>
                  </a:cubicBezTo>
                  <a:cubicBezTo>
                    <a:pt x="165" y="399"/>
                    <a:pt x="146" y="399"/>
                    <a:pt x="127" y="398"/>
                  </a:cubicBezTo>
                  <a:cubicBezTo>
                    <a:pt x="129" y="330"/>
                    <a:pt x="129" y="330"/>
                    <a:pt x="129" y="330"/>
                  </a:cubicBezTo>
                  <a:cubicBezTo>
                    <a:pt x="130" y="317"/>
                    <a:pt x="130" y="304"/>
                    <a:pt x="131" y="291"/>
                  </a:cubicBezTo>
                  <a:cubicBezTo>
                    <a:pt x="131" y="287"/>
                    <a:pt x="131" y="284"/>
                    <a:pt x="132" y="281"/>
                  </a:cubicBezTo>
                  <a:cubicBezTo>
                    <a:pt x="133" y="278"/>
                    <a:pt x="135" y="275"/>
                    <a:pt x="137" y="273"/>
                  </a:cubicBezTo>
                  <a:cubicBezTo>
                    <a:pt x="140" y="269"/>
                    <a:pt x="143" y="265"/>
                    <a:pt x="146" y="262"/>
                  </a:cubicBezTo>
                  <a:cubicBezTo>
                    <a:pt x="151" y="256"/>
                    <a:pt x="156" y="251"/>
                    <a:pt x="160" y="245"/>
                  </a:cubicBezTo>
                  <a:cubicBezTo>
                    <a:pt x="170" y="234"/>
                    <a:pt x="179" y="223"/>
                    <a:pt x="188" y="212"/>
                  </a:cubicBezTo>
                  <a:cubicBezTo>
                    <a:pt x="205" y="189"/>
                    <a:pt x="222" y="166"/>
                    <a:pt x="237" y="141"/>
                  </a:cubicBezTo>
                  <a:cubicBezTo>
                    <a:pt x="245" y="127"/>
                    <a:pt x="252" y="113"/>
                    <a:pt x="258" y="99"/>
                  </a:cubicBezTo>
                  <a:cubicBezTo>
                    <a:pt x="259" y="98"/>
                    <a:pt x="259" y="98"/>
                    <a:pt x="259" y="98"/>
                  </a:cubicBezTo>
                  <a:cubicBezTo>
                    <a:pt x="255" y="91"/>
                    <a:pt x="251" y="84"/>
                    <a:pt x="246" y="78"/>
                  </a:cubicBezTo>
                  <a:cubicBezTo>
                    <a:pt x="244" y="75"/>
                    <a:pt x="241" y="72"/>
                    <a:pt x="239" y="69"/>
                  </a:cubicBezTo>
                  <a:cubicBezTo>
                    <a:pt x="238" y="69"/>
                    <a:pt x="237" y="68"/>
                    <a:pt x="237" y="67"/>
                  </a:cubicBezTo>
                  <a:cubicBezTo>
                    <a:pt x="238" y="66"/>
                    <a:pt x="239" y="65"/>
                    <a:pt x="239" y="65"/>
                  </a:cubicBezTo>
                  <a:cubicBezTo>
                    <a:pt x="241" y="63"/>
                    <a:pt x="242" y="62"/>
                    <a:pt x="244" y="60"/>
                  </a:cubicBezTo>
                  <a:cubicBezTo>
                    <a:pt x="247" y="57"/>
                    <a:pt x="250" y="54"/>
                    <a:pt x="253" y="51"/>
                  </a:cubicBezTo>
                  <a:cubicBezTo>
                    <a:pt x="255" y="49"/>
                    <a:pt x="256" y="48"/>
                    <a:pt x="257" y="46"/>
                  </a:cubicBezTo>
                  <a:cubicBezTo>
                    <a:pt x="258" y="45"/>
                    <a:pt x="259" y="44"/>
                    <a:pt x="259" y="42"/>
                  </a:cubicBezTo>
                  <a:cubicBezTo>
                    <a:pt x="258" y="40"/>
                    <a:pt x="257" y="39"/>
                    <a:pt x="256" y="38"/>
                  </a:cubicBezTo>
                  <a:cubicBezTo>
                    <a:pt x="255" y="36"/>
                    <a:pt x="253" y="34"/>
                    <a:pt x="252" y="33"/>
                  </a:cubicBezTo>
                  <a:cubicBezTo>
                    <a:pt x="249" y="30"/>
                    <a:pt x="247" y="27"/>
                    <a:pt x="244" y="23"/>
                  </a:cubicBezTo>
                  <a:cubicBezTo>
                    <a:pt x="237" y="16"/>
                    <a:pt x="230" y="9"/>
                    <a:pt x="224" y="1"/>
                  </a:cubicBezTo>
                  <a:cubicBezTo>
                    <a:pt x="223" y="0"/>
                    <a:pt x="220" y="1"/>
                    <a:pt x="221" y="2"/>
                  </a:cubicBezTo>
                  <a:cubicBezTo>
                    <a:pt x="238" y="22"/>
                    <a:pt x="238" y="22"/>
                    <a:pt x="238" y="22"/>
                  </a:cubicBezTo>
                  <a:cubicBezTo>
                    <a:pt x="241" y="25"/>
                    <a:pt x="244" y="28"/>
                    <a:pt x="247" y="31"/>
                  </a:cubicBezTo>
                  <a:cubicBezTo>
                    <a:pt x="250" y="34"/>
                    <a:pt x="253" y="38"/>
                    <a:pt x="255" y="41"/>
                  </a:cubicBezTo>
                  <a:cubicBezTo>
                    <a:pt x="256" y="43"/>
                    <a:pt x="255" y="44"/>
                    <a:pt x="254" y="46"/>
                  </a:cubicBezTo>
                  <a:cubicBezTo>
                    <a:pt x="252" y="48"/>
                    <a:pt x="251" y="49"/>
                    <a:pt x="249" y="51"/>
                  </a:cubicBezTo>
                  <a:cubicBezTo>
                    <a:pt x="247" y="54"/>
                    <a:pt x="244" y="57"/>
                    <a:pt x="241" y="60"/>
                  </a:cubicBezTo>
                  <a:cubicBezTo>
                    <a:pt x="239" y="61"/>
                    <a:pt x="238" y="63"/>
                    <a:pt x="236" y="64"/>
                  </a:cubicBezTo>
                  <a:cubicBezTo>
                    <a:pt x="235" y="65"/>
                    <a:pt x="234" y="66"/>
                    <a:pt x="234" y="68"/>
                  </a:cubicBezTo>
                  <a:cubicBezTo>
                    <a:pt x="234" y="69"/>
                    <a:pt x="236" y="71"/>
                    <a:pt x="237" y="72"/>
                  </a:cubicBezTo>
                  <a:cubicBezTo>
                    <a:pt x="238" y="73"/>
                    <a:pt x="240" y="75"/>
                    <a:pt x="241" y="76"/>
                  </a:cubicBezTo>
                  <a:cubicBezTo>
                    <a:pt x="247" y="83"/>
                    <a:pt x="251" y="90"/>
                    <a:pt x="255" y="97"/>
                  </a:cubicBezTo>
                  <a:cubicBezTo>
                    <a:pt x="255" y="98"/>
                    <a:pt x="255" y="98"/>
                    <a:pt x="255" y="98"/>
                  </a:cubicBezTo>
                  <a:cubicBezTo>
                    <a:pt x="244" y="124"/>
                    <a:pt x="229" y="149"/>
                    <a:pt x="213" y="173"/>
                  </a:cubicBezTo>
                  <a:cubicBezTo>
                    <a:pt x="197" y="197"/>
                    <a:pt x="179" y="219"/>
                    <a:pt x="160" y="241"/>
                  </a:cubicBezTo>
                  <a:cubicBezTo>
                    <a:pt x="155" y="247"/>
                    <a:pt x="149" y="254"/>
                    <a:pt x="144" y="260"/>
                  </a:cubicBezTo>
                  <a:cubicBezTo>
                    <a:pt x="140" y="264"/>
                    <a:pt x="136" y="269"/>
                    <a:pt x="133" y="274"/>
                  </a:cubicBezTo>
                  <a:cubicBezTo>
                    <a:pt x="134" y="268"/>
                    <a:pt x="135" y="262"/>
                    <a:pt x="137" y="256"/>
                  </a:cubicBezTo>
                  <a:cubicBezTo>
                    <a:pt x="141" y="243"/>
                    <a:pt x="146" y="232"/>
                    <a:pt x="153" y="221"/>
                  </a:cubicBezTo>
                  <a:cubicBezTo>
                    <a:pt x="154" y="220"/>
                    <a:pt x="151" y="220"/>
                    <a:pt x="150" y="221"/>
                  </a:cubicBezTo>
                  <a:cubicBezTo>
                    <a:pt x="146" y="226"/>
                    <a:pt x="143" y="232"/>
                    <a:pt x="140" y="238"/>
                  </a:cubicBezTo>
                  <a:cubicBezTo>
                    <a:pt x="127" y="217"/>
                    <a:pt x="114" y="195"/>
                    <a:pt x="102" y="174"/>
                  </a:cubicBezTo>
                  <a:cubicBezTo>
                    <a:pt x="89" y="153"/>
                    <a:pt x="76" y="132"/>
                    <a:pt x="65" y="110"/>
                  </a:cubicBezTo>
                  <a:cubicBezTo>
                    <a:pt x="64" y="107"/>
                    <a:pt x="62" y="104"/>
                    <a:pt x="61" y="101"/>
                  </a:cubicBezTo>
                  <a:cubicBezTo>
                    <a:pt x="60" y="97"/>
                    <a:pt x="60" y="94"/>
                    <a:pt x="61" y="91"/>
                  </a:cubicBezTo>
                  <a:cubicBezTo>
                    <a:pt x="63" y="88"/>
                    <a:pt x="65" y="85"/>
                    <a:pt x="67" y="83"/>
                  </a:cubicBezTo>
                  <a:cubicBezTo>
                    <a:pt x="69" y="80"/>
                    <a:pt x="71" y="77"/>
                    <a:pt x="73" y="74"/>
                  </a:cubicBezTo>
                  <a:cubicBezTo>
                    <a:pt x="72" y="73"/>
                    <a:pt x="72" y="73"/>
                    <a:pt x="72" y="73"/>
                  </a:cubicBezTo>
                  <a:cubicBezTo>
                    <a:pt x="68" y="68"/>
                    <a:pt x="65" y="64"/>
                    <a:pt x="61" y="59"/>
                  </a:cubicBezTo>
                  <a:cubicBezTo>
                    <a:pt x="59" y="57"/>
                    <a:pt x="57" y="54"/>
                    <a:pt x="55" y="52"/>
                  </a:cubicBezTo>
                  <a:cubicBezTo>
                    <a:pt x="53" y="50"/>
                    <a:pt x="51" y="48"/>
                    <a:pt x="49" y="45"/>
                  </a:cubicBezTo>
                  <a:cubicBezTo>
                    <a:pt x="48" y="43"/>
                    <a:pt x="47" y="41"/>
                    <a:pt x="48" y="38"/>
                  </a:cubicBezTo>
                  <a:cubicBezTo>
                    <a:pt x="49" y="36"/>
                    <a:pt x="51" y="34"/>
                    <a:pt x="52" y="32"/>
                  </a:cubicBezTo>
                  <a:cubicBezTo>
                    <a:pt x="56" y="27"/>
                    <a:pt x="60" y="23"/>
                    <a:pt x="64" y="19"/>
                  </a:cubicBezTo>
                  <a:cubicBezTo>
                    <a:pt x="68" y="14"/>
                    <a:pt x="73" y="10"/>
                    <a:pt x="77" y="5"/>
                  </a:cubicBezTo>
                  <a:cubicBezTo>
                    <a:pt x="79" y="4"/>
                    <a:pt x="75" y="4"/>
                    <a:pt x="75" y="5"/>
                  </a:cubicBezTo>
                  <a:cubicBezTo>
                    <a:pt x="66" y="12"/>
                    <a:pt x="57" y="21"/>
                    <a:pt x="50" y="30"/>
                  </a:cubicBezTo>
                  <a:cubicBezTo>
                    <a:pt x="46" y="34"/>
                    <a:pt x="43" y="38"/>
                    <a:pt x="45" y="44"/>
                  </a:cubicBezTo>
                  <a:cubicBezTo>
                    <a:pt x="46" y="46"/>
                    <a:pt x="48" y="48"/>
                    <a:pt x="49" y="50"/>
                  </a:cubicBezTo>
                  <a:cubicBezTo>
                    <a:pt x="51" y="52"/>
                    <a:pt x="53" y="55"/>
                    <a:pt x="56" y="57"/>
                  </a:cubicBezTo>
                  <a:cubicBezTo>
                    <a:pt x="60" y="63"/>
                    <a:pt x="65" y="68"/>
                    <a:pt x="69" y="74"/>
                  </a:cubicBezTo>
                  <a:cubicBezTo>
                    <a:pt x="66" y="79"/>
                    <a:pt x="62" y="84"/>
                    <a:pt x="59" y="89"/>
                  </a:cubicBezTo>
                  <a:cubicBezTo>
                    <a:pt x="58" y="91"/>
                    <a:pt x="57" y="94"/>
                    <a:pt x="57" y="96"/>
                  </a:cubicBezTo>
                  <a:cubicBezTo>
                    <a:pt x="57" y="99"/>
                    <a:pt x="58" y="102"/>
                    <a:pt x="59" y="104"/>
                  </a:cubicBezTo>
                  <a:cubicBezTo>
                    <a:pt x="64" y="116"/>
                    <a:pt x="70" y="126"/>
                    <a:pt x="76" y="137"/>
                  </a:cubicBezTo>
                  <a:cubicBezTo>
                    <a:pt x="89" y="159"/>
                    <a:pt x="102" y="180"/>
                    <a:pt x="115" y="202"/>
                  </a:cubicBezTo>
                  <a:cubicBezTo>
                    <a:pt x="123" y="214"/>
                    <a:pt x="130" y="227"/>
                    <a:pt x="137" y="239"/>
                  </a:cubicBezTo>
                  <a:cubicBezTo>
                    <a:pt x="138" y="240"/>
                    <a:pt x="139" y="240"/>
                    <a:pt x="139" y="240"/>
                  </a:cubicBezTo>
                  <a:cubicBezTo>
                    <a:pt x="133" y="254"/>
                    <a:pt x="129" y="269"/>
                    <a:pt x="128" y="285"/>
                  </a:cubicBezTo>
                  <a:cubicBezTo>
                    <a:pt x="127" y="298"/>
                    <a:pt x="127" y="311"/>
                    <a:pt x="126" y="324"/>
                  </a:cubicBezTo>
                  <a:cubicBezTo>
                    <a:pt x="126" y="338"/>
                    <a:pt x="125" y="351"/>
                    <a:pt x="125" y="364"/>
                  </a:cubicBezTo>
                  <a:cubicBezTo>
                    <a:pt x="124" y="375"/>
                    <a:pt x="124" y="386"/>
                    <a:pt x="123" y="397"/>
                  </a:cubicBezTo>
                  <a:cubicBezTo>
                    <a:pt x="105" y="396"/>
                    <a:pt x="86" y="393"/>
                    <a:pt x="68" y="389"/>
                  </a:cubicBezTo>
                  <a:cubicBezTo>
                    <a:pt x="49" y="385"/>
                    <a:pt x="30" y="379"/>
                    <a:pt x="12" y="372"/>
                  </a:cubicBezTo>
                  <a:cubicBezTo>
                    <a:pt x="9" y="371"/>
                    <a:pt x="7" y="370"/>
                    <a:pt x="5" y="369"/>
                  </a:cubicBezTo>
                  <a:cubicBezTo>
                    <a:pt x="4" y="369"/>
                    <a:pt x="2" y="369"/>
                    <a:pt x="1" y="369"/>
                  </a:cubicBezTo>
                  <a:cubicBezTo>
                    <a:pt x="1" y="370"/>
                    <a:pt x="0" y="371"/>
                    <a:pt x="1" y="371"/>
                  </a:cubicBezTo>
                  <a:cubicBezTo>
                    <a:pt x="20" y="379"/>
                    <a:pt x="39" y="385"/>
                    <a:pt x="58" y="389"/>
                  </a:cubicBezTo>
                  <a:cubicBezTo>
                    <a:pt x="78" y="394"/>
                    <a:pt x="98" y="397"/>
                    <a:pt x="118" y="399"/>
                  </a:cubicBezTo>
                  <a:cubicBezTo>
                    <a:pt x="137" y="401"/>
                    <a:pt x="157" y="402"/>
                    <a:pt x="177" y="400"/>
                  </a:cubicBezTo>
                  <a:cubicBezTo>
                    <a:pt x="192" y="400"/>
                    <a:pt x="206" y="398"/>
                    <a:pt x="220" y="395"/>
                  </a:cubicBezTo>
                  <a:cubicBezTo>
                    <a:pt x="200" y="403"/>
                    <a:pt x="179" y="411"/>
                    <a:pt x="159" y="419"/>
                  </a:cubicBezTo>
                  <a:cubicBezTo>
                    <a:pt x="158" y="419"/>
                    <a:pt x="157" y="420"/>
                    <a:pt x="158" y="421"/>
                  </a:cubicBezTo>
                  <a:cubicBezTo>
                    <a:pt x="159" y="421"/>
                    <a:pt x="160" y="421"/>
                    <a:pt x="161" y="421"/>
                  </a:cubicBezTo>
                  <a:cubicBezTo>
                    <a:pt x="183" y="413"/>
                    <a:pt x="204" y="405"/>
                    <a:pt x="226" y="396"/>
                  </a:cubicBezTo>
                  <a:cubicBezTo>
                    <a:pt x="226" y="396"/>
                    <a:pt x="226" y="395"/>
                    <a:pt x="226" y="394"/>
                  </a:cubicBezTo>
                  <a:cubicBezTo>
                    <a:pt x="225" y="394"/>
                    <a:pt x="225" y="394"/>
                    <a:pt x="225" y="394"/>
                  </a:cubicBezTo>
                  <a:cubicBezTo>
                    <a:pt x="230" y="393"/>
                    <a:pt x="234" y="392"/>
                    <a:pt x="238" y="391"/>
                  </a:cubicBezTo>
                  <a:cubicBezTo>
                    <a:pt x="257" y="386"/>
                    <a:pt x="276" y="379"/>
                    <a:pt x="293" y="370"/>
                  </a:cubicBezTo>
                  <a:cubicBezTo>
                    <a:pt x="295" y="369"/>
                    <a:pt x="298" y="368"/>
                    <a:pt x="300" y="367"/>
                  </a:cubicBezTo>
                  <a:cubicBezTo>
                    <a:pt x="300" y="367"/>
                    <a:pt x="300" y="366"/>
                    <a:pt x="300" y="3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31"/>
            <p:cNvSpPr/>
            <p:nvPr/>
          </p:nvSpPr>
          <p:spPr>
            <a:xfrm>
              <a:off x="1676508" y="3359656"/>
              <a:ext cx="41169" cy="109782"/>
            </a:xfrm>
            <a:custGeom>
              <a:avLst/>
              <a:gdLst/>
              <a:ahLst/>
              <a:cxnLst/>
              <a:rect l="l" t="t" r="r" b="b"/>
              <a:pathLst>
                <a:path w="15" h="44" extrusionOk="0">
                  <a:moveTo>
                    <a:pt x="15" y="43"/>
                  </a:moveTo>
                  <a:cubicBezTo>
                    <a:pt x="7" y="30"/>
                    <a:pt x="4" y="16"/>
                    <a:pt x="6" y="1"/>
                  </a:cubicBezTo>
                  <a:cubicBezTo>
                    <a:pt x="7" y="0"/>
                    <a:pt x="3" y="0"/>
                    <a:pt x="3" y="1"/>
                  </a:cubicBezTo>
                  <a:cubicBezTo>
                    <a:pt x="0" y="16"/>
                    <a:pt x="4" y="31"/>
                    <a:pt x="11" y="43"/>
                  </a:cubicBezTo>
                  <a:cubicBezTo>
                    <a:pt x="12" y="44"/>
                    <a:pt x="15" y="44"/>
                    <a:pt x="15" y="4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31"/>
            <p:cNvSpPr/>
            <p:nvPr/>
          </p:nvSpPr>
          <p:spPr>
            <a:xfrm>
              <a:off x="1738264" y="3510607"/>
              <a:ext cx="185264" cy="137227"/>
            </a:xfrm>
            <a:custGeom>
              <a:avLst/>
              <a:gdLst/>
              <a:ahLst/>
              <a:cxnLst/>
              <a:rect l="l" t="t" r="r" b="b"/>
              <a:pathLst>
                <a:path w="73" h="52" extrusionOk="0">
                  <a:moveTo>
                    <a:pt x="73" y="50"/>
                  </a:moveTo>
                  <a:cubicBezTo>
                    <a:pt x="53" y="41"/>
                    <a:pt x="34" y="29"/>
                    <a:pt x="17" y="14"/>
                  </a:cubicBezTo>
                  <a:cubicBezTo>
                    <a:pt x="13" y="10"/>
                    <a:pt x="8" y="5"/>
                    <a:pt x="4" y="1"/>
                  </a:cubicBezTo>
                  <a:cubicBezTo>
                    <a:pt x="3" y="0"/>
                    <a:pt x="0" y="1"/>
                    <a:pt x="1" y="2"/>
                  </a:cubicBezTo>
                  <a:cubicBezTo>
                    <a:pt x="16" y="18"/>
                    <a:pt x="34" y="32"/>
                    <a:pt x="53" y="43"/>
                  </a:cubicBezTo>
                  <a:cubicBezTo>
                    <a:pt x="59" y="46"/>
                    <a:pt x="65" y="49"/>
                    <a:pt x="70" y="52"/>
                  </a:cubicBezTo>
                  <a:cubicBezTo>
                    <a:pt x="71" y="52"/>
                    <a:pt x="72" y="52"/>
                    <a:pt x="73" y="52"/>
                  </a:cubicBezTo>
                  <a:cubicBezTo>
                    <a:pt x="73" y="51"/>
                    <a:pt x="73" y="51"/>
                    <a:pt x="73" y="5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31"/>
            <p:cNvSpPr/>
            <p:nvPr/>
          </p:nvSpPr>
          <p:spPr>
            <a:xfrm>
              <a:off x="2026450" y="3682144"/>
              <a:ext cx="542064" cy="157815"/>
            </a:xfrm>
            <a:custGeom>
              <a:avLst/>
              <a:gdLst/>
              <a:ahLst/>
              <a:cxnLst/>
              <a:rect l="l" t="t" r="r" b="b"/>
              <a:pathLst>
                <a:path w="209" h="61" extrusionOk="0">
                  <a:moveTo>
                    <a:pt x="208" y="60"/>
                  </a:moveTo>
                  <a:cubicBezTo>
                    <a:pt x="181" y="54"/>
                    <a:pt x="154" y="48"/>
                    <a:pt x="127" y="41"/>
                  </a:cubicBezTo>
                  <a:cubicBezTo>
                    <a:pt x="100" y="34"/>
                    <a:pt x="73" y="26"/>
                    <a:pt x="47" y="17"/>
                  </a:cubicBezTo>
                  <a:cubicBezTo>
                    <a:pt x="32" y="12"/>
                    <a:pt x="18" y="6"/>
                    <a:pt x="4" y="0"/>
                  </a:cubicBezTo>
                  <a:cubicBezTo>
                    <a:pt x="3" y="0"/>
                    <a:pt x="2" y="0"/>
                    <a:pt x="1" y="0"/>
                  </a:cubicBezTo>
                  <a:cubicBezTo>
                    <a:pt x="1" y="0"/>
                    <a:pt x="0" y="1"/>
                    <a:pt x="1" y="1"/>
                  </a:cubicBezTo>
                  <a:cubicBezTo>
                    <a:pt x="27" y="13"/>
                    <a:pt x="53" y="22"/>
                    <a:pt x="80" y="30"/>
                  </a:cubicBezTo>
                  <a:cubicBezTo>
                    <a:pt x="106" y="38"/>
                    <a:pt x="133" y="45"/>
                    <a:pt x="161" y="51"/>
                  </a:cubicBezTo>
                  <a:cubicBezTo>
                    <a:pt x="176" y="54"/>
                    <a:pt x="191" y="58"/>
                    <a:pt x="207" y="61"/>
                  </a:cubicBezTo>
                  <a:cubicBezTo>
                    <a:pt x="207" y="61"/>
                    <a:pt x="208" y="61"/>
                    <a:pt x="209" y="61"/>
                  </a:cubicBezTo>
                  <a:cubicBezTo>
                    <a:pt x="209" y="60"/>
                    <a:pt x="209" y="60"/>
                    <a:pt x="208" y="6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 name="Google Shape;323;p31"/>
            <p:cNvSpPr/>
            <p:nvPr/>
          </p:nvSpPr>
          <p:spPr>
            <a:xfrm>
              <a:off x="3316423" y="3428270"/>
              <a:ext cx="68616" cy="82337"/>
            </a:xfrm>
            <a:custGeom>
              <a:avLst/>
              <a:gdLst/>
              <a:ahLst/>
              <a:cxnLst/>
              <a:rect l="l" t="t" r="r" b="b"/>
              <a:pathLst>
                <a:path w="28" h="32" extrusionOk="0">
                  <a:moveTo>
                    <a:pt x="24" y="1"/>
                  </a:moveTo>
                  <a:cubicBezTo>
                    <a:pt x="18" y="12"/>
                    <a:pt x="11" y="23"/>
                    <a:pt x="1" y="31"/>
                  </a:cubicBezTo>
                  <a:cubicBezTo>
                    <a:pt x="0" y="31"/>
                    <a:pt x="1" y="32"/>
                    <a:pt x="1" y="32"/>
                  </a:cubicBezTo>
                  <a:cubicBezTo>
                    <a:pt x="2" y="32"/>
                    <a:pt x="3" y="32"/>
                    <a:pt x="4" y="32"/>
                  </a:cubicBezTo>
                  <a:cubicBezTo>
                    <a:pt x="14" y="24"/>
                    <a:pt x="21" y="12"/>
                    <a:pt x="27" y="1"/>
                  </a:cubicBezTo>
                  <a:cubicBezTo>
                    <a:pt x="28" y="0"/>
                    <a:pt x="24" y="0"/>
                    <a:pt x="24"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31"/>
            <p:cNvSpPr/>
            <p:nvPr/>
          </p:nvSpPr>
          <p:spPr>
            <a:xfrm>
              <a:off x="2973345" y="3613530"/>
              <a:ext cx="198987" cy="116646"/>
            </a:xfrm>
            <a:custGeom>
              <a:avLst/>
              <a:gdLst/>
              <a:ahLst/>
              <a:cxnLst/>
              <a:rect l="l" t="t" r="r" b="b"/>
              <a:pathLst>
                <a:path w="76" h="46" extrusionOk="0">
                  <a:moveTo>
                    <a:pt x="74" y="0"/>
                  </a:moveTo>
                  <a:cubicBezTo>
                    <a:pt x="74" y="0"/>
                    <a:pt x="73" y="0"/>
                    <a:pt x="72" y="1"/>
                  </a:cubicBezTo>
                  <a:cubicBezTo>
                    <a:pt x="54" y="13"/>
                    <a:pt x="36" y="24"/>
                    <a:pt x="17" y="35"/>
                  </a:cubicBezTo>
                  <a:cubicBezTo>
                    <a:pt x="11" y="38"/>
                    <a:pt x="6" y="41"/>
                    <a:pt x="0" y="44"/>
                  </a:cubicBezTo>
                  <a:cubicBezTo>
                    <a:pt x="0" y="45"/>
                    <a:pt x="0" y="45"/>
                    <a:pt x="0" y="45"/>
                  </a:cubicBezTo>
                  <a:cubicBezTo>
                    <a:pt x="1" y="46"/>
                    <a:pt x="2" y="46"/>
                    <a:pt x="3" y="45"/>
                  </a:cubicBezTo>
                  <a:cubicBezTo>
                    <a:pt x="22" y="35"/>
                    <a:pt x="41" y="24"/>
                    <a:pt x="60" y="12"/>
                  </a:cubicBezTo>
                  <a:cubicBezTo>
                    <a:pt x="65" y="8"/>
                    <a:pt x="70" y="5"/>
                    <a:pt x="75" y="2"/>
                  </a:cubicBezTo>
                  <a:cubicBezTo>
                    <a:pt x="76" y="1"/>
                    <a:pt x="75" y="1"/>
                    <a:pt x="74"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31"/>
            <p:cNvSpPr/>
            <p:nvPr/>
          </p:nvSpPr>
          <p:spPr>
            <a:xfrm>
              <a:off x="2170540" y="2694104"/>
              <a:ext cx="34310" cy="301901"/>
            </a:xfrm>
            <a:custGeom>
              <a:avLst/>
              <a:gdLst/>
              <a:ahLst/>
              <a:cxnLst/>
              <a:rect l="l" t="t" r="r" b="b"/>
              <a:pathLst>
                <a:path w="13" h="117" extrusionOk="0">
                  <a:moveTo>
                    <a:pt x="5" y="26"/>
                  </a:moveTo>
                  <a:cubicBezTo>
                    <a:pt x="4" y="18"/>
                    <a:pt x="3" y="9"/>
                    <a:pt x="3" y="1"/>
                  </a:cubicBezTo>
                  <a:cubicBezTo>
                    <a:pt x="3" y="0"/>
                    <a:pt x="0" y="0"/>
                    <a:pt x="0" y="1"/>
                  </a:cubicBezTo>
                  <a:cubicBezTo>
                    <a:pt x="1" y="31"/>
                    <a:pt x="4" y="61"/>
                    <a:pt x="6" y="90"/>
                  </a:cubicBezTo>
                  <a:cubicBezTo>
                    <a:pt x="7" y="99"/>
                    <a:pt x="8" y="107"/>
                    <a:pt x="9" y="116"/>
                  </a:cubicBezTo>
                  <a:cubicBezTo>
                    <a:pt x="9" y="117"/>
                    <a:pt x="13" y="117"/>
                    <a:pt x="13" y="116"/>
                  </a:cubicBezTo>
                  <a:cubicBezTo>
                    <a:pt x="9" y="86"/>
                    <a:pt x="7" y="56"/>
                    <a:pt x="5" y="2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31"/>
            <p:cNvSpPr/>
            <p:nvPr/>
          </p:nvSpPr>
          <p:spPr>
            <a:xfrm>
              <a:off x="2568511" y="3188124"/>
              <a:ext cx="130372" cy="116645"/>
            </a:xfrm>
            <a:custGeom>
              <a:avLst/>
              <a:gdLst/>
              <a:ahLst/>
              <a:cxnLst/>
              <a:rect l="l" t="t" r="r" b="b"/>
              <a:pathLst>
                <a:path w="50" h="43" extrusionOk="0">
                  <a:moveTo>
                    <a:pt x="48" y="0"/>
                  </a:moveTo>
                  <a:cubicBezTo>
                    <a:pt x="47" y="0"/>
                    <a:pt x="46" y="0"/>
                    <a:pt x="45" y="1"/>
                  </a:cubicBezTo>
                  <a:cubicBezTo>
                    <a:pt x="33" y="17"/>
                    <a:pt x="19" y="30"/>
                    <a:pt x="2" y="40"/>
                  </a:cubicBezTo>
                  <a:cubicBezTo>
                    <a:pt x="0" y="42"/>
                    <a:pt x="4" y="43"/>
                    <a:pt x="6" y="42"/>
                  </a:cubicBezTo>
                  <a:cubicBezTo>
                    <a:pt x="23" y="31"/>
                    <a:pt x="37" y="18"/>
                    <a:pt x="49" y="1"/>
                  </a:cubicBezTo>
                  <a:cubicBezTo>
                    <a:pt x="50" y="1"/>
                    <a:pt x="48" y="0"/>
                    <a:pt x="48"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31"/>
            <p:cNvSpPr/>
            <p:nvPr/>
          </p:nvSpPr>
          <p:spPr>
            <a:xfrm>
              <a:off x="1635338" y="3291042"/>
              <a:ext cx="281326" cy="157815"/>
            </a:xfrm>
            <a:custGeom>
              <a:avLst/>
              <a:gdLst/>
              <a:ahLst/>
              <a:cxnLst/>
              <a:rect l="l" t="t" r="r" b="b"/>
              <a:pathLst>
                <a:path w="109" h="61" extrusionOk="0">
                  <a:moveTo>
                    <a:pt x="107" y="2"/>
                  </a:moveTo>
                  <a:cubicBezTo>
                    <a:pt x="96" y="0"/>
                    <a:pt x="86" y="0"/>
                    <a:pt x="75" y="0"/>
                  </a:cubicBezTo>
                  <a:cubicBezTo>
                    <a:pt x="65" y="1"/>
                    <a:pt x="56" y="1"/>
                    <a:pt x="46" y="3"/>
                  </a:cubicBezTo>
                  <a:cubicBezTo>
                    <a:pt x="37" y="5"/>
                    <a:pt x="28" y="9"/>
                    <a:pt x="21" y="14"/>
                  </a:cubicBezTo>
                  <a:cubicBezTo>
                    <a:pt x="15" y="19"/>
                    <a:pt x="10" y="26"/>
                    <a:pt x="6" y="33"/>
                  </a:cubicBezTo>
                  <a:cubicBezTo>
                    <a:pt x="2" y="41"/>
                    <a:pt x="0" y="50"/>
                    <a:pt x="1" y="60"/>
                  </a:cubicBezTo>
                  <a:cubicBezTo>
                    <a:pt x="1" y="61"/>
                    <a:pt x="5" y="61"/>
                    <a:pt x="5" y="60"/>
                  </a:cubicBezTo>
                  <a:cubicBezTo>
                    <a:pt x="4" y="44"/>
                    <a:pt x="11" y="28"/>
                    <a:pt x="22" y="18"/>
                  </a:cubicBezTo>
                  <a:cubicBezTo>
                    <a:pt x="36" y="6"/>
                    <a:pt x="54" y="4"/>
                    <a:pt x="71" y="3"/>
                  </a:cubicBezTo>
                  <a:cubicBezTo>
                    <a:pt x="83" y="2"/>
                    <a:pt x="94" y="2"/>
                    <a:pt x="105" y="4"/>
                  </a:cubicBezTo>
                  <a:cubicBezTo>
                    <a:pt x="106" y="5"/>
                    <a:pt x="108" y="4"/>
                    <a:pt x="108" y="4"/>
                  </a:cubicBezTo>
                  <a:cubicBezTo>
                    <a:pt x="109" y="3"/>
                    <a:pt x="107" y="2"/>
                    <a:pt x="107" y="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31"/>
            <p:cNvSpPr/>
            <p:nvPr/>
          </p:nvSpPr>
          <p:spPr>
            <a:xfrm>
              <a:off x="3186051" y="3277320"/>
              <a:ext cx="281326" cy="171536"/>
            </a:xfrm>
            <a:custGeom>
              <a:avLst/>
              <a:gdLst/>
              <a:ahLst/>
              <a:cxnLst/>
              <a:rect l="l" t="t" r="r" b="b"/>
              <a:pathLst>
                <a:path w="109" h="66" extrusionOk="0">
                  <a:moveTo>
                    <a:pt x="109" y="64"/>
                  </a:moveTo>
                  <a:cubicBezTo>
                    <a:pt x="108" y="59"/>
                    <a:pt x="107" y="54"/>
                    <a:pt x="105" y="49"/>
                  </a:cubicBezTo>
                  <a:cubicBezTo>
                    <a:pt x="104" y="45"/>
                    <a:pt x="103" y="41"/>
                    <a:pt x="101" y="37"/>
                  </a:cubicBezTo>
                  <a:cubicBezTo>
                    <a:pt x="96" y="30"/>
                    <a:pt x="91" y="24"/>
                    <a:pt x="84" y="19"/>
                  </a:cubicBezTo>
                  <a:cubicBezTo>
                    <a:pt x="70" y="7"/>
                    <a:pt x="52" y="1"/>
                    <a:pt x="34" y="0"/>
                  </a:cubicBezTo>
                  <a:cubicBezTo>
                    <a:pt x="23" y="0"/>
                    <a:pt x="12" y="1"/>
                    <a:pt x="2" y="4"/>
                  </a:cubicBezTo>
                  <a:cubicBezTo>
                    <a:pt x="1" y="4"/>
                    <a:pt x="0" y="5"/>
                    <a:pt x="1" y="6"/>
                  </a:cubicBezTo>
                  <a:cubicBezTo>
                    <a:pt x="2" y="6"/>
                    <a:pt x="3" y="6"/>
                    <a:pt x="4" y="6"/>
                  </a:cubicBezTo>
                  <a:cubicBezTo>
                    <a:pt x="21" y="1"/>
                    <a:pt x="40" y="1"/>
                    <a:pt x="57" y="7"/>
                  </a:cubicBezTo>
                  <a:cubicBezTo>
                    <a:pt x="72" y="12"/>
                    <a:pt x="86" y="22"/>
                    <a:pt x="95" y="36"/>
                  </a:cubicBezTo>
                  <a:cubicBezTo>
                    <a:pt x="97" y="39"/>
                    <a:pt x="99" y="43"/>
                    <a:pt x="100" y="47"/>
                  </a:cubicBezTo>
                  <a:cubicBezTo>
                    <a:pt x="102" y="53"/>
                    <a:pt x="103" y="58"/>
                    <a:pt x="104" y="64"/>
                  </a:cubicBezTo>
                  <a:cubicBezTo>
                    <a:pt x="104" y="66"/>
                    <a:pt x="109" y="65"/>
                    <a:pt x="109" y="6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08CE7778-8354-B9A8-ED10-E0696ADC596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2_1">
    <p:spTree>
      <p:nvGrpSpPr>
        <p:cNvPr id="1" name="Shape 329"/>
        <p:cNvGrpSpPr/>
        <p:nvPr/>
      </p:nvGrpSpPr>
      <p:grpSpPr>
        <a:xfrm>
          <a:off x="0" y="0"/>
          <a:ext cx="0" cy="0"/>
          <a:chOff x="0" y="0"/>
          <a:chExt cx="0" cy="0"/>
        </a:xfrm>
      </p:grpSpPr>
      <p:grpSp>
        <p:nvGrpSpPr>
          <p:cNvPr id="330" name="Google Shape;330;p32"/>
          <p:cNvGrpSpPr/>
          <p:nvPr/>
        </p:nvGrpSpPr>
        <p:grpSpPr>
          <a:xfrm>
            <a:off x="-1269972" y="-2645338"/>
            <a:ext cx="11401777" cy="8699886"/>
            <a:chOff x="-1269972" y="-2645338"/>
            <a:chExt cx="11401777" cy="8699886"/>
          </a:xfrm>
        </p:grpSpPr>
        <p:sp>
          <p:nvSpPr>
            <p:cNvPr id="331" name="Google Shape;331;p32"/>
            <p:cNvSpPr/>
            <p:nvPr/>
          </p:nvSpPr>
          <p:spPr>
            <a:xfrm>
              <a:off x="-1269972" y="3050125"/>
              <a:ext cx="4293950" cy="3004424"/>
            </a:xfrm>
            <a:custGeom>
              <a:avLst/>
              <a:gdLst/>
              <a:ahLst/>
              <a:cxnLst/>
              <a:rect l="l" t="t" r="r" b="b"/>
              <a:pathLst>
                <a:path w="2430" h="1698" extrusionOk="0">
                  <a:moveTo>
                    <a:pt x="453" y="1497"/>
                  </a:moveTo>
                  <a:cubicBezTo>
                    <a:pt x="965" y="1683"/>
                    <a:pt x="1903" y="1698"/>
                    <a:pt x="2128" y="1541"/>
                  </a:cubicBezTo>
                  <a:cubicBezTo>
                    <a:pt x="2271" y="1441"/>
                    <a:pt x="2344" y="1333"/>
                    <a:pt x="2353" y="1303"/>
                  </a:cubicBezTo>
                  <a:cubicBezTo>
                    <a:pt x="2430" y="1030"/>
                    <a:pt x="2116" y="844"/>
                    <a:pt x="1896" y="788"/>
                  </a:cubicBezTo>
                  <a:cubicBezTo>
                    <a:pt x="1792" y="761"/>
                    <a:pt x="1705" y="724"/>
                    <a:pt x="1612" y="669"/>
                  </a:cubicBezTo>
                  <a:cubicBezTo>
                    <a:pt x="1506" y="607"/>
                    <a:pt x="1409" y="529"/>
                    <a:pt x="1327" y="437"/>
                  </a:cubicBezTo>
                  <a:cubicBezTo>
                    <a:pt x="1248" y="348"/>
                    <a:pt x="1179" y="264"/>
                    <a:pt x="1073" y="204"/>
                  </a:cubicBezTo>
                  <a:cubicBezTo>
                    <a:pt x="709" y="0"/>
                    <a:pt x="203" y="173"/>
                    <a:pt x="54" y="566"/>
                  </a:cubicBezTo>
                  <a:cubicBezTo>
                    <a:pt x="16" y="668"/>
                    <a:pt x="0" y="781"/>
                    <a:pt x="4" y="890"/>
                  </a:cubicBezTo>
                  <a:cubicBezTo>
                    <a:pt x="11" y="1132"/>
                    <a:pt x="232" y="1416"/>
                    <a:pt x="453" y="1497"/>
                  </a:cubicBezTo>
                  <a:close/>
                </a:path>
              </a:pathLst>
            </a:custGeom>
            <a:solidFill>
              <a:srgbClr val="F8B8B9">
                <a:alpha val="75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32"/>
            <p:cNvSpPr/>
            <p:nvPr/>
          </p:nvSpPr>
          <p:spPr>
            <a:xfrm>
              <a:off x="6514304" y="2915849"/>
              <a:ext cx="3617502" cy="2528726"/>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32"/>
            <p:cNvSpPr/>
            <p:nvPr/>
          </p:nvSpPr>
          <p:spPr>
            <a:xfrm rot="-2370946">
              <a:off x="4577417" y="-1730694"/>
              <a:ext cx="3779120" cy="2517305"/>
            </a:xfrm>
            <a:custGeom>
              <a:avLst/>
              <a:gdLst/>
              <a:ahLst/>
              <a:cxnLst/>
              <a:rect l="l" t="t" r="r" b="b"/>
              <a:pathLst>
                <a:path w="4568" h="3044" extrusionOk="0">
                  <a:moveTo>
                    <a:pt x="420" y="1800"/>
                  </a:moveTo>
                  <a:cubicBezTo>
                    <a:pt x="217" y="1350"/>
                    <a:pt x="0" y="192"/>
                    <a:pt x="1016" y="96"/>
                  </a:cubicBezTo>
                  <a:cubicBezTo>
                    <a:pt x="2032" y="0"/>
                    <a:pt x="1952" y="660"/>
                    <a:pt x="2360" y="980"/>
                  </a:cubicBezTo>
                  <a:cubicBezTo>
                    <a:pt x="2768" y="1300"/>
                    <a:pt x="3304" y="1060"/>
                    <a:pt x="3596" y="1068"/>
                  </a:cubicBezTo>
                  <a:cubicBezTo>
                    <a:pt x="3888" y="1076"/>
                    <a:pt x="4360" y="1196"/>
                    <a:pt x="4464" y="1612"/>
                  </a:cubicBezTo>
                  <a:cubicBezTo>
                    <a:pt x="4568" y="2028"/>
                    <a:pt x="4427" y="2251"/>
                    <a:pt x="4103" y="2547"/>
                  </a:cubicBezTo>
                  <a:cubicBezTo>
                    <a:pt x="3659" y="2953"/>
                    <a:pt x="3136" y="3044"/>
                    <a:pt x="1916" y="2844"/>
                  </a:cubicBezTo>
                  <a:cubicBezTo>
                    <a:pt x="1209" y="2728"/>
                    <a:pt x="634" y="2276"/>
                    <a:pt x="420" y="1800"/>
                  </a:cubicBezTo>
                  <a:close/>
                </a:path>
              </a:pathLst>
            </a:custGeom>
            <a:solidFill>
              <a:srgbClr val="B5696D">
                <a:alpha val="4438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4" name="Google Shape;334;p32"/>
          <p:cNvGrpSpPr/>
          <p:nvPr/>
        </p:nvGrpSpPr>
        <p:grpSpPr>
          <a:xfrm>
            <a:off x="5236942" y="1572960"/>
            <a:ext cx="3480544" cy="3126269"/>
            <a:chOff x="2044033" y="460199"/>
            <a:chExt cx="4633928" cy="4162254"/>
          </a:xfrm>
        </p:grpSpPr>
        <p:sp>
          <p:nvSpPr>
            <p:cNvPr id="335" name="Google Shape;335;p32"/>
            <p:cNvSpPr/>
            <p:nvPr/>
          </p:nvSpPr>
          <p:spPr>
            <a:xfrm>
              <a:off x="3450763" y="2156547"/>
              <a:ext cx="661989" cy="1199851"/>
            </a:xfrm>
            <a:custGeom>
              <a:avLst/>
              <a:gdLst/>
              <a:ahLst/>
              <a:cxnLst/>
              <a:rect l="l" t="t" r="r" b="b"/>
              <a:pathLst>
                <a:path w="211" h="385" extrusionOk="0">
                  <a:moveTo>
                    <a:pt x="144" y="29"/>
                  </a:moveTo>
                  <a:cubicBezTo>
                    <a:pt x="145" y="19"/>
                    <a:pt x="146" y="10"/>
                    <a:pt x="148" y="0"/>
                  </a:cubicBezTo>
                  <a:cubicBezTo>
                    <a:pt x="131" y="3"/>
                    <a:pt x="112" y="9"/>
                    <a:pt x="101" y="23"/>
                  </a:cubicBezTo>
                  <a:cubicBezTo>
                    <a:pt x="92" y="34"/>
                    <a:pt x="90" y="49"/>
                    <a:pt x="90" y="63"/>
                  </a:cubicBezTo>
                  <a:cubicBezTo>
                    <a:pt x="90" y="78"/>
                    <a:pt x="93" y="92"/>
                    <a:pt x="92" y="106"/>
                  </a:cubicBezTo>
                  <a:cubicBezTo>
                    <a:pt x="90" y="138"/>
                    <a:pt x="72" y="153"/>
                    <a:pt x="49" y="172"/>
                  </a:cubicBezTo>
                  <a:cubicBezTo>
                    <a:pt x="29" y="188"/>
                    <a:pt x="18" y="212"/>
                    <a:pt x="25" y="237"/>
                  </a:cubicBezTo>
                  <a:cubicBezTo>
                    <a:pt x="27" y="244"/>
                    <a:pt x="31" y="251"/>
                    <a:pt x="31" y="259"/>
                  </a:cubicBezTo>
                  <a:cubicBezTo>
                    <a:pt x="32" y="273"/>
                    <a:pt x="20" y="280"/>
                    <a:pt x="14" y="292"/>
                  </a:cubicBezTo>
                  <a:cubicBezTo>
                    <a:pt x="7" y="306"/>
                    <a:pt x="0" y="323"/>
                    <a:pt x="5" y="338"/>
                  </a:cubicBezTo>
                  <a:cubicBezTo>
                    <a:pt x="7" y="344"/>
                    <a:pt x="10" y="349"/>
                    <a:pt x="13" y="353"/>
                  </a:cubicBezTo>
                  <a:cubicBezTo>
                    <a:pt x="31" y="375"/>
                    <a:pt x="61" y="385"/>
                    <a:pt x="89" y="382"/>
                  </a:cubicBezTo>
                  <a:cubicBezTo>
                    <a:pt x="117" y="380"/>
                    <a:pt x="143" y="366"/>
                    <a:pt x="164" y="348"/>
                  </a:cubicBezTo>
                  <a:cubicBezTo>
                    <a:pt x="174" y="340"/>
                    <a:pt x="183" y="331"/>
                    <a:pt x="190" y="321"/>
                  </a:cubicBezTo>
                  <a:cubicBezTo>
                    <a:pt x="203" y="302"/>
                    <a:pt x="211" y="275"/>
                    <a:pt x="208" y="252"/>
                  </a:cubicBezTo>
                  <a:cubicBezTo>
                    <a:pt x="206" y="230"/>
                    <a:pt x="198" y="208"/>
                    <a:pt x="189" y="188"/>
                  </a:cubicBezTo>
                  <a:cubicBezTo>
                    <a:pt x="185" y="180"/>
                    <a:pt x="181" y="172"/>
                    <a:pt x="180" y="163"/>
                  </a:cubicBezTo>
                  <a:cubicBezTo>
                    <a:pt x="180" y="155"/>
                    <a:pt x="184" y="147"/>
                    <a:pt x="185" y="140"/>
                  </a:cubicBezTo>
                  <a:cubicBezTo>
                    <a:pt x="189" y="123"/>
                    <a:pt x="185" y="106"/>
                    <a:pt x="174" y="93"/>
                  </a:cubicBezTo>
                  <a:cubicBezTo>
                    <a:pt x="162" y="77"/>
                    <a:pt x="144" y="69"/>
                    <a:pt x="144" y="47"/>
                  </a:cubicBezTo>
                  <a:cubicBezTo>
                    <a:pt x="143" y="41"/>
                    <a:pt x="144" y="35"/>
                    <a:pt x="144" y="29"/>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32"/>
            <p:cNvSpPr/>
            <p:nvPr/>
          </p:nvSpPr>
          <p:spPr>
            <a:xfrm>
              <a:off x="4303072" y="2082070"/>
              <a:ext cx="413745" cy="546141"/>
            </a:xfrm>
            <a:custGeom>
              <a:avLst/>
              <a:gdLst/>
              <a:ahLst/>
              <a:cxnLst/>
              <a:rect l="l" t="t" r="r" b="b"/>
              <a:pathLst>
                <a:path w="133" h="176" extrusionOk="0">
                  <a:moveTo>
                    <a:pt x="98" y="27"/>
                  </a:moveTo>
                  <a:cubicBezTo>
                    <a:pt x="100" y="34"/>
                    <a:pt x="104" y="41"/>
                    <a:pt x="106" y="48"/>
                  </a:cubicBezTo>
                  <a:cubicBezTo>
                    <a:pt x="106" y="49"/>
                    <a:pt x="107" y="50"/>
                    <a:pt x="107" y="50"/>
                  </a:cubicBezTo>
                  <a:cubicBezTo>
                    <a:pt x="113" y="68"/>
                    <a:pt x="119" y="85"/>
                    <a:pt x="125" y="102"/>
                  </a:cubicBezTo>
                  <a:cubicBezTo>
                    <a:pt x="127" y="109"/>
                    <a:pt x="131" y="116"/>
                    <a:pt x="132" y="124"/>
                  </a:cubicBezTo>
                  <a:cubicBezTo>
                    <a:pt x="133" y="130"/>
                    <a:pt x="131" y="137"/>
                    <a:pt x="127" y="142"/>
                  </a:cubicBezTo>
                  <a:cubicBezTo>
                    <a:pt x="122" y="149"/>
                    <a:pt x="113" y="150"/>
                    <a:pt x="105" y="153"/>
                  </a:cubicBezTo>
                  <a:cubicBezTo>
                    <a:pt x="96" y="157"/>
                    <a:pt x="88" y="162"/>
                    <a:pt x="79" y="165"/>
                  </a:cubicBezTo>
                  <a:cubicBezTo>
                    <a:pt x="61" y="170"/>
                    <a:pt x="42" y="173"/>
                    <a:pt x="24" y="176"/>
                  </a:cubicBezTo>
                  <a:cubicBezTo>
                    <a:pt x="23" y="176"/>
                    <a:pt x="21" y="176"/>
                    <a:pt x="20" y="176"/>
                  </a:cubicBezTo>
                  <a:cubicBezTo>
                    <a:pt x="17" y="175"/>
                    <a:pt x="16" y="172"/>
                    <a:pt x="15" y="170"/>
                  </a:cubicBezTo>
                  <a:cubicBezTo>
                    <a:pt x="15" y="167"/>
                    <a:pt x="16" y="164"/>
                    <a:pt x="16" y="162"/>
                  </a:cubicBezTo>
                  <a:cubicBezTo>
                    <a:pt x="23" y="135"/>
                    <a:pt x="13" y="112"/>
                    <a:pt x="4" y="87"/>
                  </a:cubicBezTo>
                  <a:cubicBezTo>
                    <a:pt x="0" y="75"/>
                    <a:pt x="1" y="60"/>
                    <a:pt x="6" y="48"/>
                  </a:cubicBezTo>
                  <a:cubicBezTo>
                    <a:pt x="14" y="31"/>
                    <a:pt x="27" y="15"/>
                    <a:pt x="43" y="6"/>
                  </a:cubicBezTo>
                  <a:cubicBezTo>
                    <a:pt x="47" y="3"/>
                    <a:pt x="52" y="0"/>
                    <a:pt x="58" y="0"/>
                  </a:cubicBezTo>
                  <a:cubicBezTo>
                    <a:pt x="61" y="1"/>
                    <a:pt x="65" y="1"/>
                    <a:pt x="69" y="2"/>
                  </a:cubicBezTo>
                  <a:cubicBezTo>
                    <a:pt x="71" y="3"/>
                    <a:pt x="73" y="3"/>
                    <a:pt x="76" y="4"/>
                  </a:cubicBezTo>
                  <a:cubicBezTo>
                    <a:pt x="76" y="4"/>
                    <a:pt x="77" y="4"/>
                    <a:pt x="78" y="4"/>
                  </a:cubicBezTo>
                  <a:cubicBezTo>
                    <a:pt x="82" y="5"/>
                    <a:pt x="85" y="6"/>
                    <a:pt x="88" y="7"/>
                  </a:cubicBezTo>
                  <a:cubicBezTo>
                    <a:pt x="94" y="12"/>
                    <a:pt x="96" y="20"/>
                    <a:pt x="98" y="27"/>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32"/>
            <p:cNvSpPr/>
            <p:nvPr/>
          </p:nvSpPr>
          <p:spPr>
            <a:xfrm>
              <a:off x="4435470" y="2090348"/>
              <a:ext cx="206874" cy="198596"/>
            </a:xfrm>
            <a:custGeom>
              <a:avLst/>
              <a:gdLst/>
              <a:ahLst/>
              <a:cxnLst/>
              <a:rect l="l" t="t" r="r" b="b"/>
              <a:pathLst>
                <a:path w="66" h="62" extrusionOk="0">
                  <a:moveTo>
                    <a:pt x="57" y="23"/>
                  </a:moveTo>
                  <a:cubicBezTo>
                    <a:pt x="59" y="30"/>
                    <a:pt x="63" y="37"/>
                    <a:pt x="65" y="44"/>
                  </a:cubicBezTo>
                  <a:cubicBezTo>
                    <a:pt x="65" y="45"/>
                    <a:pt x="66" y="46"/>
                    <a:pt x="66" y="46"/>
                  </a:cubicBezTo>
                  <a:cubicBezTo>
                    <a:pt x="64" y="48"/>
                    <a:pt x="62" y="50"/>
                    <a:pt x="60" y="51"/>
                  </a:cubicBezTo>
                  <a:cubicBezTo>
                    <a:pt x="50" y="57"/>
                    <a:pt x="35" y="62"/>
                    <a:pt x="22" y="61"/>
                  </a:cubicBezTo>
                  <a:cubicBezTo>
                    <a:pt x="12" y="61"/>
                    <a:pt x="2" y="54"/>
                    <a:pt x="1" y="44"/>
                  </a:cubicBezTo>
                  <a:cubicBezTo>
                    <a:pt x="0" y="37"/>
                    <a:pt x="2" y="31"/>
                    <a:pt x="5" y="25"/>
                  </a:cubicBezTo>
                  <a:cubicBezTo>
                    <a:pt x="9" y="18"/>
                    <a:pt x="15" y="12"/>
                    <a:pt x="23" y="8"/>
                  </a:cubicBezTo>
                  <a:cubicBezTo>
                    <a:pt x="24" y="7"/>
                    <a:pt x="26" y="6"/>
                    <a:pt x="27" y="5"/>
                  </a:cubicBezTo>
                  <a:cubicBezTo>
                    <a:pt x="30" y="3"/>
                    <a:pt x="34" y="1"/>
                    <a:pt x="37" y="0"/>
                  </a:cubicBezTo>
                  <a:cubicBezTo>
                    <a:pt x="41" y="1"/>
                    <a:pt x="44" y="2"/>
                    <a:pt x="47" y="3"/>
                  </a:cubicBezTo>
                  <a:cubicBezTo>
                    <a:pt x="53" y="8"/>
                    <a:pt x="55" y="16"/>
                    <a:pt x="57" y="23"/>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 name="Google Shape;338;p32"/>
            <p:cNvSpPr/>
            <p:nvPr/>
          </p:nvSpPr>
          <p:spPr>
            <a:xfrm>
              <a:off x="3922428" y="1775903"/>
              <a:ext cx="736468" cy="554417"/>
            </a:xfrm>
            <a:custGeom>
              <a:avLst/>
              <a:gdLst/>
              <a:ahLst/>
              <a:cxnLst/>
              <a:rect l="l" t="t" r="r" b="b"/>
              <a:pathLst>
                <a:path w="238" h="176" extrusionOk="0">
                  <a:moveTo>
                    <a:pt x="64" y="170"/>
                  </a:moveTo>
                  <a:cubicBezTo>
                    <a:pt x="53" y="166"/>
                    <a:pt x="43" y="161"/>
                    <a:pt x="35" y="153"/>
                  </a:cubicBezTo>
                  <a:cubicBezTo>
                    <a:pt x="21" y="142"/>
                    <a:pt x="11" y="126"/>
                    <a:pt x="6" y="109"/>
                  </a:cubicBezTo>
                  <a:cubicBezTo>
                    <a:pt x="2" y="99"/>
                    <a:pt x="0" y="87"/>
                    <a:pt x="4" y="77"/>
                  </a:cubicBezTo>
                  <a:cubicBezTo>
                    <a:pt x="9" y="66"/>
                    <a:pt x="14" y="54"/>
                    <a:pt x="21" y="44"/>
                  </a:cubicBezTo>
                  <a:cubicBezTo>
                    <a:pt x="31" y="27"/>
                    <a:pt x="46" y="11"/>
                    <a:pt x="65" y="5"/>
                  </a:cubicBezTo>
                  <a:cubicBezTo>
                    <a:pt x="78" y="0"/>
                    <a:pt x="91" y="0"/>
                    <a:pt x="103" y="8"/>
                  </a:cubicBezTo>
                  <a:cubicBezTo>
                    <a:pt x="108" y="11"/>
                    <a:pt x="113" y="14"/>
                    <a:pt x="118" y="18"/>
                  </a:cubicBezTo>
                  <a:cubicBezTo>
                    <a:pt x="126" y="24"/>
                    <a:pt x="133" y="31"/>
                    <a:pt x="143" y="32"/>
                  </a:cubicBezTo>
                  <a:cubicBezTo>
                    <a:pt x="149" y="33"/>
                    <a:pt x="154" y="32"/>
                    <a:pt x="160" y="30"/>
                  </a:cubicBezTo>
                  <a:cubicBezTo>
                    <a:pt x="166" y="29"/>
                    <a:pt x="172" y="28"/>
                    <a:pt x="178" y="26"/>
                  </a:cubicBezTo>
                  <a:cubicBezTo>
                    <a:pt x="185" y="25"/>
                    <a:pt x="194" y="24"/>
                    <a:pt x="196" y="34"/>
                  </a:cubicBezTo>
                  <a:cubicBezTo>
                    <a:pt x="197" y="36"/>
                    <a:pt x="196" y="39"/>
                    <a:pt x="196" y="41"/>
                  </a:cubicBezTo>
                  <a:cubicBezTo>
                    <a:pt x="196" y="49"/>
                    <a:pt x="198" y="55"/>
                    <a:pt x="203" y="59"/>
                  </a:cubicBezTo>
                  <a:cubicBezTo>
                    <a:pt x="208" y="63"/>
                    <a:pt x="213" y="67"/>
                    <a:pt x="218" y="70"/>
                  </a:cubicBezTo>
                  <a:cubicBezTo>
                    <a:pt x="227" y="77"/>
                    <a:pt x="238" y="86"/>
                    <a:pt x="238" y="98"/>
                  </a:cubicBezTo>
                  <a:cubicBezTo>
                    <a:pt x="237" y="104"/>
                    <a:pt x="235" y="109"/>
                    <a:pt x="232" y="114"/>
                  </a:cubicBezTo>
                  <a:cubicBezTo>
                    <a:pt x="221" y="130"/>
                    <a:pt x="201" y="146"/>
                    <a:pt x="183" y="153"/>
                  </a:cubicBezTo>
                  <a:cubicBezTo>
                    <a:pt x="175" y="156"/>
                    <a:pt x="167" y="157"/>
                    <a:pt x="159" y="159"/>
                  </a:cubicBezTo>
                  <a:cubicBezTo>
                    <a:pt x="134" y="166"/>
                    <a:pt x="108" y="176"/>
                    <a:pt x="83" y="174"/>
                  </a:cubicBezTo>
                  <a:cubicBezTo>
                    <a:pt x="76" y="173"/>
                    <a:pt x="70" y="172"/>
                    <a:pt x="64" y="170"/>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32"/>
            <p:cNvSpPr/>
            <p:nvPr/>
          </p:nvSpPr>
          <p:spPr>
            <a:xfrm>
              <a:off x="4253423" y="1866924"/>
              <a:ext cx="49649" cy="115848"/>
            </a:xfrm>
            <a:custGeom>
              <a:avLst/>
              <a:gdLst/>
              <a:ahLst/>
              <a:cxnLst/>
              <a:rect l="l" t="t" r="r" b="b"/>
              <a:pathLst>
                <a:path w="16" h="37" extrusionOk="0">
                  <a:moveTo>
                    <a:pt x="7" y="24"/>
                  </a:moveTo>
                  <a:cubicBezTo>
                    <a:pt x="6" y="26"/>
                    <a:pt x="6" y="29"/>
                    <a:pt x="6" y="31"/>
                  </a:cubicBezTo>
                  <a:cubicBezTo>
                    <a:pt x="6" y="33"/>
                    <a:pt x="6" y="34"/>
                    <a:pt x="5" y="36"/>
                  </a:cubicBezTo>
                  <a:cubicBezTo>
                    <a:pt x="5" y="36"/>
                    <a:pt x="5" y="37"/>
                    <a:pt x="4" y="37"/>
                  </a:cubicBezTo>
                  <a:cubicBezTo>
                    <a:pt x="4" y="37"/>
                    <a:pt x="3" y="36"/>
                    <a:pt x="3" y="36"/>
                  </a:cubicBezTo>
                  <a:cubicBezTo>
                    <a:pt x="0" y="28"/>
                    <a:pt x="0" y="18"/>
                    <a:pt x="4" y="11"/>
                  </a:cubicBezTo>
                  <a:cubicBezTo>
                    <a:pt x="5" y="9"/>
                    <a:pt x="6" y="7"/>
                    <a:pt x="8" y="5"/>
                  </a:cubicBezTo>
                  <a:cubicBezTo>
                    <a:pt x="9" y="4"/>
                    <a:pt x="9" y="2"/>
                    <a:pt x="11" y="2"/>
                  </a:cubicBezTo>
                  <a:cubicBezTo>
                    <a:pt x="16" y="0"/>
                    <a:pt x="15" y="6"/>
                    <a:pt x="14" y="9"/>
                  </a:cubicBezTo>
                  <a:cubicBezTo>
                    <a:pt x="11" y="14"/>
                    <a:pt x="8" y="18"/>
                    <a:pt x="7" y="24"/>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 name="Google Shape;340;p32"/>
            <p:cNvSpPr/>
            <p:nvPr/>
          </p:nvSpPr>
          <p:spPr>
            <a:xfrm>
              <a:off x="4294800" y="1924851"/>
              <a:ext cx="57927" cy="57926"/>
            </a:xfrm>
            <a:custGeom>
              <a:avLst/>
              <a:gdLst/>
              <a:ahLst/>
              <a:cxnLst/>
              <a:rect l="l" t="t" r="r" b="b"/>
              <a:pathLst>
                <a:path w="19" h="17" extrusionOk="0">
                  <a:moveTo>
                    <a:pt x="9" y="1"/>
                  </a:moveTo>
                  <a:cubicBezTo>
                    <a:pt x="6" y="0"/>
                    <a:pt x="3" y="1"/>
                    <a:pt x="2" y="4"/>
                  </a:cubicBezTo>
                  <a:cubicBezTo>
                    <a:pt x="0" y="9"/>
                    <a:pt x="7" y="13"/>
                    <a:pt x="11" y="14"/>
                  </a:cubicBezTo>
                  <a:cubicBezTo>
                    <a:pt x="15" y="17"/>
                    <a:pt x="19" y="13"/>
                    <a:pt x="19" y="9"/>
                  </a:cubicBezTo>
                  <a:cubicBezTo>
                    <a:pt x="18" y="5"/>
                    <a:pt x="13" y="2"/>
                    <a:pt x="9" y="1"/>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32"/>
            <p:cNvSpPr/>
            <p:nvPr/>
          </p:nvSpPr>
          <p:spPr>
            <a:xfrm>
              <a:off x="4468570" y="1991050"/>
              <a:ext cx="99298" cy="107576"/>
            </a:xfrm>
            <a:custGeom>
              <a:avLst/>
              <a:gdLst/>
              <a:ahLst/>
              <a:cxnLst/>
              <a:rect l="l" t="t" r="r" b="b"/>
              <a:pathLst>
                <a:path w="31" h="35" extrusionOk="0">
                  <a:moveTo>
                    <a:pt x="15" y="6"/>
                  </a:moveTo>
                  <a:cubicBezTo>
                    <a:pt x="12" y="10"/>
                    <a:pt x="10" y="14"/>
                    <a:pt x="7" y="19"/>
                  </a:cubicBezTo>
                  <a:cubicBezTo>
                    <a:pt x="5" y="21"/>
                    <a:pt x="0" y="27"/>
                    <a:pt x="1" y="30"/>
                  </a:cubicBezTo>
                  <a:cubicBezTo>
                    <a:pt x="4" y="35"/>
                    <a:pt x="15" y="33"/>
                    <a:pt x="19" y="31"/>
                  </a:cubicBezTo>
                  <a:cubicBezTo>
                    <a:pt x="23" y="29"/>
                    <a:pt x="31" y="22"/>
                    <a:pt x="31" y="16"/>
                  </a:cubicBezTo>
                  <a:cubicBezTo>
                    <a:pt x="31" y="14"/>
                    <a:pt x="19" y="0"/>
                    <a:pt x="18" y="1"/>
                  </a:cubicBezTo>
                  <a:cubicBezTo>
                    <a:pt x="17" y="3"/>
                    <a:pt x="16" y="4"/>
                    <a:pt x="15" y="6"/>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32"/>
            <p:cNvSpPr/>
            <p:nvPr/>
          </p:nvSpPr>
          <p:spPr>
            <a:xfrm>
              <a:off x="3847957" y="1767626"/>
              <a:ext cx="504769" cy="645437"/>
            </a:xfrm>
            <a:custGeom>
              <a:avLst/>
              <a:gdLst/>
              <a:ahLst/>
              <a:cxnLst/>
              <a:rect l="l" t="t" r="r" b="b"/>
              <a:pathLst>
                <a:path w="164" h="207" extrusionOk="0">
                  <a:moveTo>
                    <a:pt x="114" y="50"/>
                  </a:moveTo>
                  <a:cubicBezTo>
                    <a:pt x="111" y="38"/>
                    <a:pt x="107" y="27"/>
                    <a:pt x="103" y="15"/>
                  </a:cubicBezTo>
                  <a:cubicBezTo>
                    <a:pt x="99" y="5"/>
                    <a:pt x="94" y="0"/>
                    <a:pt x="82" y="2"/>
                  </a:cubicBezTo>
                  <a:cubicBezTo>
                    <a:pt x="73" y="3"/>
                    <a:pt x="65" y="7"/>
                    <a:pt x="57" y="12"/>
                  </a:cubicBezTo>
                  <a:cubicBezTo>
                    <a:pt x="29" y="29"/>
                    <a:pt x="8" y="56"/>
                    <a:pt x="3" y="89"/>
                  </a:cubicBezTo>
                  <a:cubicBezTo>
                    <a:pt x="0" y="105"/>
                    <a:pt x="2" y="122"/>
                    <a:pt x="10" y="136"/>
                  </a:cubicBezTo>
                  <a:cubicBezTo>
                    <a:pt x="22" y="156"/>
                    <a:pt x="39" y="174"/>
                    <a:pt x="59" y="187"/>
                  </a:cubicBezTo>
                  <a:cubicBezTo>
                    <a:pt x="80" y="199"/>
                    <a:pt x="108" y="207"/>
                    <a:pt x="133" y="200"/>
                  </a:cubicBezTo>
                  <a:cubicBezTo>
                    <a:pt x="140" y="198"/>
                    <a:pt x="148" y="194"/>
                    <a:pt x="152" y="187"/>
                  </a:cubicBezTo>
                  <a:cubicBezTo>
                    <a:pt x="164" y="165"/>
                    <a:pt x="148" y="142"/>
                    <a:pt x="138" y="123"/>
                  </a:cubicBezTo>
                  <a:cubicBezTo>
                    <a:pt x="135" y="116"/>
                    <a:pt x="129" y="110"/>
                    <a:pt x="127" y="103"/>
                  </a:cubicBezTo>
                  <a:cubicBezTo>
                    <a:pt x="125" y="97"/>
                    <a:pt x="125" y="90"/>
                    <a:pt x="123" y="84"/>
                  </a:cubicBezTo>
                  <a:cubicBezTo>
                    <a:pt x="121" y="76"/>
                    <a:pt x="119" y="68"/>
                    <a:pt x="117" y="61"/>
                  </a:cubicBezTo>
                  <a:cubicBezTo>
                    <a:pt x="116" y="57"/>
                    <a:pt x="115" y="54"/>
                    <a:pt x="114" y="50"/>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3" name="Google Shape;343;p32"/>
            <p:cNvSpPr/>
            <p:nvPr/>
          </p:nvSpPr>
          <p:spPr>
            <a:xfrm>
              <a:off x="4178952" y="2065521"/>
              <a:ext cx="190326" cy="148947"/>
            </a:xfrm>
            <a:custGeom>
              <a:avLst/>
              <a:gdLst/>
              <a:ahLst/>
              <a:cxnLst/>
              <a:rect l="l" t="t" r="r" b="b"/>
              <a:pathLst>
                <a:path w="59" h="47" extrusionOk="0">
                  <a:moveTo>
                    <a:pt x="52" y="28"/>
                  </a:moveTo>
                  <a:cubicBezTo>
                    <a:pt x="48" y="19"/>
                    <a:pt x="39" y="11"/>
                    <a:pt x="32" y="6"/>
                  </a:cubicBezTo>
                  <a:cubicBezTo>
                    <a:pt x="28" y="3"/>
                    <a:pt x="23" y="0"/>
                    <a:pt x="17" y="1"/>
                  </a:cubicBezTo>
                  <a:cubicBezTo>
                    <a:pt x="8" y="2"/>
                    <a:pt x="0" y="12"/>
                    <a:pt x="0" y="21"/>
                  </a:cubicBezTo>
                  <a:cubicBezTo>
                    <a:pt x="0" y="25"/>
                    <a:pt x="1" y="28"/>
                    <a:pt x="3" y="32"/>
                  </a:cubicBezTo>
                  <a:cubicBezTo>
                    <a:pt x="5" y="37"/>
                    <a:pt x="9" y="42"/>
                    <a:pt x="14" y="44"/>
                  </a:cubicBezTo>
                  <a:cubicBezTo>
                    <a:pt x="19" y="47"/>
                    <a:pt x="25" y="47"/>
                    <a:pt x="30" y="47"/>
                  </a:cubicBezTo>
                  <a:cubicBezTo>
                    <a:pt x="41" y="46"/>
                    <a:pt x="59" y="43"/>
                    <a:pt x="52" y="28"/>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4" name="Google Shape;344;p32"/>
            <p:cNvSpPr/>
            <p:nvPr/>
          </p:nvSpPr>
          <p:spPr>
            <a:xfrm>
              <a:off x="4269973" y="2255845"/>
              <a:ext cx="1448107" cy="1994236"/>
            </a:xfrm>
            <a:custGeom>
              <a:avLst/>
              <a:gdLst/>
              <a:ahLst/>
              <a:cxnLst/>
              <a:rect l="l" t="t" r="r" b="b"/>
              <a:pathLst>
                <a:path w="466" h="641" extrusionOk="0">
                  <a:moveTo>
                    <a:pt x="446" y="476"/>
                  </a:moveTo>
                  <a:cubicBezTo>
                    <a:pt x="440" y="465"/>
                    <a:pt x="432" y="454"/>
                    <a:pt x="425" y="443"/>
                  </a:cubicBezTo>
                  <a:cubicBezTo>
                    <a:pt x="412" y="424"/>
                    <a:pt x="399" y="401"/>
                    <a:pt x="397" y="378"/>
                  </a:cubicBezTo>
                  <a:cubicBezTo>
                    <a:pt x="396" y="353"/>
                    <a:pt x="394" y="328"/>
                    <a:pt x="389" y="303"/>
                  </a:cubicBezTo>
                  <a:cubicBezTo>
                    <a:pt x="385" y="282"/>
                    <a:pt x="379" y="261"/>
                    <a:pt x="372" y="241"/>
                  </a:cubicBezTo>
                  <a:cubicBezTo>
                    <a:pt x="365" y="219"/>
                    <a:pt x="356" y="196"/>
                    <a:pt x="352" y="174"/>
                  </a:cubicBezTo>
                  <a:cubicBezTo>
                    <a:pt x="348" y="152"/>
                    <a:pt x="334" y="129"/>
                    <a:pt x="324" y="109"/>
                  </a:cubicBezTo>
                  <a:cubicBezTo>
                    <a:pt x="315" y="91"/>
                    <a:pt x="305" y="72"/>
                    <a:pt x="288" y="60"/>
                  </a:cubicBezTo>
                  <a:cubicBezTo>
                    <a:pt x="270" y="47"/>
                    <a:pt x="247" y="43"/>
                    <a:pt x="225" y="35"/>
                  </a:cubicBezTo>
                  <a:cubicBezTo>
                    <a:pt x="203" y="26"/>
                    <a:pt x="182" y="11"/>
                    <a:pt x="159" y="5"/>
                  </a:cubicBezTo>
                  <a:cubicBezTo>
                    <a:pt x="151" y="3"/>
                    <a:pt x="146" y="0"/>
                    <a:pt x="139" y="5"/>
                  </a:cubicBezTo>
                  <a:cubicBezTo>
                    <a:pt x="135" y="7"/>
                    <a:pt x="132" y="10"/>
                    <a:pt x="130" y="14"/>
                  </a:cubicBezTo>
                  <a:cubicBezTo>
                    <a:pt x="117" y="28"/>
                    <a:pt x="105" y="44"/>
                    <a:pt x="91" y="57"/>
                  </a:cubicBezTo>
                  <a:cubicBezTo>
                    <a:pt x="79" y="69"/>
                    <a:pt x="63" y="76"/>
                    <a:pt x="49" y="86"/>
                  </a:cubicBezTo>
                  <a:cubicBezTo>
                    <a:pt x="35" y="95"/>
                    <a:pt x="21" y="107"/>
                    <a:pt x="15" y="123"/>
                  </a:cubicBezTo>
                  <a:cubicBezTo>
                    <a:pt x="13" y="129"/>
                    <a:pt x="12" y="136"/>
                    <a:pt x="11" y="142"/>
                  </a:cubicBezTo>
                  <a:cubicBezTo>
                    <a:pt x="6" y="180"/>
                    <a:pt x="0" y="217"/>
                    <a:pt x="4" y="255"/>
                  </a:cubicBezTo>
                  <a:cubicBezTo>
                    <a:pt x="5" y="258"/>
                    <a:pt x="6" y="262"/>
                    <a:pt x="7" y="266"/>
                  </a:cubicBezTo>
                  <a:cubicBezTo>
                    <a:pt x="9" y="269"/>
                    <a:pt x="11" y="271"/>
                    <a:pt x="14" y="274"/>
                  </a:cubicBezTo>
                  <a:cubicBezTo>
                    <a:pt x="26" y="285"/>
                    <a:pt x="41" y="297"/>
                    <a:pt x="51" y="311"/>
                  </a:cubicBezTo>
                  <a:cubicBezTo>
                    <a:pt x="60" y="325"/>
                    <a:pt x="69" y="338"/>
                    <a:pt x="79" y="351"/>
                  </a:cubicBezTo>
                  <a:cubicBezTo>
                    <a:pt x="91" y="367"/>
                    <a:pt x="104" y="383"/>
                    <a:pt x="115" y="400"/>
                  </a:cubicBezTo>
                  <a:cubicBezTo>
                    <a:pt x="137" y="432"/>
                    <a:pt x="117" y="472"/>
                    <a:pt x="107" y="506"/>
                  </a:cubicBezTo>
                  <a:cubicBezTo>
                    <a:pt x="100" y="533"/>
                    <a:pt x="95" y="562"/>
                    <a:pt x="107" y="588"/>
                  </a:cubicBezTo>
                  <a:cubicBezTo>
                    <a:pt x="117" y="610"/>
                    <a:pt x="139" y="624"/>
                    <a:pt x="163" y="632"/>
                  </a:cubicBezTo>
                  <a:cubicBezTo>
                    <a:pt x="191" y="641"/>
                    <a:pt x="221" y="641"/>
                    <a:pt x="250" y="638"/>
                  </a:cubicBezTo>
                  <a:cubicBezTo>
                    <a:pt x="281" y="633"/>
                    <a:pt x="312" y="624"/>
                    <a:pt x="343" y="622"/>
                  </a:cubicBezTo>
                  <a:cubicBezTo>
                    <a:pt x="359" y="620"/>
                    <a:pt x="376" y="620"/>
                    <a:pt x="392" y="617"/>
                  </a:cubicBezTo>
                  <a:cubicBezTo>
                    <a:pt x="420" y="612"/>
                    <a:pt x="440" y="594"/>
                    <a:pt x="455" y="570"/>
                  </a:cubicBezTo>
                  <a:cubicBezTo>
                    <a:pt x="459" y="566"/>
                    <a:pt x="462" y="561"/>
                    <a:pt x="464" y="555"/>
                  </a:cubicBezTo>
                  <a:cubicBezTo>
                    <a:pt x="466" y="549"/>
                    <a:pt x="466" y="543"/>
                    <a:pt x="466" y="536"/>
                  </a:cubicBezTo>
                  <a:cubicBezTo>
                    <a:pt x="466" y="527"/>
                    <a:pt x="464" y="518"/>
                    <a:pt x="462" y="510"/>
                  </a:cubicBezTo>
                  <a:cubicBezTo>
                    <a:pt x="458" y="498"/>
                    <a:pt x="453" y="487"/>
                    <a:pt x="446" y="476"/>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5" name="Google Shape;345;p32"/>
            <p:cNvSpPr/>
            <p:nvPr/>
          </p:nvSpPr>
          <p:spPr>
            <a:xfrm>
              <a:off x="3285265" y="460199"/>
              <a:ext cx="703369" cy="322722"/>
            </a:xfrm>
            <a:custGeom>
              <a:avLst/>
              <a:gdLst/>
              <a:ahLst/>
              <a:cxnLst/>
              <a:rect l="l" t="t" r="r" b="b"/>
              <a:pathLst>
                <a:path w="225" h="103" extrusionOk="0">
                  <a:moveTo>
                    <a:pt x="221" y="83"/>
                  </a:moveTo>
                  <a:cubicBezTo>
                    <a:pt x="225" y="76"/>
                    <a:pt x="224" y="69"/>
                    <a:pt x="220" y="62"/>
                  </a:cubicBezTo>
                  <a:cubicBezTo>
                    <a:pt x="211" y="49"/>
                    <a:pt x="198" y="39"/>
                    <a:pt x="183" y="33"/>
                  </a:cubicBezTo>
                  <a:cubicBezTo>
                    <a:pt x="160" y="23"/>
                    <a:pt x="136" y="13"/>
                    <a:pt x="111" y="8"/>
                  </a:cubicBezTo>
                  <a:cubicBezTo>
                    <a:pt x="95" y="5"/>
                    <a:pt x="78" y="5"/>
                    <a:pt x="62" y="4"/>
                  </a:cubicBezTo>
                  <a:cubicBezTo>
                    <a:pt x="55" y="4"/>
                    <a:pt x="47" y="4"/>
                    <a:pt x="40" y="4"/>
                  </a:cubicBezTo>
                  <a:cubicBezTo>
                    <a:pt x="32" y="4"/>
                    <a:pt x="3" y="0"/>
                    <a:pt x="4" y="13"/>
                  </a:cubicBezTo>
                  <a:cubicBezTo>
                    <a:pt x="4" y="16"/>
                    <a:pt x="6" y="19"/>
                    <a:pt x="8" y="22"/>
                  </a:cubicBezTo>
                  <a:cubicBezTo>
                    <a:pt x="6" y="22"/>
                    <a:pt x="4" y="23"/>
                    <a:pt x="3" y="25"/>
                  </a:cubicBezTo>
                  <a:cubicBezTo>
                    <a:pt x="0" y="33"/>
                    <a:pt x="14" y="38"/>
                    <a:pt x="19" y="41"/>
                  </a:cubicBezTo>
                  <a:cubicBezTo>
                    <a:pt x="32" y="48"/>
                    <a:pt x="46" y="53"/>
                    <a:pt x="61" y="56"/>
                  </a:cubicBezTo>
                  <a:cubicBezTo>
                    <a:pt x="69" y="58"/>
                    <a:pt x="78" y="60"/>
                    <a:pt x="86" y="61"/>
                  </a:cubicBezTo>
                  <a:cubicBezTo>
                    <a:pt x="92" y="62"/>
                    <a:pt x="108" y="70"/>
                    <a:pt x="94" y="73"/>
                  </a:cubicBezTo>
                  <a:cubicBezTo>
                    <a:pt x="91" y="74"/>
                    <a:pt x="87" y="74"/>
                    <a:pt x="84" y="73"/>
                  </a:cubicBezTo>
                  <a:cubicBezTo>
                    <a:pt x="80" y="73"/>
                    <a:pt x="76" y="72"/>
                    <a:pt x="72" y="72"/>
                  </a:cubicBezTo>
                  <a:cubicBezTo>
                    <a:pt x="69" y="72"/>
                    <a:pt x="66" y="71"/>
                    <a:pt x="63" y="72"/>
                  </a:cubicBezTo>
                  <a:cubicBezTo>
                    <a:pt x="55" y="73"/>
                    <a:pt x="52" y="79"/>
                    <a:pt x="58" y="85"/>
                  </a:cubicBezTo>
                  <a:cubicBezTo>
                    <a:pt x="61" y="88"/>
                    <a:pt x="66" y="90"/>
                    <a:pt x="71" y="91"/>
                  </a:cubicBezTo>
                  <a:cubicBezTo>
                    <a:pt x="77" y="92"/>
                    <a:pt x="83" y="92"/>
                    <a:pt x="88" y="95"/>
                  </a:cubicBezTo>
                  <a:cubicBezTo>
                    <a:pt x="94" y="97"/>
                    <a:pt x="100" y="99"/>
                    <a:pt x="106" y="101"/>
                  </a:cubicBezTo>
                  <a:cubicBezTo>
                    <a:pt x="119" y="103"/>
                    <a:pt x="132" y="103"/>
                    <a:pt x="144" y="101"/>
                  </a:cubicBezTo>
                  <a:cubicBezTo>
                    <a:pt x="155" y="98"/>
                    <a:pt x="166" y="93"/>
                    <a:pt x="178" y="91"/>
                  </a:cubicBezTo>
                  <a:cubicBezTo>
                    <a:pt x="187" y="89"/>
                    <a:pt x="196" y="89"/>
                    <a:pt x="205" y="89"/>
                  </a:cubicBezTo>
                  <a:cubicBezTo>
                    <a:pt x="209" y="89"/>
                    <a:pt x="213" y="89"/>
                    <a:pt x="216" y="87"/>
                  </a:cubicBezTo>
                  <a:cubicBezTo>
                    <a:pt x="218" y="86"/>
                    <a:pt x="220" y="85"/>
                    <a:pt x="221" y="83"/>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6" name="Google Shape;346;p32"/>
            <p:cNvSpPr/>
            <p:nvPr/>
          </p:nvSpPr>
          <p:spPr>
            <a:xfrm>
              <a:off x="3839679" y="584324"/>
              <a:ext cx="1448106" cy="2118360"/>
            </a:xfrm>
            <a:custGeom>
              <a:avLst/>
              <a:gdLst/>
              <a:ahLst/>
              <a:cxnLst/>
              <a:rect l="l" t="t" r="r" b="b"/>
              <a:pathLst>
                <a:path w="465" h="680" extrusionOk="0">
                  <a:moveTo>
                    <a:pt x="449" y="611"/>
                  </a:moveTo>
                  <a:cubicBezTo>
                    <a:pt x="441" y="589"/>
                    <a:pt x="430" y="568"/>
                    <a:pt x="420" y="547"/>
                  </a:cubicBezTo>
                  <a:cubicBezTo>
                    <a:pt x="401" y="507"/>
                    <a:pt x="391" y="463"/>
                    <a:pt x="377" y="421"/>
                  </a:cubicBezTo>
                  <a:cubicBezTo>
                    <a:pt x="370" y="399"/>
                    <a:pt x="362" y="377"/>
                    <a:pt x="351" y="357"/>
                  </a:cubicBezTo>
                  <a:cubicBezTo>
                    <a:pt x="343" y="333"/>
                    <a:pt x="334" y="310"/>
                    <a:pt x="325" y="287"/>
                  </a:cubicBezTo>
                  <a:cubicBezTo>
                    <a:pt x="313" y="256"/>
                    <a:pt x="299" y="224"/>
                    <a:pt x="281" y="196"/>
                  </a:cubicBezTo>
                  <a:cubicBezTo>
                    <a:pt x="270" y="180"/>
                    <a:pt x="258" y="165"/>
                    <a:pt x="244" y="153"/>
                  </a:cubicBezTo>
                  <a:cubicBezTo>
                    <a:pt x="244" y="152"/>
                    <a:pt x="243" y="152"/>
                    <a:pt x="243" y="152"/>
                  </a:cubicBezTo>
                  <a:cubicBezTo>
                    <a:pt x="228" y="134"/>
                    <a:pt x="210" y="119"/>
                    <a:pt x="193" y="103"/>
                  </a:cubicBezTo>
                  <a:cubicBezTo>
                    <a:pt x="172" y="86"/>
                    <a:pt x="151" y="69"/>
                    <a:pt x="128" y="54"/>
                  </a:cubicBezTo>
                  <a:cubicBezTo>
                    <a:pt x="118" y="48"/>
                    <a:pt x="107" y="41"/>
                    <a:pt x="97" y="34"/>
                  </a:cubicBezTo>
                  <a:cubicBezTo>
                    <a:pt x="86" y="26"/>
                    <a:pt x="71" y="23"/>
                    <a:pt x="59" y="18"/>
                  </a:cubicBezTo>
                  <a:cubicBezTo>
                    <a:pt x="46" y="12"/>
                    <a:pt x="32" y="6"/>
                    <a:pt x="18" y="1"/>
                  </a:cubicBezTo>
                  <a:cubicBezTo>
                    <a:pt x="16" y="0"/>
                    <a:pt x="13" y="0"/>
                    <a:pt x="11" y="1"/>
                  </a:cubicBezTo>
                  <a:cubicBezTo>
                    <a:pt x="11" y="1"/>
                    <a:pt x="10" y="2"/>
                    <a:pt x="10" y="2"/>
                  </a:cubicBezTo>
                  <a:cubicBezTo>
                    <a:pt x="3" y="5"/>
                    <a:pt x="0" y="14"/>
                    <a:pt x="1" y="22"/>
                  </a:cubicBezTo>
                  <a:cubicBezTo>
                    <a:pt x="1" y="31"/>
                    <a:pt x="7" y="39"/>
                    <a:pt x="13" y="45"/>
                  </a:cubicBezTo>
                  <a:cubicBezTo>
                    <a:pt x="14" y="46"/>
                    <a:pt x="16" y="46"/>
                    <a:pt x="17" y="46"/>
                  </a:cubicBezTo>
                  <a:cubicBezTo>
                    <a:pt x="49" y="67"/>
                    <a:pt x="72" y="96"/>
                    <a:pt x="96" y="124"/>
                  </a:cubicBezTo>
                  <a:cubicBezTo>
                    <a:pt x="109" y="140"/>
                    <a:pt x="123" y="155"/>
                    <a:pt x="138" y="170"/>
                  </a:cubicBezTo>
                  <a:cubicBezTo>
                    <a:pt x="146" y="178"/>
                    <a:pt x="155" y="185"/>
                    <a:pt x="163" y="192"/>
                  </a:cubicBezTo>
                  <a:cubicBezTo>
                    <a:pt x="171" y="199"/>
                    <a:pt x="180" y="206"/>
                    <a:pt x="188" y="213"/>
                  </a:cubicBezTo>
                  <a:cubicBezTo>
                    <a:pt x="200" y="224"/>
                    <a:pt x="208" y="236"/>
                    <a:pt x="216" y="250"/>
                  </a:cubicBezTo>
                  <a:cubicBezTo>
                    <a:pt x="216" y="251"/>
                    <a:pt x="216" y="251"/>
                    <a:pt x="216" y="252"/>
                  </a:cubicBezTo>
                  <a:cubicBezTo>
                    <a:pt x="220" y="263"/>
                    <a:pt x="225" y="273"/>
                    <a:pt x="228" y="284"/>
                  </a:cubicBezTo>
                  <a:cubicBezTo>
                    <a:pt x="234" y="303"/>
                    <a:pt x="245" y="322"/>
                    <a:pt x="253" y="341"/>
                  </a:cubicBezTo>
                  <a:cubicBezTo>
                    <a:pt x="261" y="362"/>
                    <a:pt x="266" y="385"/>
                    <a:pt x="270" y="407"/>
                  </a:cubicBezTo>
                  <a:cubicBezTo>
                    <a:pt x="278" y="442"/>
                    <a:pt x="280" y="477"/>
                    <a:pt x="279" y="513"/>
                  </a:cubicBezTo>
                  <a:cubicBezTo>
                    <a:pt x="279" y="533"/>
                    <a:pt x="278" y="554"/>
                    <a:pt x="281" y="574"/>
                  </a:cubicBezTo>
                  <a:cubicBezTo>
                    <a:pt x="284" y="592"/>
                    <a:pt x="290" y="610"/>
                    <a:pt x="297" y="627"/>
                  </a:cubicBezTo>
                  <a:cubicBezTo>
                    <a:pt x="297" y="627"/>
                    <a:pt x="297" y="628"/>
                    <a:pt x="297" y="628"/>
                  </a:cubicBezTo>
                  <a:cubicBezTo>
                    <a:pt x="297" y="629"/>
                    <a:pt x="298" y="629"/>
                    <a:pt x="298" y="629"/>
                  </a:cubicBezTo>
                  <a:cubicBezTo>
                    <a:pt x="298" y="630"/>
                    <a:pt x="298" y="630"/>
                    <a:pt x="298" y="630"/>
                  </a:cubicBezTo>
                  <a:cubicBezTo>
                    <a:pt x="298" y="630"/>
                    <a:pt x="299" y="630"/>
                    <a:pt x="299" y="631"/>
                  </a:cubicBezTo>
                  <a:cubicBezTo>
                    <a:pt x="338" y="676"/>
                    <a:pt x="405" y="669"/>
                    <a:pt x="459" y="680"/>
                  </a:cubicBezTo>
                  <a:cubicBezTo>
                    <a:pt x="460" y="680"/>
                    <a:pt x="461" y="680"/>
                    <a:pt x="462" y="680"/>
                  </a:cubicBezTo>
                  <a:cubicBezTo>
                    <a:pt x="463" y="679"/>
                    <a:pt x="465" y="679"/>
                    <a:pt x="464" y="678"/>
                  </a:cubicBezTo>
                  <a:cubicBezTo>
                    <a:pt x="462" y="655"/>
                    <a:pt x="457" y="632"/>
                    <a:pt x="449" y="611"/>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7" name="Google Shape;347;p32"/>
            <p:cNvSpPr/>
            <p:nvPr/>
          </p:nvSpPr>
          <p:spPr>
            <a:xfrm>
              <a:off x="3690731" y="551225"/>
              <a:ext cx="182047" cy="99298"/>
            </a:xfrm>
            <a:custGeom>
              <a:avLst/>
              <a:gdLst/>
              <a:ahLst/>
              <a:cxnLst/>
              <a:rect l="l" t="t" r="r" b="b"/>
              <a:pathLst>
                <a:path w="59" h="33" extrusionOk="0">
                  <a:moveTo>
                    <a:pt x="57" y="31"/>
                  </a:moveTo>
                  <a:cubicBezTo>
                    <a:pt x="52" y="30"/>
                    <a:pt x="47" y="30"/>
                    <a:pt x="43" y="28"/>
                  </a:cubicBezTo>
                  <a:cubicBezTo>
                    <a:pt x="38" y="27"/>
                    <a:pt x="33" y="24"/>
                    <a:pt x="29" y="21"/>
                  </a:cubicBezTo>
                  <a:cubicBezTo>
                    <a:pt x="21" y="15"/>
                    <a:pt x="13" y="8"/>
                    <a:pt x="5" y="1"/>
                  </a:cubicBezTo>
                  <a:cubicBezTo>
                    <a:pt x="4" y="0"/>
                    <a:pt x="2" y="0"/>
                    <a:pt x="2" y="1"/>
                  </a:cubicBezTo>
                  <a:cubicBezTo>
                    <a:pt x="1" y="1"/>
                    <a:pt x="0" y="2"/>
                    <a:pt x="1" y="2"/>
                  </a:cubicBezTo>
                  <a:cubicBezTo>
                    <a:pt x="5" y="6"/>
                    <a:pt x="9" y="10"/>
                    <a:pt x="14" y="13"/>
                  </a:cubicBezTo>
                  <a:cubicBezTo>
                    <a:pt x="18" y="17"/>
                    <a:pt x="22" y="20"/>
                    <a:pt x="27" y="23"/>
                  </a:cubicBezTo>
                  <a:cubicBezTo>
                    <a:pt x="31" y="26"/>
                    <a:pt x="35" y="29"/>
                    <a:pt x="40" y="30"/>
                  </a:cubicBezTo>
                  <a:cubicBezTo>
                    <a:pt x="46" y="32"/>
                    <a:pt x="51" y="33"/>
                    <a:pt x="56" y="33"/>
                  </a:cubicBezTo>
                  <a:cubicBezTo>
                    <a:pt x="57" y="33"/>
                    <a:pt x="59" y="33"/>
                    <a:pt x="59" y="32"/>
                  </a:cubicBezTo>
                  <a:cubicBezTo>
                    <a:pt x="59" y="31"/>
                    <a:pt x="58" y="31"/>
                    <a:pt x="57" y="31"/>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8" name="Google Shape;348;p32"/>
            <p:cNvSpPr/>
            <p:nvPr/>
          </p:nvSpPr>
          <p:spPr>
            <a:xfrm>
              <a:off x="3583161" y="658795"/>
              <a:ext cx="124126" cy="49649"/>
            </a:xfrm>
            <a:custGeom>
              <a:avLst/>
              <a:gdLst/>
              <a:ahLst/>
              <a:cxnLst/>
              <a:rect l="l" t="t" r="r" b="b"/>
              <a:pathLst>
                <a:path w="39" h="15" extrusionOk="0">
                  <a:moveTo>
                    <a:pt x="37" y="13"/>
                  </a:moveTo>
                  <a:cubicBezTo>
                    <a:pt x="31" y="12"/>
                    <a:pt x="26" y="11"/>
                    <a:pt x="20" y="8"/>
                  </a:cubicBezTo>
                  <a:cubicBezTo>
                    <a:pt x="15" y="6"/>
                    <a:pt x="9" y="3"/>
                    <a:pt x="4" y="1"/>
                  </a:cubicBezTo>
                  <a:cubicBezTo>
                    <a:pt x="3" y="0"/>
                    <a:pt x="2" y="0"/>
                    <a:pt x="1" y="1"/>
                  </a:cubicBezTo>
                  <a:cubicBezTo>
                    <a:pt x="0" y="1"/>
                    <a:pt x="0" y="2"/>
                    <a:pt x="1" y="2"/>
                  </a:cubicBezTo>
                  <a:cubicBezTo>
                    <a:pt x="12" y="8"/>
                    <a:pt x="23" y="14"/>
                    <a:pt x="36" y="15"/>
                  </a:cubicBezTo>
                  <a:cubicBezTo>
                    <a:pt x="37" y="15"/>
                    <a:pt x="38" y="15"/>
                    <a:pt x="39" y="14"/>
                  </a:cubicBezTo>
                  <a:cubicBezTo>
                    <a:pt x="39" y="13"/>
                    <a:pt x="38" y="13"/>
                    <a:pt x="37" y="13"/>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9" name="Google Shape;349;p32"/>
            <p:cNvSpPr/>
            <p:nvPr/>
          </p:nvSpPr>
          <p:spPr>
            <a:xfrm>
              <a:off x="3392836" y="468476"/>
              <a:ext cx="231696" cy="82749"/>
            </a:xfrm>
            <a:custGeom>
              <a:avLst/>
              <a:gdLst/>
              <a:ahLst/>
              <a:cxnLst/>
              <a:rect l="l" t="t" r="r" b="b"/>
              <a:pathLst>
                <a:path w="74" h="27" extrusionOk="0">
                  <a:moveTo>
                    <a:pt x="70" y="24"/>
                  </a:moveTo>
                  <a:cubicBezTo>
                    <a:pt x="67" y="23"/>
                    <a:pt x="64" y="23"/>
                    <a:pt x="61" y="22"/>
                  </a:cubicBezTo>
                  <a:cubicBezTo>
                    <a:pt x="56" y="21"/>
                    <a:pt x="50" y="20"/>
                    <a:pt x="45" y="19"/>
                  </a:cubicBezTo>
                  <a:cubicBezTo>
                    <a:pt x="39" y="18"/>
                    <a:pt x="33" y="16"/>
                    <a:pt x="28" y="16"/>
                  </a:cubicBezTo>
                  <a:cubicBezTo>
                    <a:pt x="23" y="15"/>
                    <a:pt x="18" y="14"/>
                    <a:pt x="13" y="12"/>
                  </a:cubicBezTo>
                  <a:cubicBezTo>
                    <a:pt x="11" y="11"/>
                    <a:pt x="8" y="10"/>
                    <a:pt x="6" y="8"/>
                  </a:cubicBezTo>
                  <a:cubicBezTo>
                    <a:pt x="5" y="7"/>
                    <a:pt x="5" y="3"/>
                    <a:pt x="7" y="3"/>
                  </a:cubicBezTo>
                  <a:cubicBezTo>
                    <a:pt x="8" y="3"/>
                    <a:pt x="8" y="2"/>
                    <a:pt x="8" y="1"/>
                  </a:cubicBezTo>
                  <a:cubicBezTo>
                    <a:pt x="7" y="0"/>
                    <a:pt x="5" y="1"/>
                    <a:pt x="5" y="1"/>
                  </a:cubicBezTo>
                  <a:cubicBezTo>
                    <a:pt x="3" y="1"/>
                    <a:pt x="1" y="3"/>
                    <a:pt x="1" y="5"/>
                  </a:cubicBezTo>
                  <a:cubicBezTo>
                    <a:pt x="0" y="7"/>
                    <a:pt x="2" y="9"/>
                    <a:pt x="3" y="10"/>
                  </a:cubicBezTo>
                  <a:cubicBezTo>
                    <a:pt x="7" y="14"/>
                    <a:pt x="12" y="15"/>
                    <a:pt x="17" y="16"/>
                  </a:cubicBezTo>
                  <a:cubicBezTo>
                    <a:pt x="23" y="17"/>
                    <a:pt x="28" y="18"/>
                    <a:pt x="34" y="19"/>
                  </a:cubicBezTo>
                  <a:cubicBezTo>
                    <a:pt x="40" y="20"/>
                    <a:pt x="46" y="21"/>
                    <a:pt x="52" y="23"/>
                  </a:cubicBezTo>
                  <a:cubicBezTo>
                    <a:pt x="55" y="23"/>
                    <a:pt x="58" y="24"/>
                    <a:pt x="61" y="25"/>
                  </a:cubicBezTo>
                  <a:cubicBezTo>
                    <a:pt x="63" y="25"/>
                    <a:pt x="65" y="25"/>
                    <a:pt x="66" y="26"/>
                  </a:cubicBezTo>
                  <a:cubicBezTo>
                    <a:pt x="68" y="26"/>
                    <a:pt x="69" y="27"/>
                    <a:pt x="71" y="27"/>
                  </a:cubicBezTo>
                  <a:cubicBezTo>
                    <a:pt x="72" y="27"/>
                    <a:pt x="74" y="27"/>
                    <a:pt x="73" y="25"/>
                  </a:cubicBezTo>
                  <a:cubicBezTo>
                    <a:pt x="73" y="24"/>
                    <a:pt x="70" y="24"/>
                    <a:pt x="70" y="24"/>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0" name="Google Shape;350;p32"/>
            <p:cNvSpPr/>
            <p:nvPr/>
          </p:nvSpPr>
          <p:spPr>
            <a:xfrm>
              <a:off x="3310087" y="476749"/>
              <a:ext cx="297895" cy="124126"/>
            </a:xfrm>
            <a:custGeom>
              <a:avLst/>
              <a:gdLst/>
              <a:ahLst/>
              <a:cxnLst/>
              <a:rect l="l" t="t" r="r" b="b"/>
              <a:pathLst>
                <a:path w="96" h="41" extrusionOk="0">
                  <a:moveTo>
                    <a:pt x="94" y="38"/>
                  </a:moveTo>
                  <a:cubicBezTo>
                    <a:pt x="87" y="37"/>
                    <a:pt x="80" y="36"/>
                    <a:pt x="73" y="34"/>
                  </a:cubicBezTo>
                  <a:cubicBezTo>
                    <a:pt x="67" y="33"/>
                    <a:pt x="60" y="32"/>
                    <a:pt x="54" y="30"/>
                  </a:cubicBezTo>
                  <a:cubicBezTo>
                    <a:pt x="41" y="27"/>
                    <a:pt x="29" y="22"/>
                    <a:pt x="18" y="16"/>
                  </a:cubicBezTo>
                  <a:cubicBezTo>
                    <a:pt x="15" y="14"/>
                    <a:pt x="12" y="13"/>
                    <a:pt x="10" y="10"/>
                  </a:cubicBezTo>
                  <a:cubicBezTo>
                    <a:pt x="7" y="8"/>
                    <a:pt x="6" y="5"/>
                    <a:pt x="8" y="2"/>
                  </a:cubicBezTo>
                  <a:cubicBezTo>
                    <a:pt x="8" y="0"/>
                    <a:pt x="4" y="0"/>
                    <a:pt x="3" y="1"/>
                  </a:cubicBezTo>
                  <a:cubicBezTo>
                    <a:pt x="0" y="7"/>
                    <a:pt x="6" y="12"/>
                    <a:pt x="10" y="15"/>
                  </a:cubicBezTo>
                  <a:cubicBezTo>
                    <a:pt x="16" y="18"/>
                    <a:pt x="22" y="21"/>
                    <a:pt x="28" y="24"/>
                  </a:cubicBezTo>
                  <a:cubicBezTo>
                    <a:pt x="41" y="30"/>
                    <a:pt x="54" y="33"/>
                    <a:pt x="68" y="36"/>
                  </a:cubicBezTo>
                  <a:cubicBezTo>
                    <a:pt x="76" y="37"/>
                    <a:pt x="84" y="39"/>
                    <a:pt x="92" y="40"/>
                  </a:cubicBezTo>
                  <a:cubicBezTo>
                    <a:pt x="93" y="41"/>
                    <a:pt x="95" y="40"/>
                    <a:pt x="95" y="40"/>
                  </a:cubicBezTo>
                  <a:cubicBezTo>
                    <a:pt x="96" y="39"/>
                    <a:pt x="94" y="38"/>
                    <a:pt x="94" y="38"/>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1" name="Google Shape;351;p32"/>
            <p:cNvSpPr/>
            <p:nvPr/>
          </p:nvSpPr>
          <p:spPr>
            <a:xfrm>
              <a:off x="3301815" y="526398"/>
              <a:ext cx="289624" cy="107576"/>
            </a:xfrm>
            <a:custGeom>
              <a:avLst/>
              <a:gdLst/>
              <a:ahLst/>
              <a:cxnLst/>
              <a:rect l="l" t="t" r="r" b="b"/>
              <a:pathLst>
                <a:path w="92" h="36" extrusionOk="0">
                  <a:moveTo>
                    <a:pt x="90" y="34"/>
                  </a:moveTo>
                  <a:cubicBezTo>
                    <a:pt x="77" y="32"/>
                    <a:pt x="65" y="29"/>
                    <a:pt x="53" y="25"/>
                  </a:cubicBezTo>
                  <a:cubicBezTo>
                    <a:pt x="41" y="22"/>
                    <a:pt x="30" y="18"/>
                    <a:pt x="18" y="12"/>
                  </a:cubicBezTo>
                  <a:cubicBezTo>
                    <a:pt x="13" y="10"/>
                    <a:pt x="8" y="7"/>
                    <a:pt x="5" y="1"/>
                  </a:cubicBezTo>
                  <a:cubicBezTo>
                    <a:pt x="5" y="0"/>
                    <a:pt x="0" y="1"/>
                    <a:pt x="1" y="2"/>
                  </a:cubicBezTo>
                  <a:cubicBezTo>
                    <a:pt x="4" y="7"/>
                    <a:pt x="8" y="10"/>
                    <a:pt x="13" y="13"/>
                  </a:cubicBezTo>
                  <a:cubicBezTo>
                    <a:pt x="18" y="15"/>
                    <a:pt x="23" y="18"/>
                    <a:pt x="29" y="20"/>
                  </a:cubicBezTo>
                  <a:cubicBezTo>
                    <a:pt x="41" y="25"/>
                    <a:pt x="54" y="28"/>
                    <a:pt x="67" y="32"/>
                  </a:cubicBezTo>
                  <a:cubicBezTo>
                    <a:pt x="74" y="33"/>
                    <a:pt x="81" y="35"/>
                    <a:pt x="89" y="36"/>
                  </a:cubicBezTo>
                  <a:cubicBezTo>
                    <a:pt x="89" y="36"/>
                    <a:pt x="91" y="36"/>
                    <a:pt x="92" y="35"/>
                  </a:cubicBezTo>
                  <a:cubicBezTo>
                    <a:pt x="92" y="34"/>
                    <a:pt x="91" y="34"/>
                    <a:pt x="90" y="34"/>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2" name="Google Shape;352;p32"/>
            <p:cNvSpPr/>
            <p:nvPr/>
          </p:nvSpPr>
          <p:spPr>
            <a:xfrm>
              <a:off x="3872779" y="708445"/>
              <a:ext cx="41377" cy="24827"/>
            </a:xfrm>
            <a:custGeom>
              <a:avLst/>
              <a:gdLst/>
              <a:ahLst/>
              <a:cxnLst/>
              <a:rect l="l" t="t" r="r" b="b"/>
              <a:pathLst>
                <a:path w="15" h="9" extrusionOk="0">
                  <a:moveTo>
                    <a:pt x="14" y="7"/>
                  </a:moveTo>
                  <a:cubicBezTo>
                    <a:pt x="11" y="5"/>
                    <a:pt x="7" y="2"/>
                    <a:pt x="3" y="0"/>
                  </a:cubicBezTo>
                  <a:cubicBezTo>
                    <a:pt x="3" y="0"/>
                    <a:pt x="1" y="0"/>
                    <a:pt x="0" y="0"/>
                  </a:cubicBezTo>
                  <a:cubicBezTo>
                    <a:pt x="0" y="0"/>
                    <a:pt x="0" y="1"/>
                    <a:pt x="0" y="1"/>
                  </a:cubicBezTo>
                  <a:cubicBezTo>
                    <a:pt x="0" y="1"/>
                    <a:pt x="0" y="2"/>
                    <a:pt x="0" y="2"/>
                  </a:cubicBezTo>
                  <a:cubicBezTo>
                    <a:pt x="4" y="4"/>
                    <a:pt x="7" y="6"/>
                    <a:pt x="10" y="8"/>
                  </a:cubicBezTo>
                  <a:cubicBezTo>
                    <a:pt x="11" y="9"/>
                    <a:pt x="13" y="9"/>
                    <a:pt x="13" y="9"/>
                  </a:cubicBezTo>
                  <a:cubicBezTo>
                    <a:pt x="14" y="9"/>
                    <a:pt x="15" y="8"/>
                    <a:pt x="14" y="7"/>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32"/>
            <p:cNvSpPr/>
            <p:nvPr/>
          </p:nvSpPr>
          <p:spPr>
            <a:xfrm>
              <a:off x="4874041" y="2057248"/>
              <a:ext cx="231698" cy="239974"/>
            </a:xfrm>
            <a:custGeom>
              <a:avLst/>
              <a:gdLst/>
              <a:ahLst/>
              <a:cxnLst/>
              <a:rect l="l" t="t" r="r" b="b"/>
              <a:pathLst>
                <a:path w="73" h="79" extrusionOk="0">
                  <a:moveTo>
                    <a:pt x="72" y="77"/>
                  </a:moveTo>
                  <a:cubicBezTo>
                    <a:pt x="58" y="54"/>
                    <a:pt x="34" y="41"/>
                    <a:pt x="17" y="20"/>
                  </a:cubicBezTo>
                  <a:cubicBezTo>
                    <a:pt x="12" y="15"/>
                    <a:pt x="8" y="8"/>
                    <a:pt x="5" y="2"/>
                  </a:cubicBezTo>
                  <a:cubicBezTo>
                    <a:pt x="4" y="0"/>
                    <a:pt x="0" y="1"/>
                    <a:pt x="1" y="2"/>
                  </a:cubicBezTo>
                  <a:cubicBezTo>
                    <a:pt x="11" y="27"/>
                    <a:pt x="35" y="42"/>
                    <a:pt x="53" y="60"/>
                  </a:cubicBezTo>
                  <a:cubicBezTo>
                    <a:pt x="59" y="66"/>
                    <a:pt x="63" y="72"/>
                    <a:pt x="67" y="78"/>
                  </a:cubicBezTo>
                  <a:cubicBezTo>
                    <a:pt x="68" y="79"/>
                    <a:pt x="73" y="79"/>
                    <a:pt x="72" y="77"/>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4" name="Google Shape;354;p32"/>
            <p:cNvSpPr/>
            <p:nvPr/>
          </p:nvSpPr>
          <p:spPr>
            <a:xfrm>
              <a:off x="2044033" y="4010114"/>
              <a:ext cx="595789" cy="430292"/>
            </a:xfrm>
            <a:custGeom>
              <a:avLst/>
              <a:gdLst/>
              <a:ahLst/>
              <a:cxnLst/>
              <a:rect l="l" t="t" r="r" b="b"/>
              <a:pathLst>
                <a:path w="192" h="138" extrusionOk="0">
                  <a:moveTo>
                    <a:pt x="190" y="112"/>
                  </a:moveTo>
                  <a:cubicBezTo>
                    <a:pt x="188" y="107"/>
                    <a:pt x="186" y="103"/>
                    <a:pt x="184" y="99"/>
                  </a:cubicBezTo>
                  <a:cubicBezTo>
                    <a:pt x="181" y="89"/>
                    <a:pt x="182" y="79"/>
                    <a:pt x="181" y="69"/>
                  </a:cubicBezTo>
                  <a:cubicBezTo>
                    <a:pt x="181" y="59"/>
                    <a:pt x="175" y="51"/>
                    <a:pt x="174" y="41"/>
                  </a:cubicBezTo>
                  <a:cubicBezTo>
                    <a:pt x="173" y="37"/>
                    <a:pt x="173" y="33"/>
                    <a:pt x="172" y="29"/>
                  </a:cubicBezTo>
                  <a:cubicBezTo>
                    <a:pt x="169" y="21"/>
                    <a:pt x="165" y="13"/>
                    <a:pt x="159" y="8"/>
                  </a:cubicBezTo>
                  <a:cubicBezTo>
                    <a:pt x="153" y="4"/>
                    <a:pt x="148" y="0"/>
                    <a:pt x="140" y="1"/>
                  </a:cubicBezTo>
                  <a:cubicBezTo>
                    <a:pt x="129" y="4"/>
                    <a:pt x="119" y="16"/>
                    <a:pt x="111" y="24"/>
                  </a:cubicBezTo>
                  <a:cubicBezTo>
                    <a:pt x="103" y="33"/>
                    <a:pt x="95" y="43"/>
                    <a:pt x="87" y="53"/>
                  </a:cubicBezTo>
                  <a:cubicBezTo>
                    <a:pt x="83" y="57"/>
                    <a:pt x="80" y="62"/>
                    <a:pt x="76" y="67"/>
                  </a:cubicBezTo>
                  <a:cubicBezTo>
                    <a:pt x="72" y="72"/>
                    <a:pt x="68" y="76"/>
                    <a:pt x="63" y="80"/>
                  </a:cubicBezTo>
                  <a:cubicBezTo>
                    <a:pt x="54" y="86"/>
                    <a:pt x="43" y="89"/>
                    <a:pt x="33" y="94"/>
                  </a:cubicBezTo>
                  <a:cubicBezTo>
                    <a:pt x="28" y="96"/>
                    <a:pt x="22" y="99"/>
                    <a:pt x="17" y="102"/>
                  </a:cubicBezTo>
                  <a:cubicBezTo>
                    <a:pt x="15" y="104"/>
                    <a:pt x="12" y="106"/>
                    <a:pt x="12" y="109"/>
                  </a:cubicBezTo>
                  <a:cubicBezTo>
                    <a:pt x="12" y="110"/>
                    <a:pt x="16" y="115"/>
                    <a:pt x="17" y="114"/>
                  </a:cubicBezTo>
                  <a:cubicBezTo>
                    <a:pt x="15" y="116"/>
                    <a:pt x="12" y="117"/>
                    <a:pt x="9" y="118"/>
                  </a:cubicBezTo>
                  <a:cubicBezTo>
                    <a:pt x="8" y="119"/>
                    <a:pt x="7" y="120"/>
                    <a:pt x="5" y="121"/>
                  </a:cubicBezTo>
                  <a:cubicBezTo>
                    <a:pt x="0" y="125"/>
                    <a:pt x="4" y="131"/>
                    <a:pt x="10" y="132"/>
                  </a:cubicBezTo>
                  <a:cubicBezTo>
                    <a:pt x="26" y="135"/>
                    <a:pt x="41" y="130"/>
                    <a:pt x="54" y="121"/>
                  </a:cubicBezTo>
                  <a:cubicBezTo>
                    <a:pt x="54" y="122"/>
                    <a:pt x="53" y="123"/>
                    <a:pt x="53" y="124"/>
                  </a:cubicBezTo>
                  <a:cubicBezTo>
                    <a:pt x="50" y="128"/>
                    <a:pt x="47" y="135"/>
                    <a:pt x="54" y="137"/>
                  </a:cubicBezTo>
                  <a:cubicBezTo>
                    <a:pt x="57" y="138"/>
                    <a:pt x="60" y="137"/>
                    <a:pt x="63" y="135"/>
                  </a:cubicBezTo>
                  <a:cubicBezTo>
                    <a:pt x="73" y="130"/>
                    <a:pt x="79" y="120"/>
                    <a:pt x="85" y="110"/>
                  </a:cubicBezTo>
                  <a:cubicBezTo>
                    <a:pt x="91" y="103"/>
                    <a:pt x="96" y="96"/>
                    <a:pt x="104" y="91"/>
                  </a:cubicBezTo>
                  <a:cubicBezTo>
                    <a:pt x="113" y="86"/>
                    <a:pt x="124" y="85"/>
                    <a:pt x="134" y="84"/>
                  </a:cubicBezTo>
                  <a:cubicBezTo>
                    <a:pt x="140" y="84"/>
                    <a:pt x="147" y="85"/>
                    <a:pt x="152" y="89"/>
                  </a:cubicBezTo>
                  <a:cubicBezTo>
                    <a:pt x="157" y="94"/>
                    <a:pt x="159" y="103"/>
                    <a:pt x="162" y="109"/>
                  </a:cubicBezTo>
                  <a:cubicBezTo>
                    <a:pt x="165" y="115"/>
                    <a:pt x="169" y="120"/>
                    <a:pt x="174" y="124"/>
                  </a:cubicBezTo>
                  <a:cubicBezTo>
                    <a:pt x="178" y="126"/>
                    <a:pt x="186" y="129"/>
                    <a:pt x="190" y="125"/>
                  </a:cubicBezTo>
                  <a:cubicBezTo>
                    <a:pt x="192" y="123"/>
                    <a:pt x="192" y="119"/>
                    <a:pt x="191" y="116"/>
                  </a:cubicBezTo>
                  <a:cubicBezTo>
                    <a:pt x="191" y="115"/>
                    <a:pt x="190" y="113"/>
                    <a:pt x="190" y="112"/>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5" name="Google Shape;355;p32"/>
            <p:cNvSpPr/>
            <p:nvPr/>
          </p:nvSpPr>
          <p:spPr>
            <a:xfrm>
              <a:off x="2383301" y="2619938"/>
              <a:ext cx="2101815" cy="1588774"/>
            </a:xfrm>
            <a:custGeom>
              <a:avLst/>
              <a:gdLst/>
              <a:ahLst/>
              <a:cxnLst/>
              <a:rect l="l" t="t" r="r" b="b"/>
              <a:pathLst>
                <a:path w="675" h="512" extrusionOk="0">
                  <a:moveTo>
                    <a:pt x="644" y="141"/>
                  </a:moveTo>
                  <a:cubicBezTo>
                    <a:pt x="643" y="141"/>
                    <a:pt x="643" y="141"/>
                    <a:pt x="643" y="141"/>
                  </a:cubicBezTo>
                  <a:cubicBezTo>
                    <a:pt x="665" y="118"/>
                    <a:pt x="675" y="84"/>
                    <a:pt x="670" y="53"/>
                  </a:cubicBezTo>
                  <a:cubicBezTo>
                    <a:pt x="668" y="43"/>
                    <a:pt x="665" y="33"/>
                    <a:pt x="660" y="24"/>
                  </a:cubicBezTo>
                  <a:cubicBezTo>
                    <a:pt x="656" y="16"/>
                    <a:pt x="652" y="5"/>
                    <a:pt x="643" y="2"/>
                  </a:cubicBezTo>
                  <a:cubicBezTo>
                    <a:pt x="638" y="0"/>
                    <a:pt x="633" y="0"/>
                    <a:pt x="627" y="1"/>
                  </a:cubicBezTo>
                  <a:cubicBezTo>
                    <a:pt x="599" y="4"/>
                    <a:pt x="574" y="21"/>
                    <a:pt x="553" y="40"/>
                  </a:cubicBezTo>
                  <a:cubicBezTo>
                    <a:pt x="532" y="61"/>
                    <a:pt x="515" y="86"/>
                    <a:pt x="494" y="108"/>
                  </a:cubicBezTo>
                  <a:cubicBezTo>
                    <a:pt x="472" y="131"/>
                    <a:pt x="449" y="155"/>
                    <a:pt x="426" y="178"/>
                  </a:cubicBezTo>
                  <a:cubicBezTo>
                    <a:pt x="414" y="189"/>
                    <a:pt x="401" y="200"/>
                    <a:pt x="389" y="211"/>
                  </a:cubicBezTo>
                  <a:cubicBezTo>
                    <a:pt x="359" y="237"/>
                    <a:pt x="324" y="256"/>
                    <a:pt x="289" y="274"/>
                  </a:cubicBezTo>
                  <a:cubicBezTo>
                    <a:pt x="253" y="292"/>
                    <a:pt x="219" y="311"/>
                    <a:pt x="187" y="336"/>
                  </a:cubicBezTo>
                  <a:cubicBezTo>
                    <a:pt x="185" y="337"/>
                    <a:pt x="183" y="338"/>
                    <a:pt x="181" y="339"/>
                  </a:cubicBezTo>
                  <a:cubicBezTo>
                    <a:pt x="129" y="376"/>
                    <a:pt x="75" y="411"/>
                    <a:pt x="27" y="453"/>
                  </a:cubicBezTo>
                  <a:cubicBezTo>
                    <a:pt x="19" y="460"/>
                    <a:pt x="11" y="468"/>
                    <a:pt x="5" y="477"/>
                  </a:cubicBezTo>
                  <a:cubicBezTo>
                    <a:pt x="3" y="483"/>
                    <a:pt x="0" y="489"/>
                    <a:pt x="1" y="495"/>
                  </a:cubicBezTo>
                  <a:cubicBezTo>
                    <a:pt x="4" y="510"/>
                    <a:pt x="23" y="512"/>
                    <a:pt x="34" y="508"/>
                  </a:cubicBezTo>
                  <a:cubicBezTo>
                    <a:pt x="36" y="509"/>
                    <a:pt x="39" y="509"/>
                    <a:pt x="40" y="508"/>
                  </a:cubicBezTo>
                  <a:cubicBezTo>
                    <a:pt x="67" y="491"/>
                    <a:pt x="89" y="468"/>
                    <a:pt x="119" y="454"/>
                  </a:cubicBezTo>
                  <a:cubicBezTo>
                    <a:pt x="126" y="451"/>
                    <a:pt x="133" y="448"/>
                    <a:pt x="140" y="445"/>
                  </a:cubicBezTo>
                  <a:cubicBezTo>
                    <a:pt x="185" y="427"/>
                    <a:pt x="230" y="410"/>
                    <a:pt x="275" y="392"/>
                  </a:cubicBezTo>
                  <a:cubicBezTo>
                    <a:pt x="314" y="377"/>
                    <a:pt x="351" y="352"/>
                    <a:pt x="387" y="330"/>
                  </a:cubicBezTo>
                  <a:cubicBezTo>
                    <a:pt x="450" y="292"/>
                    <a:pt x="512" y="250"/>
                    <a:pt x="566" y="198"/>
                  </a:cubicBezTo>
                  <a:cubicBezTo>
                    <a:pt x="577" y="187"/>
                    <a:pt x="588" y="176"/>
                    <a:pt x="601" y="167"/>
                  </a:cubicBezTo>
                  <a:cubicBezTo>
                    <a:pt x="614" y="158"/>
                    <a:pt x="629" y="151"/>
                    <a:pt x="644" y="144"/>
                  </a:cubicBezTo>
                  <a:cubicBezTo>
                    <a:pt x="646" y="143"/>
                    <a:pt x="645" y="142"/>
                    <a:pt x="644" y="141"/>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6" name="Google Shape;356;p32"/>
            <p:cNvSpPr/>
            <p:nvPr/>
          </p:nvSpPr>
          <p:spPr>
            <a:xfrm>
              <a:off x="2085405" y="4258360"/>
              <a:ext cx="182047" cy="115848"/>
            </a:xfrm>
            <a:custGeom>
              <a:avLst/>
              <a:gdLst/>
              <a:ahLst/>
              <a:cxnLst/>
              <a:rect l="l" t="t" r="r" b="b"/>
              <a:pathLst>
                <a:path w="60" h="35" extrusionOk="0">
                  <a:moveTo>
                    <a:pt x="54" y="1"/>
                  </a:moveTo>
                  <a:cubicBezTo>
                    <a:pt x="43" y="13"/>
                    <a:pt x="29" y="22"/>
                    <a:pt x="15" y="28"/>
                  </a:cubicBezTo>
                  <a:cubicBezTo>
                    <a:pt x="10" y="30"/>
                    <a:pt x="6" y="31"/>
                    <a:pt x="2" y="32"/>
                  </a:cubicBezTo>
                  <a:cubicBezTo>
                    <a:pt x="1" y="33"/>
                    <a:pt x="0" y="33"/>
                    <a:pt x="1" y="34"/>
                  </a:cubicBezTo>
                  <a:cubicBezTo>
                    <a:pt x="2" y="35"/>
                    <a:pt x="3" y="35"/>
                    <a:pt x="4" y="34"/>
                  </a:cubicBezTo>
                  <a:cubicBezTo>
                    <a:pt x="20" y="30"/>
                    <a:pt x="35" y="22"/>
                    <a:pt x="48" y="12"/>
                  </a:cubicBezTo>
                  <a:cubicBezTo>
                    <a:pt x="51" y="9"/>
                    <a:pt x="55" y="6"/>
                    <a:pt x="58" y="3"/>
                  </a:cubicBezTo>
                  <a:cubicBezTo>
                    <a:pt x="60" y="1"/>
                    <a:pt x="55" y="0"/>
                    <a:pt x="54" y="1"/>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7" name="Google Shape;357;p32"/>
            <p:cNvSpPr/>
            <p:nvPr/>
          </p:nvSpPr>
          <p:spPr>
            <a:xfrm>
              <a:off x="2201254" y="4274909"/>
              <a:ext cx="198597" cy="115848"/>
            </a:xfrm>
            <a:custGeom>
              <a:avLst/>
              <a:gdLst/>
              <a:ahLst/>
              <a:cxnLst/>
              <a:rect l="l" t="t" r="r" b="b"/>
              <a:pathLst>
                <a:path w="62" h="37" extrusionOk="0">
                  <a:moveTo>
                    <a:pt x="61" y="1"/>
                  </a:moveTo>
                  <a:cubicBezTo>
                    <a:pt x="61" y="0"/>
                    <a:pt x="59" y="0"/>
                    <a:pt x="58" y="0"/>
                  </a:cubicBezTo>
                  <a:cubicBezTo>
                    <a:pt x="48" y="3"/>
                    <a:pt x="39" y="9"/>
                    <a:pt x="30" y="15"/>
                  </a:cubicBezTo>
                  <a:cubicBezTo>
                    <a:pt x="20" y="22"/>
                    <a:pt x="11" y="29"/>
                    <a:pt x="1" y="36"/>
                  </a:cubicBezTo>
                  <a:cubicBezTo>
                    <a:pt x="0" y="36"/>
                    <a:pt x="2" y="37"/>
                    <a:pt x="2" y="37"/>
                  </a:cubicBezTo>
                  <a:cubicBezTo>
                    <a:pt x="3" y="37"/>
                    <a:pt x="4" y="37"/>
                    <a:pt x="5" y="37"/>
                  </a:cubicBezTo>
                  <a:cubicBezTo>
                    <a:pt x="15" y="30"/>
                    <a:pt x="24" y="23"/>
                    <a:pt x="33" y="16"/>
                  </a:cubicBezTo>
                  <a:cubicBezTo>
                    <a:pt x="42" y="11"/>
                    <a:pt x="50" y="5"/>
                    <a:pt x="60" y="2"/>
                  </a:cubicBezTo>
                  <a:cubicBezTo>
                    <a:pt x="61" y="2"/>
                    <a:pt x="62" y="1"/>
                    <a:pt x="61" y="1"/>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8" name="Google Shape;358;p32"/>
            <p:cNvSpPr/>
            <p:nvPr/>
          </p:nvSpPr>
          <p:spPr>
            <a:xfrm>
              <a:off x="2565348" y="4109412"/>
              <a:ext cx="24827" cy="49649"/>
            </a:xfrm>
            <a:custGeom>
              <a:avLst/>
              <a:gdLst/>
              <a:ahLst/>
              <a:cxnLst/>
              <a:rect l="l" t="t" r="r" b="b"/>
              <a:pathLst>
                <a:path w="6" h="17" extrusionOk="0">
                  <a:moveTo>
                    <a:pt x="6" y="15"/>
                  </a:moveTo>
                  <a:cubicBezTo>
                    <a:pt x="6" y="12"/>
                    <a:pt x="5" y="9"/>
                    <a:pt x="5" y="6"/>
                  </a:cubicBezTo>
                  <a:cubicBezTo>
                    <a:pt x="5" y="4"/>
                    <a:pt x="6" y="0"/>
                    <a:pt x="2" y="0"/>
                  </a:cubicBezTo>
                  <a:cubicBezTo>
                    <a:pt x="2" y="1"/>
                    <a:pt x="0" y="1"/>
                    <a:pt x="0" y="2"/>
                  </a:cubicBezTo>
                  <a:cubicBezTo>
                    <a:pt x="0" y="7"/>
                    <a:pt x="0" y="12"/>
                    <a:pt x="4" y="17"/>
                  </a:cubicBezTo>
                  <a:cubicBezTo>
                    <a:pt x="4" y="17"/>
                    <a:pt x="5" y="17"/>
                    <a:pt x="5" y="17"/>
                  </a:cubicBezTo>
                  <a:cubicBezTo>
                    <a:pt x="5" y="17"/>
                    <a:pt x="6" y="17"/>
                    <a:pt x="6" y="17"/>
                  </a:cubicBezTo>
                  <a:cubicBezTo>
                    <a:pt x="6" y="16"/>
                    <a:pt x="6" y="16"/>
                    <a:pt x="6" y="15"/>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9" name="Google Shape;359;p32"/>
            <p:cNvSpPr/>
            <p:nvPr/>
          </p:nvSpPr>
          <p:spPr>
            <a:xfrm>
              <a:off x="4327899" y="2264117"/>
              <a:ext cx="1108830" cy="1175033"/>
            </a:xfrm>
            <a:custGeom>
              <a:avLst/>
              <a:gdLst/>
              <a:ahLst/>
              <a:cxnLst/>
              <a:rect l="l" t="t" r="r" b="b"/>
              <a:pathLst>
                <a:path w="357" h="378" extrusionOk="0">
                  <a:moveTo>
                    <a:pt x="357" y="250"/>
                  </a:moveTo>
                  <a:cubicBezTo>
                    <a:pt x="343" y="255"/>
                    <a:pt x="328" y="261"/>
                    <a:pt x="314" y="267"/>
                  </a:cubicBezTo>
                  <a:cubicBezTo>
                    <a:pt x="299" y="274"/>
                    <a:pt x="284" y="280"/>
                    <a:pt x="268" y="287"/>
                  </a:cubicBezTo>
                  <a:cubicBezTo>
                    <a:pt x="267" y="288"/>
                    <a:pt x="266" y="289"/>
                    <a:pt x="264" y="289"/>
                  </a:cubicBezTo>
                  <a:cubicBezTo>
                    <a:pt x="263" y="290"/>
                    <a:pt x="262" y="290"/>
                    <a:pt x="261" y="291"/>
                  </a:cubicBezTo>
                  <a:cubicBezTo>
                    <a:pt x="259" y="292"/>
                    <a:pt x="256" y="293"/>
                    <a:pt x="254" y="294"/>
                  </a:cubicBezTo>
                  <a:cubicBezTo>
                    <a:pt x="233" y="304"/>
                    <a:pt x="212" y="314"/>
                    <a:pt x="192" y="325"/>
                  </a:cubicBezTo>
                  <a:cubicBezTo>
                    <a:pt x="191" y="326"/>
                    <a:pt x="190" y="326"/>
                    <a:pt x="189" y="327"/>
                  </a:cubicBezTo>
                  <a:cubicBezTo>
                    <a:pt x="187" y="327"/>
                    <a:pt x="186" y="328"/>
                    <a:pt x="184" y="329"/>
                  </a:cubicBezTo>
                  <a:cubicBezTo>
                    <a:pt x="168" y="337"/>
                    <a:pt x="152" y="346"/>
                    <a:pt x="136" y="355"/>
                  </a:cubicBezTo>
                  <a:cubicBezTo>
                    <a:pt x="125" y="360"/>
                    <a:pt x="115" y="366"/>
                    <a:pt x="105" y="371"/>
                  </a:cubicBezTo>
                  <a:cubicBezTo>
                    <a:pt x="98" y="374"/>
                    <a:pt x="91" y="377"/>
                    <a:pt x="83" y="378"/>
                  </a:cubicBezTo>
                  <a:cubicBezTo>
                    <a:pt x="75" y="368"/>
                    <a:pt x="68" y="358"/>
                    <a:pt x="60" y="348"/>
                  </a:cubicBezTo>
                  <a:cubicBezTo>
                    <a:pt x="50" y="335"/>
                    <a:pt x="41" y="322"/>
                    <a:pt x="32" y="308"/>
                  </a:cubicBezTo>
                  <a:cubicBezTo>
                    <a:pt x="31" y="307"/>
                    <a:pt x="30" y="306"/>
                    <a:pt x="29" y="305"/>
                  </a:cubicBezTo>
                  <a:cubicBezTo>
                    <a:pt x="33" y="296"/>
                    <a:pt x="36" y="287"/>
                    <a:pt x="37" y="278"/>
                  </a:cubicBezTo>
                  <a:cubicBezTo>
                    <a:pt x="38" y="263"/>
                    <a:pt x="38" y="247"/>
                    <a:pt x="39" y="232"/>
                  </a:cubicBezTo>
                  <a:cubicBezTo>
                    <a:pt x="39" y="203"/>
                    <a:pt x="37" y="174"/>
                    <a:pt x="25" y="148"/>
                  </a:cubicBezTo>
                  <a:cubicBezTo>
                    <a:pt x="21" y="139"/>
                    <a:pt x="16" y="132"/>
                    <a:pt x="11" y="125"/>
                  </a:cubicBezTo>
                  <a:cubicBezTo>
                    <a:pt x="8" y="120"/>
                    <a:pt x="4" y="115"/>
                    <a:pt x="0" y="111"/>
                  </a:cubicBezTo>
                  <a:cubicBezTo>
                    <a:pt x="4" y="105"/>
                    <a:pt x="9" y="99"/>
                    <a:pt x="14" y="95"/>
                  </a:cubicBezTo>
                  <a:cubicBezTo>
                    <a:pt x="21" y="102"/>
                    <a:pt x="27" y="110"/>
                    <a:pt x="33" y="118"/>
                  </a:cubicBezTo>
                  <a:cubicBezTo>
                    <a:pt x="42" y="129"/>
                    <a:pt x="49" y="141"/>
                    <a:pt x="58" y="152"/>
                  </a:cubicBezTo>
                  <a:cubicBezTo>
                    <a:pt x="65" y="162"/>
                    <a:pt x="73" y="172"/>
                    <a:pt x="85" y="177"/>
                  </a:cubicBezTo>
                  <a:cubicBezTo>
                    <a:pt x="86" y="178"/>
                    <a:pt x="87" y="178"/>
                    <a:pt x="89" y="179"/>
                  </a:cubicBezTo>
                  <a:cubicBezTo>
                    <a:pt x="89" y="179"/>
                    <a:pt x="89" y="179"/>
                    <a:pt x="90" y="179"/>
                  </a:cubicBezTo>
                  <a:cubicBezTo>
                    <a:pt x="91" y="179"/>
                    <a:pt x="92" y="180"/>
                    <a:pt x="94" y="180"/>
                  </a:cubicBezTo>
                  <a:cubicBezTo>
                    <a:pt x="103" y="181"/>
                    <a:pt x="113" y="179"/>
                    <a:pt x="122" y="176"/>
                  </a:cubicBezTo>
                  <a:cubicBezTo>
                    <a:pt x="130" y="175"/>
                    <a:pt x="138" y="172"/>
                    <a:pt x="146" y="169"/>
                  </a:cubicBezTo>
                  <a:cubicBezTo>
                    <a:pt x="160" y="163"/>
                    <a:pt x="173" y="155"/>
                    <a:pt x="184" y="143"/>
                  </a:cubicBezTo>
                  <a:cubicBezTo>
                    <a:pt x="190" y="137"/>
                    <a:pt x="198" y="128"/>
                    <a:pt x="201" y="118"/>
                  </a:cubicBezTo>
                  <a:cubicBezTo>
                    <a:pt x="201" y="117"/>
                    <a:pt x="202" y="116"/>
                    <a:pt x="202" y="114"/>
                  </a:cubicBezTo>
                  <a:cubicBezTo>
                    <a:pt x="202" y="113"/>
                    <a:pt x="202" y="111"/>
                    <a:pt x="202" y="109"/>
                  </a:cubicBezTo>
                  <a:cubicBezTo>
                    <a:pt x="202" y="105"/>
                    <a:pt x="200" y="102"/>
                    <a:pt x="196" y="98"/>
                  </a:cubicBezTo>
                  <a:cubicBezTo>
                    <a:pt x="194" y="93"/>
                    <a:pt x="190" y="89"/>
                    <a:pt x="186" y="85"/>
                  </a:cubicBezTo>
                  <a:cubicBezTo>
                    <a:pt x="181" y="79"/>
                    <a:pt x="176" y="74"/>
                    <a:pt x="171" y="69"/>
                  </a:cubicBezTo>
                  <a:cubicBezTo>
                    <a:pt x="161" y="57"/>
                    <a:pt x="149" y="46"/>
                    <a:pt x="139" y="34"/>
                  </a:cubicBezTo>
                  <a:cubicBezTo>
                    <a:pt x="131" y="25"/>
                    <a:pt x="123" y="15"/>
                    <a:pt x="116" y="5"/>
                  </a:cubicBezTo>
                  <a:cubicBezTo>
                    <a:pt x="117" y="4"/>
                    <a:pt x="119" y="3"/>
                    <a:pt x="120" y="2"/>
                  </a:cubicBezTo>
                  <a:cubicBezTo>
                    <a:pt x="121" y="1"/>
                    <a:pt x="122" y="0"/>
                    <a:pt x="123" y="0"/>
                  </a:cubicBezTo>
                  <a:cubicBezTo>
                    <a:pt x="125" y="2"/>
                    <a:pt x="127" y="4"/>
                    <a:pt x="130" y="5"/>
                  </a:cubicBezTo>
                  <a:cubicBezTo>
                    <a:pt x="137" y="12"/>
                    <a:pt x="145" y="17"/>
                    <a:pt x="154" y="23"/>
                  </a:cubicBezTo>
                  <a:cubicBezTo>
                    <a:pt x="171" y="34"/>
                    <a:pt x="189" y="45"/>
                    <a:pt x="207" y="55"/>
                  </a:cubicBezTo>
                  <a:cubicBezTo>
                    <a:pt x="225" y="64"/>
                    <a:pt x="244" y="74"/>
                    <a:pt x="263" y="82"/>
                  </a:cubicBezTo>
                  <a:cubicBezTo>
                    <a:pt x="275" y="86"/>
                    <a:pt x="287" y="90"/>
                    <a:pt x="299" y="94"/>
                  </a:cubicBezTo>
                  <a:cubicBezTo>
                    <a:pt x="301" y="98"/>
                    <a:pt x="303" y="102"/>
                    <a:pt x="305" y="106"/>
                  </a:cubicBezTo>
                  <a:cubicBezTo>
                    <a:pt x="315" y="126"/>
                    <a:pt x="329" y="149"/>
                    <a:pt x="333" y="171"/>
                  </a:cubicBezTo>
                  <a:cubicBezTo>
                    <a:pt x="337" y="193"/>
                    <a:pt x="346" y="216"/>
                    <a:pt x="353" y="238"/>
                  </a:cubicBezTo>
                  <a:cubicBezTo>
                    <a:pt x="355" y="242"/>
                    <a:pt x="356" y="246"/>
                    <a:pt x="357" y="25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0" name="Google Shape;360;p32"/>
            <p:cNvSpPr/>
            <p:nvPr/>
          </p:nvSpPr>
          <p:spPr>
            <a:xfrm>
              <a:off x="4427198" y="2595111"/>
              <a:ext cx="74476" cy="16550"/>
            </a:xfrm>
            <a:custGeom>
              <a:avLst/>
              <a:gdLst/>
              <a:ahLst/>
              <a:cxnLst/>
              <a:rect l="l" t="t" r="r" b="b"/>
              <a:pathLst>
                <a:path w="23" h="5" extrusionOk="0">
                  <a:moveTo>
                    <a:pt x="23" y="1"/>
                  </a:moveTo>
                  <a:cubicBezTo>
                    <a:pt x="22" y="0"/>
                    <a:pt x="21" y="0"/>
                    <a:pt x="20" y="0"/>
                  </a:cubicBezTo>
                  <a:cubicBezTo>
                    <a:pt x="14" y="1"/>
                    <a:pt x="8" y="2"/>
                    <a:pt x="2" y="3"/>
                  </a:cubicBezTo>
                  <a:cubicBezTo>
                    <a:pt x="1" y="3"/>
                    <a:pt x="0" y="3"/>
                    <a:pt x="0" y="4"/>
                  </a:cubicBezTo>
                  <a:cubicBezTo>
                    <a:pt x="0" y="5"/>
                    <a:pt x="2" y="5"/>
                    <a:pt x="3" y="5"/>
                  </a:cubicBezTo>
                  <a:cubicBezTo>
                    <a:pt x="9" y="4"/>
                    <a:pt x="15" y="3"/>
                    <a:pt x="21" y="3"/>
                  </a:cubicBezTo>
                  <a:cubicBezTo>
                    <a:pt x="22" y="3"/>
                    <a:pt x="23" y="2"/>
                    <a:pt x="23" y="1"/>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1" name="Google Shape;361;p32"/>
            <p:cNvSpPr/>
            <p:nvPr/>
          </p:nvSpPr>
          <p:spPr>
            <a:xfrm>
              <a:off x="4691994" y="2297217"/>
              <a:ext cx="24827" cy="140675"/>
            </a:xfrm>
            <a:custGeom>
              <a:avLst/>
              <a:gdLst/>
              <a:ahLst/>
              <a:cxnLst/>
              <a:rect l="l" t="t" r="r" b="b"/>
              <a:pathLst>
                <a:path w="9" h="45" extrusionOk="0">
                  <a:moveTo>
                    <a:pt x="5" y="2"/>
                  </a:moveTo>
                  <a:cubicBezTo>
                    <a:pt x="5" y="0"/>
                    <a:pt x="0" y="0"/>
                    <a:pt x="0" y="2"/>
                  </a:cubicBezTo>
                  <a:cubicBezTo>
                    <a:pt x="2" y="16"/>
                    <a:pt x="3" y="29"/>
                    <a:pt x="5" y="43"/>
                  </a:cubicBezTo>
                  <a:cubicBezTo>
                    <a:pt x="5" y="45"/>
                    <a:pt x="9" y="45"/>
                    <a:pt x="9" y="43"/>
                  </a:cubicBezTo>
                  <a:cubicBezTo>
                    <a:pt x="8" y="29"/>
                    <a:pt x="6" y="16"/>
                    <a:pt x="5" y="2"/>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2" name="Google Shape;362;p32"/>
            <p:cNvSpPr/>
            <p:nvPr/>
          </p:nvSpPr>
          <p:spPr>
            <a:xfrm>
              <a:off x="4162402" y="2992304"/>
              <a:ext cx="165497" cy="107576"/>
            </a:xfrm>
            <a:custGeom>
              <a:avLst/>
              <a:gdLst/>
              <a:ahLst/>
              <a:cxnLst/>
              <a:rect l="l" t="t" r="r" b="b"/>
              <a:pathLst>
                <a:path w="54" h="33" extrusionOk="0">
                  <a:moveTo>
                    <a:pt x="52" y="31"/>
                  </a:moveTo>
                  <a:cubicBezTo>
                    <a:pt x="39" y="16"/>
                    <a:pt x="22" y="6"/>
                    <a:pt x="4" y="0"/>
                  </a:cubicBezTo>
                  <a:cubicBezTo>
                    <a:pt x="3" y="0"/>
                    <a:pt x="1" y="0"/>
                    <a:pt x="1" y="0"/>
                  </a:cubicBezTo>
                  <a:cubicBezTo>
                    <a:pt x="0" y="1"/>
                    <a:pt x="1" y="2"/>
                    <a:pt x="1" y="2"/>
                  </a:cubicBezTo>
                  <a:cubicBezTo>
                    <a:pt x="19" y="7"/>
                    <a:pt x="36" y="18"/>
                    <a:pt x="48" y="32"/>
                  </a:cubicBezTo>
                  <a:cubicBezTo>
                    <a:pt x="49" y="33"/>
                    <a:pt x="54" y="32"/>
                    <a:pt x="52" y="31"/>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3" name="Google Shape;363;p32"/>
            <p:cNvSpPr/>
            <p:nvPr/>
          </p:nvSpPr>
          <p:spPr>
            <a:xfrm>
              <a:off x="4940240" y="3745319"/>
              <a:ext cx="1729445" cy="786115"/>
            </a:xfrm>
            <a:custGeom>
              <a:avLst/>
              <a:gdLst/>
              <a:ahLst/>
              <a:cxnLst/>
              <a:rect l="l" t="t" r="r" b="b"/>
              <a:pathLst>
                <a:path w="555" h="252" extrusionOk="0">
                  <a:moveTo>
                    <a:pt x="132" y="251"/>
                  </a:moveTo>
                  <a:cubicBezTo>
                    <a:pt x="99" y="252"/>
                    <a:pt x="66" y="250"/>
                    <a:pt x="33" y="240"/>
                  </a:cubicBezTo>
                  <a:cubicBezTo>
                    <a:pt x="22" y="237"/>
                    <a:pt x="12" y="231"/>
                    <a:pt x="2" y="227"/>
                  </a:cubicBezTo>
                  <a:cubicBezTo>
                    <a:pt x="0" y="217"/>
                    <a:pt x="10" y="209"/>
                    <a:pt x="19" y="205"/>
                  </a:cubicBezTo>
                  <a:cubicBezTo>
                    <a:pt x="35" y="196"/>
                    <a:pt x="52" y="189"/>
                    <a:pt x="69" y="183"/>
                  </a:cubicBezTo>
                  <a:cubicBezTo>
                    <a:pt x="78" y="180"/>
                    <a:pt x="86" y="177"/>
                    <a:pt x="95" y="173"/>
                  </a:cubicBezTo>
                  <a:cubicBezTo>
                    <a:pt x="153" y="151"/>
                    <a:pt x="208" y="121"/>
                    <a:pt x="262" y="91"/>
                  </a:cubicBezTo>
                  <a:cubicBezTo>
                    <a:pt x="301" y="70"/>
                    <a:pt x="339" y="48"/>
                    <a:pt x="379" y="29"/>
                  </a:cubicBezTo>
                  <a:cubicBezTo>
                    <a:pt x="398" y="19"/>
                    <a:pt x="417" y="9"/>
                    <a:pt x="438" y="5"/>
                  </a:cubicBezTo>
                  <a:cubicBezTo>
                    <a:pt x="460" y="1"/>
                    <a:pt x="483" y="0"/>
                    <a:pt x="505" y="6"/>
                  </a:cubicBezTo>
                  <a:cubicBezTo>
                    <a:pt x="522" y="10"/>
                    <a:pt x="543" y="19"/>
                    <a:pt x="550" y="35"/>
                  </a:cubicBezTo>
                  <a:cubicBezTo>
                    <a:pt x="554" y="43"/>
                    <a:pt x="555" y="52"/>
                    <a:pt x="553" y="61"/>
                  </a:cubicBezTo>
                  <a:cubicBezTo>
                    <a:pt x="551" y="71"/>
                    <a:pt x="546" y="79"/>
                    <a:pt x="540" y="87"/>
                  </a:cubicBezTo>
                  <a:cubicBezTo>
                    <a:pt x="523" y="111"/>
                    <a:pt x="499" y="131"/>
                    <a:pt x="475" y="147"/>
                  </a:cubicBezTo>
                  <a:cubicBezTo>
                    <a:pt x="450" y="163"/>
                    <a:pt x="423" y="178"/>
                    <a:pt x="396" y="189"/>
                  </a:cubicBezTo>
                  <a:cubicBezTo>
                    <a:pt x="387" y="193"/>
                    <a:pt x="377" y="196"/>
                    <a:pt x="368" y="199"/>
                  </a:cubicBezTo>
                  <a:cubicBezTo>
                    <a:pt x="343" y="208"/>
                    <a:pt x="318" y="216"/>
                    <a:pt x="292" y="224"/>
                  </a:cubicBezTo>
                  <a:cubicBezTo>
                    <a:pt x="281" y="228"/>
                    <a:pt x="269" y="232"/>
                    <a:pt x="257" y="236"/>
                  </a:cubicBezTo>
                  <a:cubicBezTo>
                    <a:pt x="237" y="241"/>
                    <a:pt x="218" y="243"/>
                    <a:pt x="197" y="246"/>
                  </a:cubicBezTo>
                  <a:cubicBezTo>
                    <a:pt x="176" y="248"/>
                    <a:pt x="154" y="251"/>
                    <a:pt x="132" y="2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4" name="Google Shape;364;p32"/>
            <p:cNvSpPr/>
            <p:nvPr/>
          </p:nvSpPr>
          <p:spPr>
            <a:xfrm>
              <a:off x="4559596" y="3513623"/>
              <a:ext cx="1158483" cy="736468"/>
            </a:xfrm>
            <a:custGeom>
              <a:avLst/>
              <a:gdLst/>
              <a:ahLst/>
              <a:cxnLst/>
              <a:rect l="l" t="t" r="r" b="b"/>
              <a:pathLst>
                <a:path w="371" h="237" extrusionOk="0">
                  <a:moveTo>
                    <a:pt x="371" y="132"/>
                  </a:moveTo>
                  <a:cubicBezTo>
                    <a:pt x="371" y="123"/>
                    <a:pt x="369" y="114"/>
                    <a:pt x="367" y="106"/>
                  </a:cubicBezTo>
                  <a:cubicBezTo>
                    <a:pt x="363" y="94"/>
                    <a:pt x="358" y="83"/>
                    <a:pt x="351" y="72"/>
                  </a:cubicBezTo>
                  <a:cubicBezTo>
                    <a:pt x="345" y="61"/>
                    <a:pt x="337" y="50"/>
                    <a:pt x="330" y="39"/>
                  </a:cubicBezTo>
                  <a:cubicBezTo>
                    <a:pt x="322" y="27"/>
                    <a:pt x="314" y="14"/>
                    <a:pt x="308" y="0"/>
                  </a:cubicBezTo>
                  <a:cubicBezTo>
                    <a:pt x="300" y="3"/>
                    <a:pt x="292" y="5"/>
                    <a:pt x="283" y="8"/>
                  </a:cubicBezTo>
                  <a:cubicBezTo>
                    <a:pt x="276" y="10"/>
                    <a:pt x="268" y="13"/>
                    <a:pt x="261" y="15"/>
                  </a:cubicBezTo>
                  <a:cubicBezTo>
                    <a:pt x="240" y="21"/>
                    <a:pt x="218" y="25"/>
                    <a:pt x="197" y="31"/>
                  </a:cubicBezTo>
                  <a:cubicBezTo>
                    <a:pt x="181" y="35"/>
                    <a:pt x="165" y="39"/>
                    <a:pt x="148" y="41"/>
                  </a:cubicBezTo>
                  <a:cubicBezTo>
                    <a:pt x="145" y="42"/>
                    <a:pt x="142" y="43"/>
                    <a:pt x="139" y="44"/>
                  </a:cubicBezTo>
                  <a:cubicBezTo>
                    <a:pt x="129" y="46"/>
                    <a:pt x="119" y="48"/>
                    <a:pt x="108" y="49"/>
                  </a:cubicBezTo>
                  <a:cubicBezTo>
                    <a:pt x="104" y="49"/>
                    <a:pt x="100" y="49"/>
                    <a:pt x="95" y="49"/>
                  </a:cubicBezTo>
                  <a:cubicBezTo>
                    <a:pt x="73" y="50"/>
                    <a:pt x="51" y="49"/>
                    <a:pt x="29" y="45"/>
                  </a:cubicBezTo>
                  <a:cubicBezTo>
                    <a:pt x="26" y="65"/>
                    <a:pt x="18" y="84"/>
                    <a:pt x="12" y="102"/>
                  </a:cubicBezTo>
                  <a:cubicBezTo>
                    <a:pt x="5" y="129"/>
                    <a:pt x="0" y="158"/>
                    <a:pt x="12" y="184"/>
                  </a:cubicBezTo>
                  <a:cubicBezTo>
                    <a:pt x="22" y="206"/>
                    <a:pt x="44" y="220"/>
                    <a:pt x="68" y="228"/>
                  </a:cubicBezTo>
                  <a:cubicBezTo>
                    <a:pt x="96" y="237"/>
                    <a:pt x="126" y="237"/>
                    <a:pt x="155" y="234"/>
                  </a:cubicBezTo>
                  <a:cubicBezTo>
                    <a:pt x="186" y="229"/>
                    <a:pt x="217" y="220"/>
                    <a:pt x="248" y="218"/>
                  </a:cubicBezTo>
                  <a:cubicBezTo>
                    <a:pt x="264" y="216"/>
                    <a:pt x="281" y="216"/>
                    <a:pt x="297" y="213"/>
                  </a:cubicBezTo>
                  <a:cubicBezTo>
                    <a:pt x="325" y="208"/>
                    <a:pt x="345" y="190"/>
                    <a:pt x="360" y="166"/>
                  </a:cubicBezTo>
                  <a:cubicBezTo>
                    <a:pt x="364" y="162"/>
                    <a:pt x="367" y="157"/>
                    <a:pt x="369" y="151"/>
                  </a:cubicBezTo>
                  <a:cubicBezTo>
                    <a:pt x="371" y="145"/>
                    <a:pt x="371" y="139"/>
                    <a:pt x="371" y="1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5" name="Google Shape;365;p32"/>
            <p:cNvSpPr/>
            <p:nvPr/>
          </p:nvSpPr>
          <p:spPr>
            <a:xfrm>
              <a:off x="3599710" y="3654293"/>
              <a:ext cx="3078252" cy="769567"/>
            </a:xfrm>
            <a:custGeom>
              <a:avLst/>
              <a:gdLst/>
              <a:ahLst/>
              <a:cxnLst/>
              <a:rect l="l" t="t" r="r" b="b"/>
              <a:pathLst>
                <a:path w="990" h="246" extrusionOk="0">
                  <a:moveTo>
                    <a:pt x="981" y="46"/>
                  </a:moveTo>
                  <a:cubicBezTo>
                    <a:pt x="973" y="32"/>
                    <a:pt x="960" y="20"/>
                    <a:pt x="945" y="13"/>
                  </a:cubicBezTo>
                  <a:cubicBezTo>
                    <a:pt x="930" y="6"/>
                    <a:pt x="912" y="3"/>
                    <a:pt x="895" y="2"/>
                  </a:cubicBezTo>
                  <a:cubicBezTo>
                    <a:pt x="876" y="0"/>
                    <a:pt x="858" y="2"/>
                    <a:pt x="839" y="5"/>
                  </a:cubicBezTo>
                  <a:cubicBezTo>
                    <a:pt x="807" y="10"/>
                    <a:pt x="776" y="17"/>
                    <a:pt x="745" y="26"/>
                  </a:cubicBezTo>
                  <a:cubicBezTo>
                    <a:pt x="686" y="43"/>
                    <a:pt x="631" y="68"/>
                    <a:pt x="575" y="91"/>
                  </a:cubicBezTo>
                  <a:cubicBezTo>
                    <a:pt x="575" y="91"/>
                    <a:pt x="575" y="91"/>
                    <a:pt x="575" y="91"/>
                  </a:cubicBezTo>
                  <a:cubicBezTo>
                    <a:pt x="551" y="96"/>
                    <a:pt x="526" y="100"/>
                    <a:pt x="500" y="101"/>
                  </a:cubicBezTo>
                  <a:cubicBezTo>
                    <a:pt x="499" y="101"/>
                    <a:pt x="499" y="101"/>
                    <a:pt x="498" y="101"/>
                  </a:cubicBezTo>
                  <a:cubicBezTo>
                    <a:pt x="478" y="101"/>
                    <a:pt x="458" y="100"/>
                    <a:pt x="438" y="98"/>
                  </a:cubicBezTo>
                  <a:cubicBezTo>
                    <a:pt x="431" y="98"/>
                    <a:pt x="424" y="96"/>
                    <a:pt x="416" y="96"/>
                  </a:cubicBezTo>
                  <a:cubicBezTo>
                    <a:pt x="407" y="95"/>
                    <a:pt x="399" y="95"/>
                    <a:pt x="390" y="94"/>
                  </a:cubicBezTo>
                  <a:cubicBezTo>
                    <a:pt x="333" y="88"/>
                    <a:pt x="279" y="71"/>
                    <a:pt x="224" y="57"/>
                  </a:cubicBezTo>
                  <a:cubicBezTo>
                    <a:pt x="169" y="42"/>
                    <a:pt x="113" y="30"/>
                    <a:pt x="57" y="33"/>
                  </a:cubicBezTo>
                  <a:cubicBezTo>
                    <a:pt x="44" y="34"/>
                    <a:pt x="31" y="35"/>
                    <a:pt x="20" y="42"/>
                  </a:cubicBezTo>
                  <a:cubicBezTo>
                    <a:pt x="11" y="47"/>
                    <a:pt x="0" y="55"/>
                    <a:pt x="3" y="67"/>
                  </a:cubicBezTo>
                  <a:cubicBezTo>
                    <a:pt x="6" y="82"/>
                    <a:pt x="17" y="93"/>
                    <a:pt x="27" y="103"/>
                  </a:cubicBezTo>
                  <a:cubicBezTo>
                    <a:pt x="41" y="116"/>
                    <a:pt x="57" y="128"/>
                    <a:pt x="73" y="137"/>
                  </a:cubicBezTo>
                  <a:cubicBezTo>
                    <a:pt x="108" y="158"/>
                    <a:pt x="147" y="171"/>
                    <a:pt x="187" y="181"/>
                  </a:cubicBezTo>
                  <a:cubicBezTo>
                    <a:pt x="210" y="186"/>
                    <a:pt x="233" y="191"/>
                    <a:pt x="257" y="196"/>
                  </a:cubicBezTo>
                  <a:cubicBezTo>
                    <a:pt x="332" y="225"/>
                    <a:pt x="412" y="246"/>
                    <a:pt x="493" y="244"/>
                  </a:cubicBezTo>
                  <a:cubicBezTo>
                    <a:pt x="538" y="244"/>
                    <a:pt x="582" y="235"/>
                    <a:pt x="626" y="226"/>
                  </a:cubicBezTo>
                  <a:cubicBezTo>
                    <a:pt x="671" y="216"/>
                    <a:pt x="717" y="206"/>
                    <a:pt x="762" y="195"/>
                  </a:cubicBezTo>
                  <a:cubicBezTo>
                    <a:pt x="806" y="186"/>
                    <a:pt x="851" y="177"/>
                    <a:pt x="894" y="163"/>
                  </a:cubicBezTo>
                  <a:cubicBezTo>
                    <a:pt x="929" y="151"/>
                    <a:pt x="969" y="133"/>
                    <a:pt x="983" y="96"/>
                  </a:cubicBezTo>
                  <a:cubicBezTo>
                    <a:pt x="990" y="80"/>
                    <a:pt x="989" y="62"/>
                    <a:pt x="981" y="4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6" name="Google Shape;366;p32"/>
            <p:cNvSpPr/>
            <p:nvPr/>
          </p:nvSpPr>
          <p:spPr>
            <a:xfrm>
              <a:off x="5022989" y="4291459"/>
              <a:ext cx="786116" cy="330994"/>
            </a:xfrm>
            <a:custGeom>
              <a:avLst/>
              <a:gdLst/>
              <a:ahLst/>
              <a:cxnLst/>
              <a:rect l="l" t="t" r="r" b="b"/>
              <a:pathLst>
                <a:path w="251" h="105" extrusionOk="0">
                  <a:moveTo>
                    <a:pt x="240" y="2"/>
                  </a:moveTo>
                  <a:cubicBezTo>
                    <a:pt x="230" y="0"/>
                    <a:pt x="217" y="5"/>
                    <a:pt x="209" y="7"/>
                  </a:cubicBezTo>
                  <a:cubicBezTo>
                    <a:pt x="187" y="13"/>
                    <a:pt x="164" y="17"/>
                    <a:pt x="141" y="21"/>
                  </a:cubicBezTo>
                  <a:cubicBezTo>
                    <a:pt x="120" y="23"/>
                    <a:pt x="100" y="24"/>
                    <a:pt x="78" y="24"/>
                  </a:cubicBezTo>
                  <a:cubicBezTo>
                    <a:pt x="57" y="24"/>
                    <a:pt x="35" y="26"/>
                    <a:pt x="18" y="38"/>
                  </a:cubicBezTo>
                  <a:cubicBezTo>
                    <a:pt x="11" y="42"/>
                    <a:pt x="1" y="51"/>
                    <a:pt x="1" y="59"/>
                  </a:cubicBezTo>
                  <a:cubicBezTo>
                    <a:pt x="0" y="68"/>
                    <a:pt x="8" y="76"/>
                    <a:pt x="15" y="81"/>
                  </a:cubicBezTo>
                  <a:cubicBezTo>
                    <a:pt x="23" y="86"/>
                    <a:pt x="33" y="87"/>
                    <a:pt x="42" y="88"/>
                  </a:cubicBezTo>
                  <a:cubicBezTo>
                    <a:pt x="54" y="89"/>
                    <a:pt x="64" y="90"/>
                    <a:pt x="75" y="93"/>
                  </a:cubicBezTo>
                  <a:cubicBezTo>
                    <a:pt x="86" y="96"/>
                    <a:pt x="98" y="98"/>
                    <a:pt x="109" y="100"/>
                  </a:cubicBezTo>
                  <a:cubicBezTo>
                    <a:pt x="137" y="104"/>
                    <a:pt x="168" y="105"/>
                    <a:pt x="195" y="98"/>
                  </a:cubicBezTo>
                  <a:cubicBezTo>
                    <a:pt x="200" y="97"/>
                    <a:pt x="206" y="96"/>
                    <a:pt x="211" y="93"/>
                  </a:cubicBezTo>
                  <a:cubicBezTo>
                    <a:pt x="213" y="92"/>
                    <a:pt x="215" y="90"/>
                    <a:pt x="217" y="88"/>
                  </a:cubicBezTo>
                  <a:cubicBezTo>
                    <a:pt x="218" y="86"/>
                    <a:pt x="217" y="82"/>
                    <a:pt x="215" y="81"/>
                  </a:cubicBezTo>
                  <a:cubicBezTo>
                    <a:pt x="218" y="81"/>
                    <a:pt x="222" y="80"/>
                    <a:pt x="225" y="78"/>
                  </a:cubicBezTo>
                  <a:cubicBezTo>
                    <a:pt x="228" y="76"/>
                    <a:pt x="229" y="71"/>
                    <a:pt x="226" y="68"/>
                  </a:cubicBezTo>
                  <a:cubicBezTo>
                    <a:pt x="230" y="68"/>
                    <a:pt x="234" y="66"/>
                    <a:pt x="235" y="63"/>
                  </a:cubicBezTo>
                  <a:cubicBezTo>
                    <a:pt x="237" y="59"/>
                    <a:pt x="235" y="55"/>
                    <a:pt x="232" y="54"/>
                  </a:cubicBezTo>
                  <a:cubicBezTo>
                    <a:pt x="237" y="52"/>
                    <a:pt x="241" y="48"/>
                    <a:pt x="242" y="43"/>
                  </a:cubicBezTo>
                  <a:cubicBezTo>
                    <a:pt x="242" y="41"/>
                    <a:pt x="242" y="38"/>
                    <a:pt x="242" y="36"/>
                  </a:cubicBezTo>
                  <a:cubicBezTo>
                    <a:pt x="242" y="34"/>
                    <a:pt x="240" y="31"/>
                    <a:pt x="241" y="29"/>
                  </a:cubicBezTo>
                  <a:cubicBezTo>
                    <a:pt x="242" y="27"/>
                    <a:pt x="244" y="27"/>
                    <a:pt x="245" y="26"/>
                  </a:cubicBezTo>
                  <a:cubicBezTo>
                    <a:pt x="248" y="23"/>
                    <a:pt x="250" y="18"/>
                    <a:pt x="251" y="14"/>
                  </a:cubicBezTo>
                  <a:cubicBezTo>
                    <a:pt x="251" y="13"/>
                    <a:pt x="251" y="12"/>
                    <a:pt x="250" y="11"/>
                  </a:cubicBezTo>
                  <a:cubicBezTo>
                    <a:pt x="250" y="10"/>
                    <a:pt x="250" y="9"/>
                    <a:pt x="249" y="8"/>
                  </a:cubicBezTo>
                  <a:cubicBezTo>
                    <a:pt x="247" y="5"/>
                    <a:pt x="244" y="3"/>
                    <a:pt x="240" y="2"/>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7" name="Google Shape;367;p32"/>
            <p:cNvSpPr/>
            <p:nvPr/>
          </p:nvSpPr>
          <p:spPr>
            <a:xfrm>
              <a:off x="4079653" y="4299731"/>
              <a:ext cx="794387" cy="314444"/>
            </a:xfrm>
            <a:custGeom>
              <a:avLst/>
              <a:gdLst/>
              <a:ahLst/>
              <a:cxnLst/>
              <a:rect l="l" t="t" r="r" b="b"/>
              <a:pathLst>
                <a:path w="255" h="101" extrusionOk="0">
                  <a:moveTo>
                    <a:pt x="15" y="0"/>
                  </a:moveTo>
                  <a:cubicBezTo>
                    <a:pt x="15" y="0"/>
                    <a:pt x="16" y="0"/>
                    <a:pt x="16" y="0"/>
                  </a:cubicBezTo>
                  <a:cubicBezTo>
                    <a:pt x="26" y="0"/>
                    <a:pt x="36" y="3"/>
                    <a:pt x="46" y="5"/>
                  </a:cubicBezTo>
                  <a:cubicBezTo>
                    <a:pt x="68" y="11"/>
                    <a:pt x="91" y="15"/>
                    <a:pt x="113" y="19"/>
                  </a:cubicBezTo>
                  <a:cubicBezTo>
                    <a:pt x="135" y="21"/>
                    <a:pt x="155" y="22"/>
                    <a:pt x="177" y="22"/>
                  </a:cubicBezTo>
                  <a:cubicBezTo>
                    <a:pt x="197" y="22"/>
                    <a:pt x="219" y="24"/>
                    <a:pt x="237" y="36"/>
                  </a:cubicBezTo>
                  <a:cubicBezTo>
                    <a:pt x="244" y="40"/>
                    <a:pt x="253" y="49"/>
                    <a:pt x="254" y="57"/>
                  </a:cubicBezTo>
                  <a:cubicBezTo>
                    <a:pt x="255" y="66"/>
                    <a:pt x="246" y="74"/>
                    <a:pt x="240" y="79"/>
                  </a:cubicBezTo>
                  <a:cubicBezTo>
                    <a:pt x="232" y="84"/>
                    <a:pt x="222" y="85"/>
                    <a:pt x="213" y="86"/>
                  </a:cubicBezTo>
                  <a:cubicBezTo>
                    <a:pt x="204" y="87"/>
                    <a:pt x="195" y="87"/>
                    <a:pt x="187" y="89"/>
                  </a:cubicBezTo>
                  <a:cubicBezTo>
                    <a:pt x="179" y="91"/>
                    <a:pt x="171" y="93"/>
                    <a:pt x="163" y="95"/>
                  </a:cubicBezTo>
                  <a:cubicBezTo>
                    <a:pt x="153" y="96"/>
                    <a:pt x="142" y="97"/>
                    <a:pt x="131" y="98"/>
                  </a:cubicBezTo>
                  <a:cubicBezTo>
                    <a:pt x="118" y="99"/>
                    <a:pt x="105" y="101"/>
                    <a:pt x="92" y="100"/>
                  </a:cubicBezTo>
                  <a:cubicBezTo>
                    <a:pt x="80" y="100"/>
                    <a:pt x="68" y="100"/>
                    <a:pt x="56" y="96"/>
                  </a:cubicBezTo>
                  <a:cubicBezTo>
                    <a:pt x="54" y="95"/>
                    <a:pt x="52" y="94"/>
                    <a:pt x="50" y="92"/>
                  </a:cubicBezTo>
                  <a:cubicBezTo>
                    <a:pt x="48" y="91"/>
                    <a:pt x="47" y="88"/>
                    <a:pt x="49" y="86"/>
                  </a:cubicBezTo>
                  <a:cubicBezTo>
                    <a:pt x="46" y="86"/>
                    <a:pt x="43" y="86"/>
                    <a:pt x="41" y="85"/>
                  </a:cubicBezTo>
                  <a:cubicBezTo>
                    <a:pt x="38" y="84"/>
                    <a:pt x="35" y="83"/>
                    <a:pt x="34" y="80"/>
                  </a:cubicBezTo>
                  <a:cubicBezTo>
                    <a:pt x="33" y="78"/>
                    <a:pt x="34" y="75"/>
                    <a:pt x="36" y="73"/>
                  </a:cubicBezTo>
                  <a:cubicBezTo>
                    <a:pt x="32" y="74"/>
                    <a:pt x="28" y="72"/>
                    <a:pt x="25" y="69"/>
                  </a:cubicBezTo>
                  <a:cubicBezTo>
                    <a:pt x="22" y="66"/>
                    <a:pt x="22" y="62"/>
                    <a:pt x="21" y="58"/>
                  </a:cubicBezTo>
                  <a:cubicBezTo>
                    <a:pt x="21" y="55"/>
                    <a:pt x="19" y="54"/>
                    <a:pt x="17" y="52"/>
                  </a:cubicBezTo>
                  <a:cubicBezTo>
                    <a:pt x="13" y="46"/>
                    <a:pt x="11" y="38"/>
                    <a:pt x="13" y="32"/>
                  </a:cubicBezTo>
                  <a:cubicBezTo>
                    <a:pt x="14" y="30"/>
                    <a:pt x="15" y="28"/>
                    <a:pt x="14" y="27"/>
                  </a:cubicBezTo>
                  <a:cubicBezTo>
                    <a:pt x="13" y="26"/>
                    <a:pt x="13" y="25"/>
                    <a:pt x="12" y="25"/>
                  </a:cubicBezTo>
                  <a:cubicBezTo>
                    <a:pt x="8" y="23"/>
                    <a:pt x="5" y="20"/>
                    <a:pt x="3" y="17"/>
                  </a:cubicBezTo>
                  <a:cubicBezTo>
                    <a:pt x="1" y="13"/>
                    <a:pt x="0" y="9"/>
                    <a:pt x="3" y="5"/>
                  </a:cubicBezTo>
                  <a:cubicBezTo>
                    <a:pt x="5" y="1"/>
                    <a:pt x="10" y="0"/>
                    <a:pt x="15" y="0"/>
                  </a:cubicBezTo>
                  <a:close/>
                </a:path>
              </a:pathLst>
            </a:custGeom>
            <a:solidFill>
              <a:srgbClr val="B26E4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8" name="Google Shape;368;p32"/>
            <p:cNvSpPr/>
            <p:nvPr/>
          </p:nvSpPr>
          <p:spPr>
            <a:xfrm>
              <a:off x="3508684" y="3770141"/>
              <a:ext cx="1704618" cy="777838"/>
            </a:xfrm>
            <a:custGeom>
              <a:avLst/>
              <a:gdLst/>
              <a:ahLst/>
              <a:cxnLst/>
              <a:rect l="l" t="t" r="r" b="b"/>
              <a:pathLst>
                <a:path w="545" h="251" extrusionOk="0">
                  <a:moveTo>
                    <a:pt x="505" y="179"/>
                  </a:moveTo>
                  <a:cubicBezTo>
                    <a:pt x="445" y="159"/>
                    <a:pt x="387" y="131"/>
                    <a:pt x="329" y="103"/>
                  </a:cubicBezTo>
                  <a:cubicBezTo>
                    <a:pt x="289" y="84"/>
                    <a:pt x="249" y="65"/>
                    <a:pt x="207" y="48"/>
                  </a:cubicBezTo>
                  <a:cubicBezTo>
                    <a:pt x="197" y="44"/>
                    <a:pt x="187" y="40"/>
                    <a:pt x="177" y="35"/>
                  </a:cubicBezTo>
                  <a:cubicBezTo>
                    <a:pt x="168" y="32"/>
                    <a:pt x="161" y="27"/>
                    <a:pt x="152" y="23"/>
                  </a:cubicBezTo>
                  <a:cubicBezTo>
                    <a:pt x="130" y="15"/>
                    <a:pt x="108" y="8"/>
                    <a:pt x="85" y="3"/>
                  </a:cubicBezTo>
                  <a:cubicBezTo>
                    <a:pt x="73" y="1"/>
                    <a:pt x="60" y="0"/>
                    <a:pt x="48" y="4"/>
                  </a:cubicBezTo>
                  <a:cubicBezTo>
                    <a:pt x="0" y="22"/>
                    <a:pt x="18" y="90"/>
                    <a:pt x="38" y="123"/>
                  </a:cubicBezTo>
                  <a:cubicBezTo>
                    <a:pt x="63" y="163"/>
                    <a:pt x="104" y="189"/>
                    <a:pt x="148" y="205"/>
                  </a:cubicBezTo>
                  <a:cubicBezTo>
                    <a:pt x="216" y="229"/>
                    <a:pt x="288" y="228"/>
                    <a:pt x="359" y="234"/>
                  </a:cubicBezTo>
                  <a:cubicBezTo>
                    <a:pt x="404" y="238"/>
                    <a:pt x="450" y="240"/>
                    <a:pt x="494" y="250"/>
                  </a:cubicBezTo>
                  <a:cubicBezTo>
                    <a:pt x="497" y="251"/>
                    <a:pt x="500" y="251"/>
                    <a:pt x="503" y="251"/>
                  </a:cubicBezTo>
                  <a:cubicBezTo>
                    <a:pt x="515" y="251"/>
                    <a:pt x="523" y="242"/>
                    <a:pt x="530" y="233"/>
                  </a:cubicBezTo>
                  <a:cubicBezTo>
                    <a:pt x="536" y="225"/>
                    <a:pt x="545" y="212"/>
                    <a:pt x="543" y="202"/>
                  </a:cubicBezTo>
                  <a:cubicBezTo>
                    <a:pt x="542" y="191"/>
                    <a:pt x="530" y="187"/>
                    <a:pt x="520" y="184"/>
                  </a:cubicBezTo>
                  <a:cubicBezTo>
                    <a:pt x="515" y="183"/>
                    <a:pt x="510" y="181"/>
                    <a:pt x="505" y="17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9" name="Google Shape;369;p32"/>
            <p:cNvSpPr/>
            <p:nvPr/>
          </p:nvSpPr>
          <p:spPr>
            <a:xfrm>
              <a:off x="5676702" y="4382480"/>
              <a:ext cx="99298" cy="8277"/>
            </a:xfrm>
            <a:custGeom>
              <a:avLst/>
              <a:gdLst/>
              <a:ahLst/>
              <a:cxnLst/>
              <a:rect l="l" t="t" r="r" b="b"/>
              <a:pathLst>
                <a:path w="32" h="4" extrusionOk="0">
                  <a:moveTo>
                    <a:pt x="32" y="1"/>
                  </a:moveTo>
                  <a:cubicBezTo>
                    <a:pt x="31" y="0"/>
                    <a:pt x="29" y="0"/>
                    <a:pt x="29" y="0"/>
                  </a:cubicBezTo>
                  <a:cubicBezTo>
                    <a:pt x="20" y="2"/>
                    <a:pt x="11" y="2"/>
                    <a:pt x="3" y="2"/>
                  </a:cubicBezTo>
                  <a:cubicBezTo>
                    <a:pt x="2" y="2"/>
                    <a:pt x="0" y="2"/>
                    <a:pt x="0" y="3"/>
                  </a:cubicBezTo>
                  <a:cubicBezTo>
                    <a:pt x="0" y="4"/>
                    <a:pt x="2" y="4"/>
                    <a:pt x="3" y="4"/>
                  </a:cubicBezTo>
                  <a:cubicBezTo>
                    <a:pt x="12" y="4"/>
                    <a:pt x="21" y="4"/>
                    <a:pt x="30" y="2"/>
                  </a:cubicBezTo>
                  <a:cubicBezTo>
                    <a:pt x="31" y="2"/>
                    <a:pt x="32" y="2"/>
                    <a:pt x="32" y="1"/>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0" name="Google Shape;370;p32"/>
            <p:cNvSpPr/>
            <p:nvPr/>
          </p:nvSpPr>
          <p:spPr>
            <a:xfrm>
              <a:off x="5684979" y="4456956"/>
              <a:ext cx="74476" cy="8277"/>
            </a:xfrm>
            <a:custGeom>
              <a:avLst/>
              <a:gdLst/>
              <a:ahLst/>
              <a:cxnLst/>
              <a:rect l="l" t="t" r="r" b="b"/>
              <a:pathLst>
                <a:path w="25" h="3" extrusionOk="0">
                  <a:moveTo>
                    <a:pt x="25" y="1"/>
                  </a:moveTo>
                  <a:cubicBezTo>
                    <a:pt x="24" y="0"/>
                    <a:pt x="23" y="0"/>
                    <a:pt x="22" y="0"/>
                  </a:cubicBezTo>
                  <a:cubicBezTo>
                    <a:pt x="16" y="1"/>
                    <a:pt x="10" y="1"/>
                    <a:pt x="4" y="0"/>
                  </a:cubicBezTo>
                  <a:cubicBezTo>
                    <a:pt x="3" y="0"/>
                    <a:pt x="1" y="0"/>
                    <a:pt x="1" y="1"/>
                  </a:cubicBezTo>
                  <a:cubicBezTo>
                    <a:pt x="0" y="2"/>
                    <a:pt x="2" y="2"/>
                    <a:pt x="2" y="2"/>
                  </a:cubicBezTo>
                  <a:cubicBezTo>
                    <a:pt x="9" y="3"/>
                    <a:pt x="16" y="3"/>
                    <a:pt x="23" y="2"/>
                  </a:cubicBezTo>
                  <a:cubicBezTo>
                    <a:pt x="24" y="2"/>
                    <a:pt x="25" y="2"/>
                    <a:pt x="25" y="1"/>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1" name="Google Shape;371;p32"/>
            <p:cNvSpPr/>
            <p:nvPr/>
          </p:nvSpPr>
          <p:spPr>
            <a:xfrm>
              <a:off x="5660152" y="4498328"/>
              <a:ext cx="66199" cy="16550"/>
            </a:xfrm>
            <a:custGeom>
              <a:avLst/>
              <a:gdLst/>
              <a:ahLst/>
              <a:cxnLst/>
              <a:rect l="l" t="t" r="r" b="b"/>
              <a:pathLst>
                <a:path w="23" h="5" extrusionOk="0">
                  <a:moveTo>
                    <a:pt x="23" y="2"/>
                  </a:moveTo>
                  <a:cubicBezTo>
                    <a:pt x="22" y="1"/>
                    <a:pt x="21" y="1"/>
                    <a:pt x="20" y="1"/>
                  </a:cubicBezTo>
                  <a:cubicBezTo>
                    <a:pt x="15" y="3"/>
                    <a:pt x="9" y="2"/>
                    <a:pt x="4" y="0"/>
                  </a:cubicBezTo>
                  <a:cubicBezTo>
                    <a:pt x="3" y="0"/>
                    <a:pt x="2" y="0"/>
                    <a:pt x="1" y="1"/>
                  </a:cubicBezTo>
                  <a:cubicBezTo>
                    <a:pt x="0" y="1"/>
                    <a:pt x="1" y="2"/>
                    <a:pt x="2" y="2"/>
                  </a:cubicBezTo>
                  <a:cubicBezTo>
                    <a:pt x="8" y="5"/>
                    <a:pt x="15" y="5"/>
                    <a:pt x="21" y="4"/>
                  </a:cubicBezTo>
                  <a:cubicBezTo>
                    <a:pt x="22" y="4"/>
                    <a:pt x="23" y="3"/>
                    <a:pt x="23" y="2"/>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2" name="Google Shape;372;p32"/>
            <p:cNvSpPr/>
            <p:nvPr/>
          </p:nvSpPr>
          <p:spPr>
            <a:xfrm>
              <a:off x="5635330" y="4547977"/>
              <a:ext cx="57927" cy="8277"/>
            </a:xfrm>
            <a:custGeom>
              <a:avLst/>
              <a:gdLst/>
              <a:ahLst/>
              <a:cxnLst/>
              <a:rect l="l" t="t" r="r" b="b"/>
              <a:pathLst>
                <a:path w="19" h="4" extrusionOk="0">
                  <a:moveTo>
                    <a:pt x="18" y="1"/>
                  </a:moveTo>
                  <a:cubicBezTo>
                    <a:pt x="17" y="0"/>
                    <a:pt x="16" y="0"/>
                    <a:pt x="15" y="1"/>
                  </a:cubicBezTo>
                  <a:cubicBezTo>
                    <a:pt x="14" y="1"/>
                    <a:pt x="13" y="1"/>
                    <a:pt x="12" y="1"/>
                  </a:cubicBezTo>
                  <a:cubicBezTo>
                    <a:pt x="12" y="1"/>
                    <a:pt x="11" y="1"/>
                    <a:pt x="11" y="1"/>
                  </a:cubicBezTo>
                  <a:cubicBezTo>
                    <a:pt x="10" y="1"/>
                    <a:pt x="10" y="1"/>
                    <a:pt x="10" y="1"/>
                  </a:cubicBezTo>
                  <a:cubicBezTo>
                    <a:pt x="9" y="2"/>
                    <a:pt x="9" y="2"/>
                    <a:pt x="9" y="2"/>
                  </a:cubicBezTo>
                  <a:cubicBezTo>
                    <a:pt x="7" y="2"/>
                    <a:pt x="6" y="1"/>
                    <a:pt x="4" y="1"/>
                  </a:cubicBezTo>
                  <a:cubicBezTo>
                    <a:pt x="3" y="0"/>
                    <a:pt x="1" y="0"/>
                    <a:pt x="1" y="1"/>
                  </a:cubicBezTo>
                  <a:cubicBezTo>
                    <a:pt x="0" y="2"/>
                    <a:pt x="1" y="3"/>
                    <a:pt x="1" y="3"/>
                  </a:cubicBezTo>
                  <a:cubicBezTo>
                    <a:pt x="7" y="4"/>
                    <a:pt x="12" y="4"/>
                    <a:pt x="17" y="3"/>
                  </a:cubicBezTo>
                  <a:cubicBezTo>
                    <a:pt x="18" y="2"/>
                    <a:pt x="19" y="2"/>
                    <a:pt x="18" y="1"/>
                  </a:cubicBezTo>
                  <a:close/>
                </a:path>
              </a:pathLst>
            </a:custGeom>
            <a:solidFill>
              <a:srgbClr val="73493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3" name="Google Shape;373;p32"/>
            <p:cNvSpPr/>
            <p:nvPr/>
          </p:nvSpPr>
          <p:spPr>
            <a:xfrm>
              <a:off x="4584418" y="3902538"/>
              <a:ext cx="455120" cy="66199"/>
            </a:xfrm>
            <a:custGeom>
              <a:avLst/>
              <a:gdLst/>
              <a:ahLst/>
              <a:cxnLst/>
              <a:rect l="l" t="t" r="r" b="b"/>
              <a:pathLst>
                <a:path w="147" h="21" extrusionOk="0">
                  <a:moveTo>
                    <a:pt x="145" y="19"/>
                  </a:moveTo>
                  <a:cubicBezTo>
                    <a:pt x="126" y="18"/>
                    <a:pt x="108" y="17"/>
                    <a:pt x="89" y="15"/>
                  </a:cubicBezTo>
                  <a:cubicBezTo>
                    <a:pt x="71" y="14"/>
                    <a:pt x="52" y="11"/>
                    <a:pt x="34" y="8"/>
                  </a:cubicBezTo>
                  <a:cubicBezTo>
                    <a:pt x="24" y="6"/>
                    <a:pt x="14" y="4"/>
                    <a:pt x="4" y="1"/>
                  </a:cubicBezTo>
                  <a:cubicBezTo>
                    <a:pt x="3" y="0"/>
                    <a:pt x="1" y="0"/>
                    <a:pt x="0" y="1"/>
                  </a:cubicBezTo>
                  <a:cubicBezTo>
                    <a:pt x="0" y="2"/>
                    <a:pt x="0" y="2"/>
                    <a:pt x="1" y="3"/>
                  </a:cubicBezTo>
                  <a:cubicBezTo>
                    <a:pt x="19" y="8"/>
                    <a:pt x="38" y="12"/>
                    <a:pt x="56" y="14"/>
                  </a:cubicBezTo>
                  <a:cubicBezTo>
                    <a:pt x="75" y="17"/>
                    <a:pt x="94" y="18"/>
                    <a:pt x="113" y="19"/>
                  </a:cubicBezTo>
                  <a:cubicBezTo>
                    <a:pt x="124" y="20"/>
                    <a:pt x="134" y="21"/>
                    <a:pt x="145" y="21"/>
                  </a:cubicBezTo>
                  <a:cubicBezTo>
                    <a:pt x="146" y="21"/>
                    <a:pt x="147" y="21"/>
                    <a:pt x="147" y="20"/>
                  </a:cubicBezTo>
                  <a:cubicBezTo>
                    <a:pt x="147" y="19"/>
                    <a:pt x="146" y="19"/>
                    <a:pt x="145" y="19"/>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4" name="Google Shape;374;p32"/>
            <p:cNvSpPr/>
            <p:nvPr/>
          </p:nvSpPr>
          <p:spPr>
            <a:xfrm>
              <a:off x="5312607" y="3819790"/>
              <a:ext cx="388923" cy="148948"/>
            </a:xfrm>
            <a:custGeom>
              <a:avLst/>
              <a:gdLst/>
              <a:ahLst/>
              <a:cxnLst/>
              <a:rect l="l" t="t" r="r" b="b"/>
              <a:pathLst>
                <a:path w="125" h="50" extrusionOk="0">
                  <a:moveTo>
                    <a:pt x="124" y="0"/>
                  </a:moveTo>
                  <a:cubicBezTo>
                    <a:pt x="123" y="0"/>
                    <a:pt x="122" y="0"/>
                    <a:pt x="121" y="0"/>
                  </a:cubicBezTo>
                  <a:cubicBezTo>
                    <a:pt x="92" y="16"/>
                    <a:pt x="60" y="27"/>
                    <a:pt x="29" y="38"/>
                  </a:cubicBezTo>
                  <a:cubicBezTo>
                    <a:pt x="20" y="41"/>
                    <a:pt x="11" y="45"/>
                    <a:pt x="2" y="48"/>
                  </a:cubicBezTo>
                  <a:cubicBezTo>
                    <a:pt x="1" y="48"/>
                    <a:pt x="0" y="49"/>
                    <a:pt x="1" y="50"/>
                  </a:cubicBezTo>
                  <a:cubicBezTo>
                    <a:pt x="2" y="50"/>
                    <a:pt x="3" y="50"/>
                    <a:pt x="4" y="50"/>
                  </a:cubicBezTo>
                  <a:cubicBezTo>
                    <a:pt x="20" y="44"/>
                    <a:pt x="37" y="38"/>
                    <a:pt x="53" y="32"/>
                  </a:cubicBezTo>
                  <a:cubicBezTo>
                    <a:pt x="68" y="26"/>
                    <a:pt x="84" y="20"/>
                    <a:pt x="99" y="14"/>
                  </a:cubicBezTo>
                  <a:cubicBezTo>
                    <a:pt x="108" y="10"/>
                    <a:pt x="116" y="6"/>
                    <a:pt x="124" y="2"/>
                  </a:cubicBezTo>
                  <a:cubicBezTo>
                    <a:pt x="125" y="1"/>
                    <a:pt x="125" y="1"/>
                    <a:pt x="124"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5" name="Google Shape;375;p32"/>
            <p:cNvSpPr/>
            <p:nvPr/>
          </p:nvSpPr>
          <p:spPr>
            <a:xfrm>
              <a:off x="5097460" y="3753591"/>
              <a:ext cx="1315707" cy="570966"/>
            </a:xfrm>
            <a:custGeom>
              <a:avLst/>
              <a:gdLst/>
              <a:ahLst/>
              <a:cxnLst/>
              <a:rect l="l" t="t" r="r" b="b"/>
              <a:pathLst>
                <a:path w="421" h="184" extrusionOk="0">
                  <a:moveTo>
                    <a:pt x="418" y="6"/>
                  </a:moveTo>
                  <a:cubicBezTo>
                    <a:pt x="390" y="0"/>
                    <a:pt x="360" y="6"/>
                    <a:pt x="334" y="17"/>
                  </a:cubicBezTo>
                  <a:cubicBezTo>
                    <a:pt x="306" y="29"/>
                    <a:pt x="281" y="45"/>
                    <a:pt x="255" y="60"/>
                  </a:cubicBezTo>
                  <a:cubicBezTo>
                    <a:pt x="228" y="75"/>
                    <a:pt x="202" y="91"/>
                    <a:pt x="174" y="106"/>
                  </a:cubicBezTo>
                  <a:cubicBezTo>
                    <a:pt x="148" y="120"/>
                    <a:pt x="122" y="133"/>
                    <a:pt x="95" y="145"/>
                  </a:cubicBezTo>
                  <a:cubicBezTo>
                    <a:pt x="68" y="158"/>
                    <a:pt x="40" y="168"/>
                    <a:pt x="12" y="178"/>
                  </a:cubicBezTo>
                  <a:cubicBezTo>
                    <a:pt x="9" y="179"/>
                    <a:pt x="5" y="181"/>
                    <a:pt x="2" y="182"/>
                  </a:cubicBezTo>
                  <a:cubicBezTo>
                    <a:pt x="1" y="182"/>
                    <a:pt x="0" y="183"/>
                    <a:pt x="1" y="183"/>
                  </a:cubicBezTo>
                  <a:cubicBezTo>
                    <a:pt x="2" y="184"/>
                    <a:pt x="3" y="184"/>
                    <a:pt x="4" y="184"/>
                  </a:cubicBezTo>
                  <a:cubicBezTo>
                    <a:pt x="32" y="174"/>
                    <a:pt x="59" y="164"/>
                    <a:pt x="86" y="152"/>
                  </a:cubicBezTo>
                  <a:cubicBezTo>
                    <a:pt x="113" y="141"/>
                    <a:pt x="139" y="128"/>
                    <a:pt x="165" y="115"/>
                  </a:cubicBezTo>
                  <a:cubicBezTo>
                    <a:pt x="192" y="100"/>
                    <a:pt x="218" y="85"/>
                    <a:pt x="244" y="69"/>
                  </a:cubicBezTo>
                  <a:cubicBezTo>
                    <a:pt x="258" y="62"/>
                    <a:pt x="271" y="54"/>
                    <a:pt x="284" y="46"/>
                  </a:cubicBezTo>
                  <a:cubicBezTo>
                    <a:pt x="297" y="39"/>
                    <a:pt x="309" y="32"/>
                    <a:pt x="322" y="26"/>
                  </a:cubicBezTo>
                  <a:cubicBezTo>
                    <a:pt x="348" y="13"/>
                    <a:pt x="377" y="4"/>
                    <a:pt x="407" y="6"/>
                  </a:cubicBezTo>
                  <a:cubicBezTo>
                    <a:pt x="410" y="7"/>
                    <a:pt x="414" y="7"/>
                    <a:pt x="417" y="8"/>
                  </a:cubicBezTo>
                  <a:cubicBezTo>
                    <a:pt x="419" y="8"/>
                    <a:pt x="421" y="6"/>
                    <a:pt x="418" y="6"/>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6" name="Google Shape;376;p32"/>
            <p:cNvSpPr/>
            <p:nvPr/>
          </p:nvSpPr>
          <p:spPr>
            <a:xfrm>
              <a:off x="3798307" y="3861167"/>
              <a:ext cx="1373632" cy="513040"/>
            </a:xfrm>
            <a:custGeom>
              <a:avLst/>
              <a:gdLst/>
              <a:ahLst/>
              <a:cxnLst/>
              <a:rect l="l" t="t" r="r" b="b"/>
              <a:pathLst>
                <a:path w="442" h="166" extrusionOk="0">
                  <a:moveTo>
                    <a:pt x="441" y="163"/>
                  </a:moveTo>
                  <a:cubicBezTo>
                    <a:pt x="412" y="151"/>
                    <a:pt x="383" y="138"/>
                    <a:pt x="354" y="124"/>
                  </a:cubicBezTo>
                  <a:cubicBezTo>
                    <a:pt x="325" y="111"/>
                    <a:pt x="297" y="98"/>
                    <a:pt x="268" y="84"/>
                  </a:cubicBezTo>
                  <a:cubicBezTo>
                    <a:pt x="239" y="71"/>
                    <a:pt x="211" y="57"/>
                    <a:pt x="182" y="43"/>
                  </a:cubicBezTo>
                  <a:cubicBezTo>
                    <a:pt x="155" y="30"/>
                    <a:pt x="129" y="15"/>
                    <a:pt x="100" y="8"/>
                  </a:cubicBezTo>
                  <a:cubicBezTo>
                    <a:pt x="71" y="0"/>
                    <a:pt x="41" y="0"/>
                    <a:pt x="12" y="7"/>
                  </a:cubicBezTo>
                  <a:cubicBezTo>
                    <a:pt x="8" y="8"/>
                    <a:pt x="5" y="9"/>
                    <a:pt x="1" y="10"/>
                  </a:cubicBezTo>
                  <a:cubicBezTo>
                    <a:pt x="0" y="11"/>
                    <a:pt x="0" y="11"/>
                    <a:pt x="0" y="12"/>
                  </a:cubicBezTo>
                  <a:cubicBezTo>
                    <a:pt x="1" y="13"/>
                    <a:pt x="3" y="13"/>
                    <a:pt x="4" y="12"/>
                  </a:cubicBezTo>
                  <a:cubicBezTo>
                    <a:pt x="32" y="3"/>
                    <a:pt x="62" y="2"/>
                    <a:pt x="91" y="8"/>
                  </a:cubicBezTo>
                  <a:cubicBezTo>
                    <a:pt x="120" y="15"/>
                    <a:pt x="147" y="29"/>
                    <a:pt x="173" y="42"/>
                  </a:cubicBezTo>
                  <a:cubicBezTo>
                    <a:pt x="201" y="55"/>
                    <a:pt x="229" y="69"/>
                    <a:pt x="257" y="82"/>
                  </a:cubicBezTo>
                  <a:cubicBezTo>
                    <a:pt x="285" y="96"/>
                    <a:pt x="313" y="109"/>
                    <a:pt x="342" y="122"/>
                  </a:cubicBezTo>
                  <a:cubicBezTo>
                    <a:pt x="370" y="135"/>
                    <a:pt x="398" y="148"/>
                    <a:pt x="427" y="160"/>
                  </a:cubicBezTo>
                  <a:cubicBezTo>
                    <a:pt x="430" y="162"/>
                    <a:pt x="434" y="164"/>
                    <a:pt x="437" y="165"/>
                  </a:cubicBezTo>
                  <a:cubicBezTo>
                    <a:pt x="438" y="166"/>
                    <a:pt x="440" y="166"/>
                    <a:pt x="441" y="165"/>
                  </a:cubicBezTo>
                  <a:cubicBezTo>
                    <a:pt x="441" y="165"/>
                    <a:pt x="442" y="164"/>
                    <a:pt x="441" y="163"/>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7" name="Google Shape;377;p32"/>
            <p:cNvSpPr/>
            <p:nvPr/>
          </p:nvSpPr>
          <p:spPr>
            <a:xfrm>
              <a:off x="3988627" y="1800725"/>
              <a:ext cx="165497" cy="364094"/>
            </a:xfrm>
            <a:custGeom>
              <a:avLst/>
              <a:gdLst/>
              <a:ahLst/>
              <a:cxnLst/>
              <a:rect l="l" t="t" r="r" b="b"/>
              <a:pathLst>
                <a:path w="54" h="117" extrusionOk="0">
                  <a:moveTo>
                    <a:pt x="51" y="1"/>
                  </a:moveTo>
                  <a:cubicBezTo>
                    <a:pt x="51" y="0"/>
                    <a:pt x="47" y="0"/>
                    <a:pt x="47" y="1"/>
                  </a:cubicBezTo>
                  <a:cubicBezTo>
                    <a:pt x="51" y="19"/>
                    <a:pt x="50" y="38"/>
                    <a:pt x="45" y="55"/>
                  </a:cubicBezTo>
                  <a:cubicBezTo>
                    <a:pt x="41" y="71"/>
                    <a:pt x="33" y="86"/>
                    <a:pt x="22" y="98"/>
                  </a:cubicBezTo>
                  <a:cubicBezTo>
                    <a:pt x="16" y="105"/>
                    <a:pt x="9" y="111"/>
                    <a:pt x="1" y="116"/>
                  </a:cubicBezTo>
                  <a:cubicBezTo>
                    <a:pt x="0" y="116"/>
                    <a:pt x="1" y="117"/>
                    <a:pt x="2" y="117"/>
                  </a:cubicBezTo>
                  <a:cubicBezTo>
                    <a:pt x="3" y="117"/>
                    <a:pt x="4" y="117"/>
                    <a:pt x="5" y="117"/>
                  </a:cubicBezTo>
                  <a:cubicBezTo>
                    <a:pt x="18" y="108"/>
                    <a:pt x="29" y="96"/>
                    <a:pt x="38" y="82"/>
                  </a:cubicBezTo>
                  <a:cubicBezTo>
                    <a:pt x="47" y="67"/>
                    <a:pt x="52" y="49"/>
                    <a:pt x="53" y="32"/>
                  </a:cubicBezTo>
                  <a:cubicBezTo>
                    <a:pt x="54" y="22"/>
                    <a:pt x="53" y="11"/>
                    <a:pt x="51" y="1"/>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8" name="Google Shape;378;p32"/>
            <p:cNvSpPr/>
            <p:nvPr/>
          </p:nvSpPr>
          <p:spPr>
            <a:xfrm>
              <a:off x="3963805" y="2024149"/>
              <a:ext cx="99299" cy="99298"/>
            </a:xfrm>
            <a:custGeom>
              <a:avLst/>
              <a:gdLst/>
              <a:ahLst/>
              <a:cxnLst/>
              <a:rect l="l" t="t" r="r" b="b"/>
              <a:pathLst>
                <a:path w="34" h="32" extrusionOk="0">
                  <a:moveTo>
                    <a:pt x="30" y="1"/>
                  </a:moveTo>
                  <a:cubicBezTo>
                    <a:pt x="23" y="13"/>
                    <a:pt x="14" y="23"/>
                    <a:pt x="2" y="30"/>
                  </a:cubicBezTo>
                  <a:cubicBezTo>
                    <a:pt x="0" y="31"/>
                    <a:pt x="4" y="32"/>
                    <a:pt x="5" y="31"/>
                  </a:cubicBezTo>
                  <a:cubicBezTo>
                    <a:pt x="17" y="24"/>
                    <a:pt x="27" y="14"/>
                    <a:pt x="34" y="1"/>
                  </a:cubicBezTo>
                  <a:cubicBezTo>
                    <a:pt x="34" y="0"/>
                    <a:pt x="30" y="0"/>
                    <a:pt x="30" y="1"/>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9" name="Google Shape;379;p32"/>
            <p:cNvSpPr/>
            <p:nvPr/>
          </p:nvSpPr>
          <p:spPr>
            <a:xfrm>
              <a:off x="3864506" y="1924851"/>
              <a:ext cx="66199" cy="198596"/>
            </a:xfrm>
            <a:custGeom>
              <a:avLst/>
              <a:gdLst/>
              <a:ahLst/>
              <a:cxnLst/>
              <a:rect l="l" t="t" r="r" b="b"/>
              <a:pathLst>
                <a:path w="21" h="62" extrusionOk="0">
                  <a:moveTo>
                    <a:pt x="16" y="1"/>
                  </a:moveTo>
                  <a:cubicBezTo>
                    <a:pt x="7" y="19"/>
                    <a:pt x="0" y="40"/>
                    <a:pt x="6" y="60"/>
                  </a:cubicBezTo>
                  <a:cubicBezTo>
                    <a:pt x="6" y="62"/>
                    <a:pt x="10" y="61"/>
                    <a:pt x="10" y="60"/>
                  </a:cubicBezTo>
                  <a:cubicBezTo>
                    <a:pt x="4" y="40"/>
                    <a:pt x="11" y="19"/>
                    <a:pt x="20" y="2"/>
                  </a:cubicBezTo>
                  <a:cubicBezTo>
                    <a:pt x="21" y="0"/>
                    <a:pt x="17" y="0"/>
                    <a:pt x="16" y="1"/>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0" name="Google Shape;380;p32"/>
            <p:cNvSpPr/>
            <p:nvPr/>
          </p:nvSpPr>
          <p:spPr>
            <a:xfrm>
              <a:off x="3972077" y="2272395"/>
              <a:ext cx="231697" cy="74476"/>
            </a:xfrm>
            <a:custGeom>
              <a:avLst/>
              <a:gdLst/>
              <a:ahLst/>
              <a:cxnLst/>
              <a:rect l="l" t="t" r="r" b="b"/>
              <a:pathLst>
                <a:path w="75" h="25" extrusionOk="0">
                  <a:moveTo>
                    <a:pt x="75" y="20"/>
                  </a:moveTo>
                  <a:cubicBezTo>
                    <a:pt x="74" y="20"/>
                    <a:pt x="73" y="20"/>
                    <a:pt x="72" y="20"/>
                  </a:cubicBezTo>
                  <a:cubicBezTo>
                    <a:pt x="53" y="25"/>
                    <a:pt x="34" y="19"/>
                    <a:pt x="17" y="10"/>
                  </a:cubicBezTo>
                  <a:cubicBezTo>
                    <a:pt x="13" y="7"/>
                    <a:pt x="9" y="4"/>
                    <a:pt x="4" y="0"/>
                  </a:cubicBezTo>
                  <a:cubicBezTo>
                    <a:pt x="4" y="0"/>
                    <a:pt x="3" y="0"/>
                    <a:pt x="2" y="0"/>
                  </a:cubicBezTo>
                  <a:cubicBezTo>
                    <a:pt x="1" y="0"/>
                    <a:pt x="0" y="1"/>
                    <a:pt x="1" y="1"/>
                  </a:cubicBezTo>
                  <a:cubicBezTo>
                    <a:pt x="17" y="14"/>
                    <a:pt x="36" y="24"/>
                    <a:pt x="57" y="24"/>
                  </a:cubicBezTo>
                  <a:cubicBezTo>
                    <a:pt x="63" y="24"/>
                    <a:pt x="68" y="23"/>
                    <a:pt x="74" y="22"/>
                  </a:cubicBezTo>
                  <a:cubicBezTo>
                    <a:pt x="75" y="21"/>
                    <a:pt x="75" y="21"/>
                    <a:pt x="75" y="20"/>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1" name="Google Shape;381;p32"/>
            <p:cNvSpPr/>
            <p:nvPr/>
          </p:nvSpPr>
          <p:spPr>
            <a:xfrm>
              <a:off x="4170674" y="2264117"/>
              <a:ext cx="91026" cy="16550"/>
            </a:xfrm>
            <a:custGeom>
              <a:avLst/>
              <a:gdLst/>
              <a:ahLst/>
              <a:cxnLst/>
              <a:rect l="l" t="t" r="r" b="b"/>
              <a:pathLst>
                <a:path w="28" h="6" extrusionOk="0">
                  <a:moveTo>
                    <a:pt x="27" y="0"/>
                  </a:moveTo>
                  <a:cubicBezTo>
                    <a:pt x="27" y="0"/>
                    <a:pt x="25" y="0"/>
                    <a:pt x="25" y="0"/>
                  </a:cubicBezTo>
                  <a:cubicBezTo>
                    <a:pt x="17" y="2"/>
                    <a:pt x="10" y="3"/>
                    <a:pt x="2" y="4"/>
                  </a:cubicBezTo>
                  <a:cubicBezTo>
                    <a:pt x="1" y="4"/>
                    <a:pt x="0" y="5"/>
                    <a:pt x="0" y="6"/>
                  </a:cubicBezTo>
                  <a:cubicBezTo>
                    <a:pt x="1" y="6"/>
                    <a:pt x="2" y="6"/>
                    <a:pt x="3" y="6"/>
                  </a:cubicBezTo>
                  <a:cubicBezTo>
                    <a:pt x="11" y="5"/>
                    <a:pt x="19" y="4"/>
                    <a:pt x="27" y="2"/>
                  </a:cubicBezTo>
                  <a:cubicBezTo>
                    <a:pt x="27" y="2"/>
                    <a:pt x="28" y="1"/>
                    <a:pt x="27" y="0"/>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2" name="Google Shape;382;p32"/>
            <p:cNvSpPr/>
            <p:nvPr/>
          </p:nvSpPr>
          <p:spPr>
            <a:xfrm>
              <a:off x="3847957" y="2346866"/>
              <a:ext cx="148948" cy="347543"/>
            </a:xfrm>
            <a:custGeom>
              <a:avLst/>
              <a:gdLst/>
              <a:ahLst/>
              <a:cxnLst/>
              <a:rect l="l" t="t" r="r" b="b"/>
              <a:pathLst>
                <a:path w="46" h="113" extrusionOk="0">
                  <a:moveTo>
                    <a:pt x="42" y="67"/>
                  </a:moveTo>
                  <a:cubicBezTo>
                    <a:pt x="41" y="60"/>
                    <a:pt x="38" y="53"/>
                    <a:pt x="34" y="47"/>
                  </a:cubicBezTo>
                  <a:cubicBezTo>
                    <a:pt x="29" y="39"/>
                    <a:pt x="22" y="34"/>
                    <a:pt x="16" y="27"/>
                  </a:cubicBezTo>
                  <a:cubicBezTo>
                    <a:pt x="10" y="20"/>
                    <a:pt x="4" y="12"/>
                    <a:pt x="4" y="2"/>
                  </a:cubicBezTo>
                  <a:cubicBezTo>
                    <a:pt x="4" y="0"/>
                    <a:pt x="0" y="0"/>
                    <a:pt x="0" y="2"/>
                  </a:cubicBezTo>
                  <a:cubicBezTo>
                    <a:pt x="0" y="20"/>
                    <a:pt x="17" y="31"/>
                    <a:pt x="27" y="44"/>
                  </a:cubicBezTo>
                  <a:cubicBezTo>
                    <a:pt x="37" y="56"/>
                    <a:pt x="41" y="71"/>
                    <a:pt x="39" y="87"/>
                  </a:cubicBezTo>
                  <a:cubicBezTo>
                    <a:pt x="39" y="95"/>
                    <a:pt x="36" y="103"/>
                    <a:pt x="32" y="111"/>
                  </a:cubicBezTo>
                  <a:cubicBezTo>
                    <a:pt x="31" y="112"/>
                    <a:pt x="35" y="113"/>
                    <a:pt x="35" y="111"/>
                  </a:cubicBezTo>
                  <a:cubicBezTo>
                    <a:pt x="43" y="98"/>
                    <a:pt x="46" y="82"/>
                    <a:pt x="42" y="67"/>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3" name="Google Shape;383;p32"/>
            <p:cNvSpPr/>
            <p:nvPr/>
          </p:nvSpPr>
          <p:spPr>
            <a:xfrm>
              <a:off x="3889328" y="2562012"/>
              <a:ext cx="41377" cy="115848"/>
            </a:xfrm>
            <a:custGeom>
              <a:avLst/>
              <a:gdLst/>
              <a:ahLst/>
              <a:cxnLst/>
              <a:rect l="l" t="t" r="r" b="b"/>
              <a:pathLst>
                <a:path w="13" h="36" extrusionOk="0">
                  <a:moveTo>
                    <a:pt x="9" y="2"/>
                  </a:moveTo>
                  <a:cubicBezTo>
                    <a:pt x="8" y="0"/>
                    <a:pt x="4" y="1"/>
                    <a:pt x="5" y="2"/>
                  </a:cubicBezTo>
                  <a:cubicBezTo>
                    <a:pt x="9" y="13"/>
                    <a:pt x="7" y="25"/>
                    <a:pt x="0" y="34"/>
                  </a:cubicBezTo>
                  <a:cubicBezTo>
                    <a:pt x="0" y="35"/>
                    <a:pt x="4" y="36"/>
                    <a:pt x="4" y="35"/>
                  </a:cubicBezTo>
                  <a:cubicBezTo>
                    <a:pt x="11" y="25"/>
                    <a:pt x="13" y="13"/>
                    <a:pt x="9" y="2"/>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4" name="Google Shape;384;p32"/>
            <p:cNvSpPr/>
            <p:nvPr/>
          </p:nvSpPr>
          <p:spPr>
            <a:xfrm>
              <a:off x="3574883" y="2710959"/>
              <a:ext cx="82749" cy="239974"/>
            </a:xfrm>
            <a:custGeom>
              <a:avLst/>
              <a:gdLst/>
              <a:ahLst/>
              <a:cxnLst/>
              <a:rect l="l" t="t" r="r" b="b"/>
              <a:pathLst>
                <a:path w="28" h="75" extrusionOk="0">
                  <a:moveTo>
                    <a:pt x="27" y="2"/>
                  </a:moveTo>
                  <a:cubicBezTo>
                    <a:pt x="28" y="1"/>
                    <a:pt x="26" y="1"/>
                    <a:pt x="26" y="1"/>
                  </a:cubicBezTo>
                  <a:cubicBezTo>
                    <a:pt x="25" y="0"/>
                    <a:pt x="24" y="1"/>
                    <a:pt x="23" y="1"/>
                  </a:cubicBezTo>
                  <a:cubicBezTo>
                    <a:pt x="11" y="18"/>
                    <a:pt x="0" y="39"/>
                    <a:pt x="8" y="60"/>
                  </a:cubicBezTo>
                  <a:cubicBezTo>
                    <a:pt x="9" y="66"/>
                    <a:pt x="12" y="70"/>
                    <a:pt x="16" y="74"/>
                  </a:cubicBezTo>
                  <a:cubicBezTo>
                    <a:pt x="17" y="75"/>
                    <a:pt x="21" y="74"/>
                    <a:pt x="20" y="73"/>
                  </a:cubicBezTo>
                  <a:cubicBezTo>
                    <a:pt x="13" y="66"/>
                    <a:pt x="9" y="57"/>
                    <a:pt x="9" y="47"/>
                  </a:cubicBezTo>
                  <a:cubicBezTo>
                    <a:pt x="9" y="37"/>
                    <a:pt x="12" y="26"/>
                    <a:pt x="17" y="17"/>
                  </a:cubicBezTo>
                  <a:cubicBezTo>
                    <a:pt x="20" y="12"/>
                    <a:pt x="23" y="7"/>
                    <a:pt x="27" y="2"/>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5" name="Google Shape;385;p32"/>
            <p:cNvSpPr/>
            <p:nvPr/>
          </p:nvSpPr>
          <p:spPr>
            <a:xfrm>
              <a:off x="3665909" y="2843357"/>
              <a:ext cx="49649" cy="99298"/>
            </a:xfrm>
            <a:custGeom>
              <a:avLst/>
              <a:gdLst/>
              <a:ahLst/>
              <a:cxnLst/>
              <a:rect l="l" t="t" r="r" b="b"/>
              <a:pathLst>
                <a:path w="16" h="32" extrusionOk="0">
                  <a:moveTo>
                    <a:pt x="15" y="30"/>
                  </a:moveTo>
                  <a:cubicBezTo>
                    <a:pt x="7" y="23"/>
                    <a:pt x="4" y="11"/>
                    <a:pt x="8" y="1"/>
                  </a:cubicBezTo>
                  <a:cubicBezTo>
                    <a:pt x="8" y="0"/>
                    <a:pt x="4" y="0"/>
                    <a:pt x="4" y="1"/>
                  </a:cubicBezTo>
                  <a:cubicBezTo>
                    <a:pt x="0" y="11"/>
                    <a:pt x="3" y="24"/>
                    <a:pt x="12" y="31"/>
                  </a:cubicBezTo>
                  <a:cubicBezTo>
                    <a:pt x="12" y="32"/>
                    <a:pt x="14" y="32"/>
                    <a:pt x="15" y="32"/>
                  </a:cubicBezTo>
                  <a:cubicBezTo>
                    <a:pt x="15" y="31"/>
                    <a:pt x="16" y="31"/>
                    <a:pt x="15" y="30"/>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6" name="Google Shape;386;p32"/>
            <p:cNvSpPr/>
            <p:nvPr/>
          </p:nvSpPr>
          <p:spPr>
            <a:xfrm>
              <a:off x="3541784" y="3091603"/>
              <a:ext cx="66199" cy="115848"/>
            </a:xfrm>
            <a:custGeom>
              <a:avLst/>
              <a:gdLst/>
              <a:ahLst/>
              <a:cxnLst/>
              <a:rect l="l" t="t" r="r" b="b"/>
              <a:pathLst>
                <a:path w="22" h="39" extrusionOk="0">
                  <a:moveTo>
                    <a:pt x="22" y="37"/>
                  </a:moveTo>
                  <a:cubicBezTo>
                    <a:pt x="22" y="36"/>
                    <a:pt x="20" y="36"/>
                    <a:pt x="19" y="36"/>
                  </a:cubicBezTo>
                  <a:cubicBezTo>
                    <a:pt x="17" y="36"/>
                    <a:pt x="14" y="34"/>
                    <a:pt x="12" y="33"/>
                  </a:cubicBezTo>
                  <a:cubicBezTo>
                    <a:pt x="10" y="30"/>
                    <a:pt x="8" y="27"/>
                    <a:pt x="7" y="23"/>
                  </a:cubicBezTo>
                  <a:cubicBezTo>
                    <a:pt x="6" y="17"/>
                    <a:pt x="6" y="8"/>
                    <a:pt x="9" y="2"/>
                  </a:cubicBezTo>
                  <a:cubicBezTo>
                    <a:pt x="10" y="1"/>
                    <a:pt x="6" y="0"/>
                    <a:pt x="5" y="2"/>
                  </a:cubicBezTo>
                  <a:cubicBezTo>
                    <a:pt x="0" y="14"/>
                    <a:pt x="2" y="39"/>
                    <a:pt x="21" y="38"/>
                  </a:cubicBezTo>
                  <a:cubicBezTo>
                    <a:pt x="21" y="38"/>
                    <a:pt x="22" y="37"/>
                    <a:pt x="22" y="37"/>
                  </a:cubicBezTo>
                  <a:close/>
                </a:path>
              </a:pathLst>
            </a:custGeom>
            <a:solidFill>
              <a:srgbClr val="354E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7" name="Google Shape;387;p32"/>
            <p:cNvSpPr/>
            <p:nvPr/>
          </p:nvSpPr>
          <p:spPr>
            <a:xfrm>
              <a:off x="4592695" y="2603389"/>
              <a:ext cx="570970" cy="686814"/>
            </a:xfrm>
            <a:custGeom>
              <a:avLst/>
              <a:gdLst/>
              <a:ahLst/>
              <a:cxnLst/>
              <a:rect l="l" t="t" r="r" b="b"/>
              <a:pathLst>
                <a:path w="183" h="220" extrusionOk="0">
                  <a:moveTo>
                    <a:pt x="183" y="176"/>
                  </a:moveTo>
                  <a:cubicBezTo>
                    <a:pt x="180" y="163"/>
                    <a:pt x="177" y="149"/>
                    <a:pt x="174" y="136"/>
                  </a:cubicBezTo>
                  <a:cubicBezTo>
                    <a:pt x="170" y="115"/>
                    <a:pt x="166" y="94"/>
                    <a:pt x="160" y="74"/>
                  </a:cubicBezTo>
                  <a:cubicBezTo>
                    <a:pt x="155" y="55"/>
                    <a:pt x="149" y="40"/>
                    <a:pt x="141" y="28"/>
                  </a:cubicBezTo>
                  <a:cubicBezTo>
                    <a:pt x="135" y="19"/>
                    <a:pt x="128" y="7"/>
                    <a:pt x="117" y="0"/>
                  </a:cubicBezTo>
                  <a:cubicBezTo>
                    <a:pt x="117" y="2"/>
                    <a:pt x="117" y="4"/>
                    <a:pt x="117" y="5"/>
                  </a:cubicBezTo>
                  <a:cubicBezTo>
                    <a:pt x="117" y="7"/>
                    <a:pt x="116" y="8"/>
                    <a:pt x="116" y="9"/>
                  </a:cubicBezTo>
                  <a:cubicBezTo>
                    <a:pt x="124" y="15"/>
                    <a:pt x="130" y="25"/>
                    <a:pt x="134" y="32"/>
                  </a:cubicBezTo>
                  <a:cubicBezTo>
                    <a:pt x="142" y="44"/>
                    <a:pt x="148" y="58"/>
                    <a:pt x="153" y="76"/>
                  </a:cubicBezTo>
                  <a:cubicBezTo>
                    <a:pt x="158" y="96"/>
                    <a:pt x="163" y="117"/>
                    <a:pt x="167" y="137"/>
                  </a:cubicBezTo>
                  <a:cubicBezTo>
                    <a:pt x="169" y="151"/>
                    <a:pt x="172" y="164"/>
                    <a:pt x="175" y="177"/>
                  </a:cubicBezTo>
                  <a:cubicBezTo>
                    <a:pt x="176" y="181"/>
                    <a:pt x="176" y="181"/>
                    <a:pt x="176" y="181"/>
                  </a:cubicBezTo>
                  <a:cubicBezTo>
                    <a:pt x="176" y="182"/>
                    <a:pt x="176" y="182"/>
                    <a:pt x="176" y="182"/>
                  </a:cubicBezTo>
                  <a:cubicBezTo>
                    <a:pt x="177" y="181"/>
                    <a:pt x="178" y="181"/>
                    <a:pt x="179" y="180"/>
                  </a:cubicBezTo>
                  <a:cubicBezTo>
                    <a:pt x="181" y="180"/>
                    <a:pt x="182" y="179"/>
                    <a:pt x="183" y="178"/>
                  </a:cubicBezTo>
                  <a:lnTo>
                    <a:pt x="183" y="176"/>
                  </a:lnTo>
                  <a:close/>
                  <a:moveTo>
                    <a:pt x="91" y="198"/>
                  </a:moveTo>
                  <a:cubicBezTo>
                    <a:pt x="88" y="193"/>
                    <a:pt x="84" y="188"/>
                    <a:pt x="80" y="184"/>
                  </a:cubicBezTo>
                  <a:cubicBezTo>
                    <a:pt x="77" y="180"/>
                    <a:pt x="77" y="180"/>
                    <a:pt x="77" y="180"/>
                  </a:cubicBezTo>
                  <a:cubicBezTo>
                    <a:pt x="64" y="166"/>
                    <a:pt x="50" y="151"/>
                    <a:pt x="39" y="136"/>
                  </a:cubicBezTo>
                  <a:cubicBezTo>
                    <a:pt x="26" y="117"/>
                    <a:pt x="16" y="99"/>
                    <a:pt x="11" y="81"/>
                  </a:cubicBezTo>
                  <a:cubicBezTo>
                    <a:pt x="11" y="80"/>
                    <a:pt x="11" y="79"/>
                    <a:pt x="10" y="78"/>
                  </a:cubicBezTo>
                  <a:cubicBezTo>
                    <a:pt x="10" y="75"/>
                    <a:pt x="9" y="73"/>
                    <a:pt x="9" y="71"/>
                  </a:cubicBezTo>
                  <a:cubicBezTo>
                    <a:pt x="7" y="71"/>
                    <a:pt x="6" y="70"/>
                    <a:pt x="5" y="70"/>
                  </a:cubicBezTo>
                  <a:cubicBezTo>
                    <a:pt x="4" y="70"/>
                    <a:pt x="4" y="70"/>
                    <a:pt x="4" y="70"/>
                  </a:cubicBezTo>
                  <a:cubicBezTo>
                    <a:pt x="2" y="69"/>
                    <a:pt x="1" y="69"/>
                    <a:pt x="0" y="68"/>
                  </a:cubicBezTo>
                  <a:cubicBezTo>
                    <a:pt x="1" y="72"/>
                    <a:pt x="2" y="76"/>
                    <a:pt x="3" y="80"/>
                  </a:cubicBezTo>
                  <a:cubicBezTo>
                    <a:pt x="3" y="81"/>
                    <a:pt x="3" y="82"/>
                    <a:pt x="4" y="83"/>
                  </a:cubicBezTo>
                  <a:cubicBezTo>
                    <a:pt x="9" y="102"/>
                    <a:pt x="19" y="121"/>
                    <a:pt x="32" y="140"/>
                  </a:cubicBezTo>
                  <a:cubicBezTo>
                    <a:pt x="44" y="156"/>
                    <a:pt x="58" y="171"/>
                    <a:pt x="71" y="186"/>
                  </a:cubicBezTo>
                  <a:cubicBezTo>
                    <a:pt x="74" y="189"/>
                    <a:pt x="74" y="189"/>
                    <a:pt x="74" y="189"/>
                  </a:cubicBezTo>
                  <a:cubicBezTo>
                    <a:pt x="78" y="194"/>
                    <a:pt x="81" y="198"/>
                    <a:pt x="85" y="202"/>
                  </a:cubicBezTo>
                  <a:cubicBezTo>
                    <a:pt x="88" y="207"/>
                    <a:pt x="92" y="212"/>
                    <a:pt x="96" y="217"/>
                  </a:cubicBezTo>
                  <a:cubicBezTo>
                    <a:pt x="97" y="218"/>
                    <a:pt x="98" y="219"/>
                    <a:pt x="99" y="220"/>
                  </a:cubicBezTo>
                  <a:cubicBezTo>
                    <a:pt x="101" y="219"/>
                    <a:pt x="102" y="218"/>
                    <a:pt x="104" y="218"/>
                  </a:cubicBezTo>
                  <a:cubicBezTo>
                    <a:pt x="105" y="217"/>
                    <a:pt x="106" y="217"/>
                    <a:pt x="107" y="216"/>
                  </a:cubicBezTo>
                  <a:cubicBezTo>
                    <a:pt x="105" y="214"/>
                    <a:pt x="104" y="213"/>
                    <a:pt x="102" y="211"/>
                  </a:cubicBezTo>
                  <a:cubicBezTo>
                    <a:pt x="98" y="207"/>
                    <a:pt x="95" y="202"/>
                    <a:pt x="91" y="198"/>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 name="Slide Number Placeholder 1">
            <a:extLst>
              <a:ext uri="{FF2B5EF4-FFF2-40B4-BE49-F238E27FC236}">
                <a16:creationId xmlns:a16="http://schemas.microsoft.com/office/drawing/2014/main" id="{08FD1A67-73D8-3E75-1AF1-409B683DD0C9}"/>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Work Sans"/>
              <a:buNone/>
              <a:defRPr sz="3000" b="1">
                <a:solidFill>
                  <a:schemeClr val="dk1"/>
                </a:solidFill>
                <a:latin typeface="Work Sans"/>
                <a:ea typeface="Work Sans"/>
                <a:cs typeface="Work Sans"/>
                <a:sym typeface="Work Sans"/>
              </a:defRPr>
            </a:lvl1pPr>
            <a:lvl2pPr lvl="1"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2pPr>
            <a:lvl3pPr lvl="2"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3pPr>
            <a:lvl4pPr lvl="3"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4pPr>
            <a:lvl5pPr lvl="4"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5pPr>
            <a:lvl6pPr lvl="5"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6pPr>
            <a:lvl7pPr lvl="6"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7pPr>
            <a:lvl8pPr lvl="7"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8pPr>
            <a:lvl9pPr lvl="8" rtl="0">
              <a:spcBef>
                <a:spcPts val="0"/>
              </a:spcBef>
              <a:spcAft>
                <a:spcPts val="0"/>
              </a:spcAft>
              <a:buClr>
                <a:schemeClr val="dk1"/>
              </a:buClr>
              <a:buSzPts val="2800"/>
              <a:buFont typeface="Work Sans"/>
              <a:buNone/>
              <a:defRPr sz="2800">
                <a:solidFill>
                  <a:schemeClr val="dk1"/>
                </a:solidFill>
                <a:latin typeface="Work Sans"/>
                <a:ea typeface="Work Sans"/>
                <a:cs typeface="Work Sans"/>
                <a:sym typeface="Work Sans"/>
              </a:defRPr>
            </a:lvl9pPr>
          </a:lstStyle>
          <a:p>
            <a:endParaRPr/>
          </a:p>
        </p:txBody>
      </p:sp>
      <p:sp>
        <p:nvSpPr>
          <p:cNvPr id="7" name="Google Shape;7;p1"/>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1pPr>
            <a:lvl2pPr marL="914400" lvl="1"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2pPr>
            <a:lvl3pPr marL="1371600" lvl="2"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3pPr>
            <a:lvl4pPr marL="1828800" lvl="3"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4pPr>
            <a:lvl5pPr marL="2286000" lvl="4"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5pPr>
            <a:lvl6pPr marL="2743200" lvl="5"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6pPr>
            <a:lvl7pPr marL="3200400" lvl="6"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7pPr>
            <a:lvl8pPr marL="3657600" lvl="7"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8pPr>
            <a:lvl9pPr marL="4114800" lvl="8" indent="-317500" rtl="0">
              <a:lnSpc>
                <a:spcPct val="100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9pPr>
          </a:lstStyle>
          <a:p>
            <a:endParaRPr/>
          </a:p>
        </p:txBody>
      </p:sp>
      <p:sp>
        <p:nvSpPr>
          <p:cNvPr id="2" name="Slide Number Placeholder 1">
            <a:extLst>
              <a:ext uri="{FF2B5EF4-FFF2-40B4-BE49-F238E27FC236}">
                <a16:creationId xmlns:a16="http://schemas.microsoft.com/office/drawing/2014/main" id="{EA6F4A05-021C-3D20-FBC2-4B06667DE400}"/>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B734CDD-9A74-423D-886C-51C237F4B489}" type="slidenum">
              <a:rPr lang="en-IN" smtClean="0"/>
              <a:t>‹#›</a:t>
            </a:fld>
            <a:endParaRPr lang="en-I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5" r:id="rId4"/>
    <p:sldLayoutId id="2147483658" r:id="rId5"/>
    <p:sldLayoutId id="2147483668" r:id="rId6"/>
    <p:sldLayoutId id="2147483676" r:id="rId7"/>
    <p:sldLayoutId id="2147483677" r:id="rId8"/>
    <p:sldLayoutId id="214748367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3.jpeg"/><Relationship Id="rId5" Type="http://schemas.microsoft.com/office/2007/relationships/hdphoto" Target="../media/hdphoto1.wdp"/><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jpe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6"/>
          <p:cNvSpPr txBox="1">
            <a:spLocks noGrp="1"/>
          </p:cNvSpPr>
          <p:nvPr>
            <p:ph type="ctrTitle"/>
          </p:nvPr>
        </p:nvSpPr>
        <p:spPr>
          <a:xfrm>
            <a:off x="112434" y="521394"/>
            <a:ext cx="7470057" cy="2215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4400" dirty="0"/>
              <a:t>Blockchain Technology: </a:t>
            </a:r>
            <a:r>
              <a:rPr lang="en-US" sz="3200" dirty="0"/>
              <a:t>The Future of Secure Transactions</a:t>
            </a:r>
            <a:endParaRPr lang="en-IN" dirty="0"/>
          </a:p>
        </p:txBody>
      </p:sp>
      <p:sp>
        <p:nvSpPr>
          <p:cNvPr id="399" name="Google Shape;399;p36"/>
          <p:cNvSpPr txBox="1">
            <a:spLocks noGrp="1"/>
          </p:cNvSpPr>
          <p:nvPr>
            <p:ph type="subTitle" idx="1"/>
          </p:nvPr>
        </p:nvSpPr>
        <p:spPr>
          <a:xfrm>
            <a:off x="218998" y="2750941"/>
            <a:ext cx="2221860" cy="3701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By Mridul Aggarwal</a:t>
            </a:r>
          </a:p>
        </p:txBody>
      </p:sp>
      <p:sp>
        <p:nvSpPr>
          <p:cNvPr id="6" name="TextBox 5">
            <a:extLst>
              <a:ext uri="{FF2B5EF4-FFF2-40B4-BE49-F238E27FC236}">
                <a16:creationId xmlns:a16="http://schemas.microsoft.com/office/drawing/2014/main" id="{759629FF-A965-F98D-5130-7338B6F171E6}"/>
              </a:ext>
            </a:extLst>
          </p:cNvPr>
          <p:cNvSpPr txBox="1"/>
          <p:nvPr/>
        </p:nvSpPr>
        <p:spPr>
          <a:xfrm>
            <a:off x="180882" y="3104902"/>
            <a:ext cx="6231192" cy="307777"/>
          </a:xfrm>
          <a:prstGeom prst="rect">
            <a:avLst/>
          </a:prstGeom>
          <a:noFill/>
        </p:spPr>
        <p:txBody>
          <a:bodyPr wrap="square">
            <a:spAutoFit/>
          </a:bodyPr>
          <a:lstStyle/>
          <a:p>
            <a:r>
              <a:rPr lang="en-US" dirty="0"/>
              <a:t>From: 406A</a:t>
            </a:r>
          </a:p>
        </p:txBody>
      </p:sp>
      <p:grpSp>
        <p:nvGrpSpPr>
          <p:cNvPr id="7" name="Google Shape;718;p42">
            <a:extLst>
              <a:ext uri="{FF2B5EF4-FFF2-40B4-BE49-F238E27FC236}">
                <a16:creationId xmlns:a16="http://schemas.microsoft.com/office/drawing/2014/main" id="{7F521BD7-83FC-0E13-2E72-48D44AD09B3E}"/>
              </a:ext>
            </a:extLst>
          </p:cNvPr>
          <p:cNvGrpSpPr/>
          <p:nvPr/>
        </p:nvGrpSpPr>
        <p:grpSpPr>
          <a:xfrm>
            <a:off x="5621740" y="2829825"/>
            <a:ext cx="2998692" cy="2654578"/>
            <a:chOff x="2459828" y="666751"/>
            <a:chExt cx="4485350" cy="3689874"/>
          </a:xfrm>
        </p:grpSpPr>
        <p:sp>
          <p:nvSpPr>
            <p:cNvPr id="8" name="Google Shape;719;p42">
              <a:extLst>
                <a:ext uri="{FF2B5EF4-FFF2-40B4-BE49-F238E27FC236}">
                  <a16:creationId xmlns:a16="http://schemas.microsoft.com/office/drawing/2014/main" id="{805A80B2-7D62-25ED-F15B-7FEC44ADE51E}"/>
                </a:ext>
              </a:extLst>
            </p:cNvPr>
            <p:cNvSpPr/>
            <p:nvPr/>
          </p:nvSpPr>
          <p:spPr>
            <a:xfrm>
              <a:off x="3379703" y="841600"/>
              <a:ext cx="2227467" cy="1611675"/>
            </a:xfrm>
            <a:custGeom>
              <a:avLst/>
              <a:gdLst/>
              <a:ahLst/>
              <a:cxnLst/>
              <a:rect l="l" t="t" r="r" b="b"/>
              <a:pathLst>
                <a:path w="780" h="565" extrusionOk="0">
                  <a:moveTo>
                    <a:pt x="714" y="490"/>
                  </a:moveTo>
                  <a:cubicBezTo>
                    <a:pt x="715" y="484"/>
                    <a:pt x="715" y="478"/>
                    <a:pt x="715" y="473"/>
                  </a:cubicBezTo>
                  <a:cubicBezTo>
                    <a:pt x="716" y="460"/>
                    <a:pt x="715" y="447"/>
                    <a:pt x="710" y="436"/>
                  </a:cubicBezTo>
                  <a:cubicBezTo>
                    <a:pt x="700" y="410"/>
                    <a:pt x="675" y="395"/>
                    <a:pt x="653" y="377"/>
                  </a:cubicBezTo>
                  <a:cubicBezTo>
                    <a:pt x="632" y="360"/>
                    <a:pt x="609" y="339"/>
                    <a:pt x="594" y="315"/>
                  </a:cubicBezTo>
                  <a:cubicBezTo>
                    <a:pt x="596" y="318"/>
                    <a:pt x="615" y="317"/>
                    <a:pt x="619" y="317"/>
                  </a:cubicBezTo>
                  <a:cubicBezTo>
                    <a:pt x="626" y="317"/>
                    <a:pt x="633" y="318"/>
                    <a:pt x="641" y="319"/>
                  </a:cubicBezTo>
                  <a:cubicBezTo>
                    <a:pt x="658" y="321"/>
                    <a:pt x="674" y="325"/>
                    <a:pt x="690" y="331"/>
                  </a:cubicBezTo>
                  <a:cubicBezTo>
                    <a:pt x="700" y="334"/>
                    <a:pt x="711" y="339"/>
                    <a:pt x="719" y="347"/>
                  </a:cubicBezTo>
                  <a:cubicBezTo>
                    <a:pt x="727" y="355"/>
                    <a:pt x="731" y="370"/>
                    <a:pt x="736" y="381"/>
                  </a:cubicBezTo>
                  <a:cubicBezTo>
                    <a:pt x="739" y="390"/>
                    <a:pt x="742" y="401"/>
                    <a:pt x="737" y="409"/>
                  </a:cubicBezTo>
                  <a:cubicBezTo>
                    <a:pt x="765" y="400"/>
                    <a:pt x="780" y="365"/>
                    <a:pt x="774" y="336"/>
                  </a:cubicBezTo>
                  <a:cubicBezTo>
                    <a:pt x="772" y="326"/>
                    <a:pt x="768" y="317"/>
                    <a:pt x="762" y="310"/>
                  </a:cubicBezTo>
                  <a:cubicBezTo>
                    <a:pt x="757" y="304"/>
                    <a:pt x="751" y="300"/>
                    <a:pt x="745" y="296"/>
                  </a:cubicBezTo>
                  <a:cubicBezTo>
                    <a:pt x="698" y="270"/>
                    <a:pt x="636" y="278"/>
                    <a:pt x="596" y="244"/>
                  </a:cubicBezTo>
                  <a:cubicBezTo>
                    <a:pt x="570" y="222"/>
                    <a:pt x="559" y="189"/>
                    <a:pt x="550" y="157"/>
                  </a:cubicBezTo>
                  <a:cubicBezTo>
                    <a:pt x="542" y="124"/>
                    <a:pt x="535" y="90"/>
                    <a:pt x="516" y="64"/>
                  </a:cubicBezTo>
                  <a:cubicBezTo>
                    <a:pt x="493" y="33"/>
                    <a:pt x="452" y="0"/>
                    <a:pt x="411" y="7"/>
                  </a:cubicBezTo>
                  <a:cubicBezTo>
                    <a:pt x="405" y="8"/>
                    <a:pt x="400" y="10"/>
                    <a:pt x="394" y="10"/>
                  </a:cubicBezTo>
                  <a:cubicBezTo>
                    <a:pt x="390" y="10"/>
                    <a:pt x="387" y="9"/>
                    <a:pt x="383" y="8"/>
                  </a:cubicBezTo>
                  <a:cubicBezTo>
                    <a:pt x="367" y="5"/>
                    <a:pt x="349" y="6"/>
                    <a:pt x="334" y="13"/>
                  </a:cubicBezTo>
                  <a:cubicBezTo>
                    <a:pt x="312" y="23"/>
                    <a:pt x="294" y="37"/>
                    <a:pt x="278" y="55"/>
                  </a:cubicBezTo>
                  <a:cubicBezTo>
                    <a:pt x="250" y="85"/>
                    <a:pt x="231" y="126"/>
                    <a:pt x="194" y="146"/>
                  </a:cubicBezTo>
                  <a:cubicBezTo>
                    <a:pt x="171" y="158"/>
                    <a:pt x="144" y="159"/>
                    <a:pt x="118" y="161"/>
                  </a:cubicBezTo>
                  <a:cubicBezTo>
                    <a:pt x="92" y="162"/>
                    <a:pt x="66" y="164"/>
                    <a:pt x="43" y="175"/>
                  </a:cubicBezTo>
                  <a:cubicBezTo>
                    <a:pt x="19" y="186"/>
                    <a:pt x="0" y="211"/>
                    <a:pt x="3" y="236"/>
                  </a:cubicBezTo>
                  <a:cubicBezTo>
                    <a:pt x="7" y="224"/>
                    <a:pt x="18" y="217"/>
                    <a:pt x="30" y="212"/>
                  </a:cubicBezTo>
                  <a:cubicBezTo>
                    <a:pt x="59" y="199"/>
                    <a:pt x="94" y="200"/>
                    <a:pt x="123" y="214"/>
                  </a:cubicBezTo>
                  <a:cubicBezTo>
                    <a:pt x="89" y="222"/>
                    <a:pt x="57" y="245"/>
                    <a:pt x="43" y="277"/>
                  </a:cubicBezTo>
                  <a:cubicBezTo>
                    <a:pt x="29" y="309"/>
                    <a:pt x="36" y="351"/>
                    <a:pt x="63" y="373"/>
                  </a:cubicBezTo>
                  <a:cubicBezTo>
                    <a:pt x="77" y="339"/>
                    <a:pt x="106" y="311"/>
                    <a:pt x="142" y="299"/>
                  </a:cubicBezTo>
                  <a:cubicBezTo>
                    <a:pt x="137" y="300"/>
                    <a:pt x="134" y="307"/>
                    <a:pt x="132" y="311"/>
                  </a:cubicBezTo>
                  <a:cubicBezTo>
                    <a:pt x="128" y="316"/>
                    <a:pt x="124" y="321"/>
                    <a:pt x="121" y="327"/>
                  </a:cubicBezTo>
                  <a:cubicBezTo>
                    <a:pt x="113" y="338"/>
                    <a:pt x="108" y="350"/>
                    <a:pt x="105" y="363"/>
                  </a:cubicBezTo>
                  <a:cubicBezTo>
                    <a:pt x="102" y="373"/>
                    <a:pt x="100" y="384"/>
                    <a:pt x="103" y="394"/>
                  </a:cubicBezTo>
                  <a:cubicBezTo>
                    <a:pt x="107" y="407"/>
                    <a:pt x="117" y="418"/>
                    <a:pt x="127" y="426"/>
                  </a:cubicBezTo>
                  <a:cubicBezTo>
                    <a:pt x="138" y="435"/>
                    <a:pt x="150" y="442"/>
                    <a:pt x="159" y="452"/>
                  </a:cubicBezTo>
                  <a:cubicBezTo>
                    <a:pt x="196" y="493"/>
                    <a:pt x="243" y="523"/>
                    <a:pt x="296" y="540"/>
                  </a:cubicBezTo>
                  <a:cubicBezTo>
                    <a:pt x="344" y="556"/>
                    <a:pt x="395" y="562"/>
                    <a:pt x="446" y="564"/>
                  </a:cubicBezTo>
                  <a:cubicBezTo>
                    <a:pt x="479" y="565"/>
                    <a:pt x="512" y="564"/>
                    <a:pt x="544" y="562"/>
                  </a:cubicBezTo>
                  <a:cubicBezTo>
                    <a:pt x="573" y="560"/>
                    <a:pt x="601" y="556"/>
                    <a:pt x="629" y="550"/>
                  </a:cubicBezTo>
                  <a:cubicBezTo>
                    <a:pt x="653" y="545"/>
                    <a:pt x="687" y="541"/>
                    <a:pt x="703" y="520"/>
                  </a:cubicBezTo>
                  <a:cubicBezTo>
                    <a:pt x="710" y="511"/>
                    <a:pt x="713" y="501"/>
                    <a:pt x="714" y="490"/>
                  </a:cubicBezTo>
                  <a:close/>
                </a:path>
              </a:pathLst>
            </a:custGeom>
            <a:solidFill>
              <a:srgbClr val="471F0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720;p42">
              <a:extLst>
                <a:ext uri="{FF2B5EF4-FFF2-40B4-BE49-F238E27FC236}">
                  <a16:creationId xmlns:a16="http://schemas.microsoft.com/office/drawing/2014/main" id="{9535051D-FA0D-9B86-FE7D-8799520FA5E4}"/>
                </a:ext>
              </a:extLst>
            </p:cNvPr>
            <p:cNvSpPr/>
            <p:nvPr/>
          </p:nvSpPr>
          <p:spPr>
            <a:xfrm>
              <a:off x="3554558" y="1890712"/>
              <a:ext cx="1885362" cy="1740922"/>
            </a:xfrm>
            <a:custGeom>
              <a:avLst/>
              <a:gdLst/>
              <a:ahLst/>
              <a:cxnLst/>
              <a:rect l="l" t="t" r="r" b="b"/>
              <a:pathLst>
                <a:path w="658" h="607" extrusionOk="0">
                  <a:moveTo>
                    <a:pt x="596" y="332"/>
                  </a:moveTo>
                  <a:cubicBezTo>
                    <a:pt x="578" y="367"/>
                    <a:pt x="565" y="403"/>
                    <a:pt x="553" y="441"/>
                  </a:cubicBezTo>
                  <a:cubicBezTo>
                    <a:pt x="541" y="478"/>
                    <a:pt x="547" y="515"/>
                    <a:pt x="543" y="553"/>
                  </a:cubicBezTo>
                  <a:cubicBezTo>
                    <a:pt x="541" y="565"/>
                    <a:pt x="538" y="581"/>
                    <a:pt x="526" y="585"/>
                  </a:cubicBezTo>
                  <a:cubicBezTo>
                    <a:pt x="512" y="590"/>
                    <a:pt x="496" y="594"/>
                    <a:pt x="482" y="597"/>
                  </a:cubicBezTo>
                  <a:cubicBezTo>
                    <a:pt x="449" y="603"/>
                    <a:pt x="415" y="602"/>
                    <a:pt x="381" y="606"/>
                  </a:cubicBezTo>
                  <a:cubicBezTo>
                    <a:pt x="374" y="606"/>
                    <a:pt x="367" y="607"/>
                    <a:pt x="360" y="607"/>
                  </a:cubicBezTo>
                  <a:cubicBezTo>
                    <a:pt x="351" y="607"/>
                    <a:pt x="342" y="604"/>
                    <a:pt x="333" y="602"/>
                  </a:cubicBezTo>
                  <a:cubicBezTo>
                    <a:pt x="305" y="595"/>
                    <a:pt x="273" y="597"/>
                    <a:pt x="244" y="599"/>
                  </a:cubicBezTo>
                  <a:cubicBezTo>
                    <a:pt x="224" y="600"/>
                    <a:pt x="203" y="603"/>
                    <a:pt x="182" y="601"/>
                  </a:cubicBezTo>
                  <a:cubicBezTo>
                    <a:pt x="160" y="600"/>
                    <a:pt x="133" y="594"/>
                    <a:pt x="123" y="572"/>
                  </a:cubicBezTo>
                  <a:cubicBezTo>
                    <a:pt x="118" y="562"/>
                    <a:pt x="118" y="551"/>
                    <a:pt x="117" y="541"/>
                  </a:cubicBezTo>
                  <a:cubicBezTo>
                    <a:pt x="116" y="507"/>
                    <a:pt x="115" y="474"/>
                    <a:pt x="105" y="442"/>
                  </a:cubicBezTo>
                  <a:cubicBezTo>
                    <a:pt x="94" y="404"/>
                    <a:pt x="79" y="367"/>
                    <a:pt x="62" y="331"/>
                  </a:cubicBezTo>
                  <a:cubicBezTo>
                    <a:pt x="36" y="281"/>
                    <a:pt x="0" y="229"/>
                    <a:pt x="4" y="170"/>
                  </a:cubicBezTo>
                  <a:cubicBezTo>
                    <a:pt x="3" y="169"/>
                    <a:pt x="2" y="169"/>
                    <a:pt x="2" y="167"/>
                  </a:cubicBezTo>
                  <a:cubicBezTo>
                    <a:pt x="3" y="165"/>
                    <a:pt x="4" y="164"/>
                    <a:pt x="5" y="162"/>
                  </a:cubicBezTo>
                  <a:cubicBezTo>
                    <a:pt x="5" y="161"/>
                    <a:pt x="5" y="161"/>
                    <a:pt x="5" y="161"/>
                  </a:cubicBezTo>
                  <a:cubicBezTo>
                    <a:pt x="16" y="136"/>
                    <a:pt x="31" y="112"/>
                    <a:pt x="53" y="95"/>
                  </a:cubicBezTo>
                  <a:cubicBezTo>
                    <a:pt x="75" y="77"/>
                    <a:pt x="101" y="69"/>
                    <a:pt x="127" y="62"/>
                  </a:cubicBezTo>
                  <a:cubicBezTo>
                    <a:pt x="141" y="59"/>
                    <a:pt x="155" y="55"/>
                    <a:pt x="168" y="50"/>
                  </a:cubicBezTo>
                  <a:cubicBezTo>
                    <a:pt x="183" y="45"/>
                    <a:pt x="197" y="39"/>
                    <a:pt x="211" y="32"/>
                  </a:cubicBezTo>
                  <a:cubicBezTo>
                    <a:pt x="231" y="24"/>
                    <a:pt x="250" y="15"/>
                    <a:pt x="271" y="9"/>
                  </a:cubicBezTo>
                  <a:cubicBezTo>
                    <a:pt x="271" y="8"/>
                    <a:pt x="272" y="7"/>
                    <a:pt x="273" y="7"/>
                  </a:cubicBezTo>
                  <a:cubicBezTo>
                    <a:pt x="274" y="7"/>
                    <a:pt x="274" y="7"/>
                    <a:pt x="274" y="7"/>
                  </a:cubicBezTo>
                  <a:cubicBezTo>
                    <a:pt x="275" y="6"/>
                    <a:pt x="275" y="6"/>
                    <a:pt x="275" y="6"/>
                  </a:cubicBezTo>
                  <a:cubicBezTo>
                    <a:pt x="276" y="3"/>
                    <a:pt x="281" y="3"/>
                    <a:pt x="283" y="5"/>
                  </a:cubicBezTo>
                  <a:cubicBezTo>
                    <a:pt x="295" y="2"/>
                    <a:pt x="307" y="1"/>
                    <a:pt x="319" y="1"/>
                  </a:cubicBezTo>
                  <a:cubicBezTo>
                    <a:pt x="337" y="0"/>
                    <a:pt x="356" y="1"/>
                    <a:pt x="374" y="4"/>
                  </a:cubicBezTo>
                  <a:cubicBezTo>
                    <a:pt x="377" y="3"/>
                    <a:pt x="382" y="3"/>
                    <a:pt x="383" y="6"/>
                  </a:cubicBezTo>
                  <a:cubicBezTo>
                    <a:pt x="383" y="6"/>
                    <a:pt x="383" y="6"/>
                    <a:pt x="383" y="6"/>
                  </a:cubicBezTo>
                  <a:cubicBezTo>
                    <a:pt x="384" y="7"/>
                    <a:pt x="384" y="7"/>
                    <a:pt x="384" y="7"/>
                  </a:cubicBezTo>
                  <a:cubicBezTo>
                    <a:pt x="386" y="7"/>
                    <a:pt x="387" y="8"/>
                    <a:pt x="387" y="9"/>
                  </a:cubicBezTo>
                  <a:cubicBezTo>
                    <a:pt x="407" y="15"/>
                    <a:pt x="427" y="24"/>
                    <a:pt x="446" y="33"/>
                  </a:cubicBezTo>
                  <a:cubicBezTo>
                    <a:pt x="461" y="39"/>
                    <a:pt x="475" y="46"/>
                    <a:pt x="489" y="51"/>
                  </a:cubicBezTo>
                  <a:cubicBezTo>
                    <a:pt x="503" y="55"/>
                    <a:pt x="516" y="59"/>
                    <a:pt x="530" y="62"/>
                  </a:cubicBezTo>
                  <a:cubicBezTo>
                    <a:pt x="556" y="70"/>
                    <a:pt x="583" y="78"/>
                    <a:pt x="605" y="95"/>
                  </a:cubicBezTo>
                  <a:cubicBezTo>
                    <a:pt x="626" y="112"/>
                    <a:pt x="642" y="136"/>
                    <a:pt x="652" y="161"/>
                  </a:cubicBezTo>
                  <a:cubicBezTo>
                    <a:pt x="653" y="162"/>
                    <a:pt x="653" y="162"/>
                    <a:pt x="653" y="162"/>
                  </a:cubicBezTo>
                  <a:cubicBezTo>
                    <a:pt x="654" y="164"/>
                    <a:pt x="654" y="166"/>
                    <a:pt x="655" y="168"/>
                  </a:cubicBezTo>
                  <a:cubicBezTo>
                    <a:pt x="656" y="169"/>
                    <a:pt x="655" y="170"/>
                    <a:pt x="654" y="170"/>
                  </a:cubicBezTo>
                  <a:cubicBezTo>
                    <a:pt x="658" y="229"/>
                    <a:pt x="621" y="281"/>
                    <a:pt x="596" y="332"/>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721;p42">
              <a:extLst>
                <a:ext uri="{FF2B5EF4-FFF2-40B4-BE49-F238E27FC236}">
                  <a16:creationId xmlns:a16="http://schemas.microsoft.com/office/drawing/2014/main" id="{6363E863-7217-4283-D441-780D6996DB8A}"/>
                </a:ext>
              </a:extLst>
            </p:cNvPr>
            <p:cNvSpPr/>
            <p:nvPr/>
          </p:nvSpPr>
          <p:spPr>
            <a:xfrm>
              <a:off x="4010695" y="1890712"/>
              <a:ext cx="1003503" cy="364909"/>
            </a:xfrm>
            <a:custGeom>
              <a:avLst/>
              <a:gdLst/>
              <a:ahLst/>
              <a:cxnLst/>
              <a:rect l="l" t="t" r="r" b="b"/>
              <a:pathLst>
                <a:path w="350" h="128" extrusionOk="0">
                  <a:moveTo>
                    <a:pt x="0" y="53"/>
                  </a:moveTo>
                  <a:cubicBezTo>
                    <a:pt x="4" y="59"/>
                    <a:pt x="9" y="64"/>
                    <a:pt x="14" y="68"/>
                  </a:cubicBezTo>
                  <a:cubicBezTo>
                    <a:pt x="24" y="77"/>
                    <a:pt x="33" y="85"/>
                    <a:pt x="45" y="91"/>
                  </a:cubicBezTo>
                  <a:cubicBezTo>
                    <a:pt x="71" y="106"/>
                    <a:pt x="100" y="117"/>
                    <a:pt x="130" y="122"/>
                  </a:cubicBezTo>
                  <a:cubicBezTo>
                    <a:pt x="160" y="128"/>
                    <a:pt x="192" y="126"/>
                    <a:pt x="223" y="121"/>
                  </a:cubicBezTo>
                  <a:cubicBezTo>
                    <a:pt x="238" y="119"/>
                    <a:pt x="253" y="115"/>
                    <a:pt x="268" y="111"/>
                  </a:cubicBezTo>
                  <a:cubicBezTo>
                    <a:pt x="282" y="107"/>
                    <a:pt x="296" y="103"/>
                    <a:pt x="308" y="96"/>
                  </a:cubicBezTo>
                  <a:cubicBezTo>
                    <a:pt x="325" y="87"/>
                    <a:pt x="338" y="72"/>
                    <a:pt x="350" y="57"/>
                  </a:cubicBezTo>
                  <a:cubicBezTo>
                    <a:pt x="342" y="55"/>
                    <a:pt x="335" y="53"/>
                    <a:pt x="328" y="51"/>
                  </a:cubicBezTo>
                  <a:cubicBezTo>
                    <a:pt x="314" y="46"/>
                    <a:pt x="300" y="39"/>
                    <a:pt x="285" y="33"/>
                  </a:cubicBezTo>
                  <a:cubicBezTo>
                    <a:pt x="266" y="24"/>
                    <a:pt x="246" y="15"/>
                    <a:pt x="226" y="9"/>
                  </a:cubicBezTo>
                  <a:cubicBezTo>
                    <a:pt x="226" y="8"/>
                    <a:pt x="225" y="7"/>
                    <a:pt x="223" y="7"/>
                  </a:cubicBezTo>
                  <a:cubicBezTo>
                    <a:pt x="223" y="6"/>
                    <a:pt x="223" y="6"/>
                    <a:pt x="223" y="6"/>
                  </a:cubicBezTo>
                  <a:cubicBezTo>
                    <a:pt x="222" y="6"/>
                    <a:pt x="222" y="6"/>
                    <a:pt x="222" y="6"/>
                  </a:cubicBezTo>
                  <a:cubicBezTo>
                    <a:pt x="221" y="3"/>
                    <a:pt x="216" y="3"/>
                    <a:pt x="213" y="4"/>
                  </a:cubicBezTo>
                  <a:cubicBezTo>
                    <a:pt x="195" y="1"/>
                    <a:pt x="176" y="0"/>
                    <a:pt x="158" y="1"/>
                  </a:cubicBezTo>
                  <a:cubicBezTo>
                    <a:pt x="146" y="1"/>
                    <a:pt x="134" y="2"/>
                    <a:pt x="122" y="5"/>
                  </a:cubicBezTo>
                  <a:cubicBezTo>
                    <a:pt x="120" y="3"/>
                    <a:pt x="115" y="3"/>
                    <a:pt x="114" y="6"/>
                  </a:cubicBezTo>
                  <a:cubicBezTo>
                    <a:pt x="113" y="7"/>
                    <a:pt x="113" y="7"/>
                    <a:pt x="113" y="7"/>
                  </a:cubicBezTo>
                  <a:cubicBezTo>
                    <a:pt x="112" y="7"/>
                    <a:pt x="112" y="7"/>
                    <a:pt x="112" y="7"/>
                  </a:cubicBezTo>
                  <a:cubicBezTo>
                    <a:pt x="111" y="7"/>
                    <a:pt x="110" y="8"/>
                    <a:pt x="110" y="9"/>
                  </a:cubicBezTo>
                  <a:cubicBezTo>
                    <a:pt x="89" y="15"/>
                    <a:pt x="70" y="24"/>
                    <a:pt x="50" y="32"/>
                  </a:cubicBezTo>
                  <a:cubicBezTo>
                    <a:pt x="36" y="39"/>
                    <a:pt x="22" y="45"/>
                    <a:pt x="7" y="50"/>
                  </a:cubicBezTo>
                  <a:cubicBezTo>
                    <a:pt x="5" y="51"/>
                    <a:pt x="2" y="52"/>
                    <a:pt x="0" y="53"/>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722;p42">
              <a:extLst>
                <a:ext uri="{FF2B5EF4-FFF2-40B4-BE49-F238E27FC236}">
                  <a16:creationId xmlns:a16="http://schemas.microsoft.com/office/drawing/2014/main" id="{25FA1FD2-CD3B-1B8D-383E-7A3555EBDFAA}"/>
                </a:ext>
              </a:extLst>
            </p:cNvPr>
            <p:cNvSpPr/>
            <p:nvPr/>
          </p:nvSpPr>
          <p:spPr>
            <a:xfrm>
              <a:off x="3729400" y="3540399"/>
              <a:ext cx="1535675" cy="816225"/>
            </a:xfrm>
            <a:custGeom>
              <a:avLst/>
              <a:gdLst/>
              <a:ahLst/>
              <a:cxnLst/>
              <a:rect l="l" t="t" r="r" b="b"/>
              <a:pathLst>
                <a:path w="536" h="228" extrusionOk="0">
                  <a:moveTo>
                    <a:pt x="536" y="228"/>
                  </a:moveTo>
                  <a:cubicBezTo>
                    <a:pt x="528" y="192"/>
                    <a:pt x="518" y="156"/>
                    <a:pt x="505" y="121"/>
                  </a:cubicBezTo>
                  <a:cubicBezTo>
                    <a:pt x="498" y="103"/>
                    <a:pt x="491" y="86"/>
                    <a:pt x="483" y="69"/>
                  </a:cubicBezTo>
                  <a:cubicBezTo>
                    <a:pt x="475" y="52"/>
                    <a:pt x="467" y="36"/>
                    <a:pt x="465" y="17"/>
                  </a:cubicBezTo>
                  <a:cubicBezTo>
                    <a:pt x="465" y="14"/>
                    <a:pt x="465" y="11"/>
                    <a:pt x="466" y="8"/>
                  </a:cubicBezTo>
                  <a:cubicBezTo>
                    <a:pt x="459" y="7"/>
                    <a:pt x="451" y="7"/>
                    <a:pt x="444" y="6"/>
                  </a:cubicBezTo>
                  <a:cubicBezTo>
                    <a:pt x="399" y="3"/>
                    <a:pt x="355" y="0"/>
                    <a:pt x="310" y="1"/>
                  </a:cubicBezTo>
                  <a:cubicBezTo>
                    <a:pt x="250" y="2"/>
                    <a:pt x="190" y="7"/>
                    <a:pt x="130" y="10"/>
                  </a:cubicBezTo>
                  <a:cubicBezTo>
                    <a:pt x="112" y="11"/>
                    <a:pt x="93" y="12"/>
                    <a:pt x="75" y="8"/>
                  </a:cubicBezTo>
                  <a:cubicBezTo>
                    <a:pt x="73" y="7"/>
                    <a:pt x="71" y="7"/>
                    <a:pt x="70" y="6"/>
                  </a:cubicBezTo>
                  <a:cubicBezTo>
                    <a:pt x="70" y="10"/>
                    <a:pt x="70" y="13"/>
                    <a:pt x="71" y="17"/>
                  </a:cubicBezTo>
                  <a:cubicBezTo>
                    <a:pt x="69" y="36"/>
                    <a:pt x="60" y="52"/>
                    <a:pt x="53" y="69"/>
                  </a:cubicBezTo>
                  <a:cubicBezTo>
                    <a:pt x="45" y="86"/>
                    <a:pt x="37" y="103"/>
                    <a:pt x="31" y="121"/>
                  </a:cubicBezTo>
                  <a:cubicBezTo>
                    <a:pt x="17" y="156"/>
                    <a:pt x="7" y="192"/>
                    <a:pt x="0" y="228"/>
                  </a:cubicBezTo>
                  <a:lnTo>
                    <a:pt x="536" y="228"/>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723;p42">
              <a:extLst>
                <a:ext uri="{FF2B5EF4-FFF2-40B4-BE49-F238E27FC236}">
                  <a16:creationId xmlns:a16="http://schemas.microsoft.com/office/drawing/2014/main" id="{8D93E230-228F-6D4B-D4E7-FD37CB26AB38}"/>
                </a:ext>
              </a:extLst>
            </p:cNvPr>
            <p:cNvSpPr/>
            <p:nvPr/>
          </p:nvSpPr>
          <p:spPr>
            <a:xfrm>
              <a:off x="3934672" y="3631631"/>
              <a:ext cx="1109935" cy="228068"/>
            </a:xfrm>
            <a:custGeom>
              <a:avLst/>
              <a:gdLst/>
              <a:ahLst/>
              <a:cxnLst/>
              <a:rect l="l" t="t" r="r" b="b"/>
              <a:pathLst>
                <a:path w="390" h="80" extrusionOk="0">
                  <a:moveTo>
                    <a:pt x="388" y="0"/>
                  </a:moveTo>
                  <a:cubicBezTo>
                    <a:pt x="338" y="2"/>
                    <a:pt x="288" y="3"/>
                    <a:pt x="238" y="5"/>
                  </a:cubicBezTo>
                  <a:cubicBezTo>
                    <a:pt x="187" y="7"/>
                    <a:pt x="137" y="8"/>
                    <a:pt x="87" y="8"/>
                  </a:cubicBezTo>
                  <a:cubicBezTo>
                    <a:pt x="59" y="8"/>
                    <a:pt x="31" y="8"/>
                    <a:pt x="3" y="7"/>
                  </a:cubicBezTo>
                  <a:cubicBezTo>
                    <a:pt x="2" y="7"/>
                    <a:pt x="0" y="7"/>
                    <a:pt x="0" y="8"/>
                  </a:cubicBezTo>
                  <a:cubicBezTo>
                    <a:pt x="0" y="9"/>
                    <a:pt x="2" y="9"/>
                    <a:pt x="3" y="9"/>
                  </a:cubicBezTo>
                  <a:cubicBezTo>
                    <a:pt x="53" y="11"/>
                    <a:pt x="103" y="11"/>
                    <a:pt x="153" y="10"/>
                  </a:cubicBezTo>
                  <a:cubicBezTo>
                    <a:pt x="177" y="9"/>
                    <a:pt x="201" y="9"/>
                    <a:pt x="225" y="8"/>
                  </a:cubicBezTo>
                  <a:cubicBezTo>
                    <a:pt x="209" y="25"/>
                    <a:pt x="193" y="43"/>
                    <a:pt x="179" y="62"/>
                  </a:cubicBezTo>
                  <a:cubicBezTo>
                    <a:pt x="175" y="67"/>
                    <a:pt x="171" y="73"/>
                    <a:pt x="167" y="78"/>
                  </a:cubicBezTo>
                  <a:cubicBezTo>
                    <a:pt x="166" y="79"/>
                    <a:pt x="170" y="80"/>
                    <a:pt x="171" y="79"/>
                  </a:cubicBezTo>
                  <a:cubicBezTo>
                    <a:pt x="185" y="60"/>
                    <a:pt x="200" y="41"/>
                    <a:pt x="215" y="23"/>
                  </a:cubicBezTo>
                  <a:cubicBezTo>
                    <a:pt x="220" y="18"/>
                    <a:pt x="224" y="13"/>
                    <a:pt x="229" y="9"/>
                  </a:cubicBezTo>
                  <a:cubicBezTo>
                    <a:pt x="229" y="8"/>
                    <a:pt x="229" y="8"/>
                    <a:pt x="229" y="8"/>
                  </a:cubicBezTo>
                  <a:cubicBezTo>
                    <a:pt x="254" y="7"/>
                    <a:pt x="279" y="6"/>
                    <a:pt x="304" y="5"/>
                  </a:cubicBezTo>
                  <a:cubicBezTo>
                    <a:pt x="332" y="4"/>
                    <a:pt x="360" y="3"/>
                    <a:pt x="388" y="2"/>
                  </a:cubicBezTo>
                  <a:cubicBezTo>
                    <a:pt x="388" y="2"/>
                    <a:pt x="390" y="2"/>
                    <a:pt x="390" y="1"/>
                  </a:cubicBezTo>
                  <a:cubicBezTo>
                    <a:pt x="390" y="0"/>
                    <a:pt x="388" y="0"/>
                    <a:pt x="388" y="0"/>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724;p42">
              <a:extLst>
                <a:ext uri="{FF2B5EF4-FFF2-40B4-BE49-F238E27FC236}">
                  <a16:creationId xmlns:a16="http://schemas.microsoft.com/office/drawing/2014/main" id="{3B4F83CA-1356-8091-5620-7009FCAD47A9}"/>
                </a:ext>
              </a:extLst>
            </p:cNvPr>
            <p:cNvSpPr/>
            <p:nvPr/>
          </p:nvSpPr>
          <p:spPr>
            <a:xfrm>
              <a:off x="3866249" y="3677244"/>
              <a:ext cx="395320" cy="501749"/>
            </a:xfrm>
            <a:custGeom>
              <a:avLst/>
              <a:gdLst/>
              <a:ahLst/>
              <a:cxnLst/>
              <a:rect l="l" t="t" r="r" b="b"/>
              <a:pathLst>
                <a:path w="139" h="175" extrusionOk="0">
                  <a:moveTo>
                    <a:pt x="134" y="1"/>
                  </a:moveTo>
                  <a:cubicBezTo>
                    <a:pt x="114" y="21"/>
                    <a:pt x="95" y="43"/>
                    <a:pt x="77" y="66"/>
                  </a:cubicBezTo>
                  <a:cubicBezTo>
                    <a:pt x="69" y="77"/>
                    <a:pt x="60" y="88"/>
                    <a:pt x="52" y="100"/>
                  </a:cubicBezTo>
                  <a:cubicBezTo>
                    <a:pt x="44" y="112"/>
                    <a:pt x="37" y="124"/>
                    <a:pt x="30" y="135"/>
                  </a:cubicBezTo>
                  <a:cubicBezTo>
                    <a:pt x="21" y="149"/>
                    <a:pt x="12" y="162"/>
                    <a:pt x="1" y="173"/>
                  </a:cubicBezTo>
                  <a:cubicBezTo>
                    <a:pt x="0" y="174"/>
                    <a:pt x="4" y="175"/>
                    <a:pt x="5" y="174"/>
                  </a:cubicBezTo>
                  <a:cubicBezTo>
                    <a:pt x="24" y="154"/>
                    <a:pt x="38" y="129"/>
                    <a:pt x="53" y="106"/>
                  </a:cubicBezTo>
                  <a:cubicBezTo>
                    <a:pt x="69" y="82"/>
                    <a:pt x="86" y="59"/>
                    <a:pt x="105" y="38"/>
                  </a:cubicBezTo>
                  <a:cubicBezTo>
                    <a:pt x="115" y="26"/>
                    <a:pt x="126" y="14"/>
                    <a:pt x="138" y="2"/>
                  </a:cubicBezTo>
                  <a:cubicBezTo>
                    <a:pt x="139" y="1"/>
                    <a:pt x="135" y="0"/>
                    <a:pt x="134"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725;p42">
              <a:extLst>
                <a:ext uri="{FF2B5EF4-FFF2-40B4-BE49-F238E27FC236}">
                  <a16:creationId xmlns:a16="http://schemas.microsoft.com/office/drawing/2014/main" id="{476A87ED-DCFF-6BFC-9B10-9E66F3C80282}"/>
                </a:ext>
              </a:extLst>
            </p:cNvPr>
            <p:cNvSpPr/>
            <p:nvPr/>
          </p:nvSpPr>
          <p:spPr>
            <a:xfrm>
              <a:off x="4656887" y="3700054"/>
              <a:ext cx="250877" cy="456134"/>
            </a:xfrm>
            <a:custGeom>
              <a:avLst/>
              <a:gdLst/>
              <a:ahLst/>
              <a:cxnLst/>
              <a:rect l="l" t="t" r="r" b="b"/>
              <a:pathLst>
                <a:path w="87" h="161" extrusionOk="0">
                  <a:moveTo>
                    <a:pt x="82" y="2"/>
                  </a:moveTo>
                  <a:cubicBezTo>
                    <a:pt x="75" y="24"/>
                    <a:pt x="67" y="46"/>
                    <a:pt x="57" y="67"/>
                  </a:cubicBezTo>
                  <a:cubicBezTo>
                    <a:pt x="47" y="88"/>
                    <a:pt x="36" y="108"/>
                    <a:pt x="23" y="128"/>
                  </a:cubicBezTo>
                  <a:cubicBezTo>
                    <a:pt x="16" y="139"/>
                    <a:pt x="9" y="149"/>
                    <a:pt x="1" y="160"/>
                  </a:cubicBezTo>
                  <a:cubicBezTo>
                    <a:pt x="0" y="160"/>
                    <a:pt x="2" y="161"/>
                    <a:pt x="2" y="161"/>
                  </a:cubicBezTo>
                  <a:cubicBezTo>
                    <a:pt x="3" y="161"/>
                    <a:pt x="4" y="161"/>
                    <a:pt x="5" y="160"/>
                  </a:cubicBezTo>
                  <a:cubicBezTo>
                    <a:pt x="19" y="142"/>
                    <a:pt x="32" y="122"/>
                    <a:pt x="43" y="102"/>
                  </a:cubicBezTo>
                  <a:cubicBezTo>
                    <a:pt x="55" y="82"/>
                    <a:pt x="65" y="61"/>
                    <a:pt x="73" y="39"/>
                  </a:cubicBezTo>
                  <a:cubicBezTo>
                    <a:pt x="78" y="27"/>
                    <a:pt x="82" y="15"/>
                    <a:pt x="86" y="2"/>
                  </a:cubicBezTo>
                  <a:cubicBezTo>
                    <a:pt x="87" y="1"/>
                    <a:pt x="82" y="0"/>
                    <a:pt x="82" y="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726;p42">
              <a:extLst>
                <a:ext uri="{FF2B5EF4-FFF2-40B4-BE49-F238E27FC236}">
                  <a16:creationId xmlns:a16="http://schemas.microsoft.com/office/drawing/2014/main" id="{1A97D150-B3BC-3680-52A5-D3CD640B0812}"/>
                </a:ext>
              </a:extLst>
            </p:cNvPr>
            <p:cNvSpPr/>
            <p:nvPr/>
          </p:nvSpPr>
          <p:spPr>
            <a:xfrm>
              <a:off x="4869751" y="4064962"/>
              <a:ext cx="68423" cy="98832"/>
            </a:xfrm>
            <a:custGeom>
              <a:avLst/>
              <a:gdLst/>
              <a:ahLst/>
              <a:cxnLst/>
              <a:rect l="l" t="t" r="r" b="b"/>
              <a:pathLst>
                <a:path w="23" h="35" extrusionOk="0">
                  <a:moveTo>
                    <a:pt x="18" y="1"/>
                  </a:moveTo>
                  <a:cubicBezTo>
                    <a:pt x="12" y="12"/>
                    <a:pt x="6" y="22"/>
                    <a:pt x="0" y="33"/>
                  </a:cubicBezTo>
                  <a:cubicBezTo>
                    <a:pt x="0" y="34"/>
                    <a:pt x="4" y="35"/>
                    <a:pt x="5" y="34"/>
                  </a:cubicBezTo>
                  <a:cubicBezTo>
                    <a:pt x="11" y="23"/>
                    <a:pt x="17" y="12"/>
                    <a:pt x="22" y="2"/>
                  </a:cubicBezTo>
                  <a:cubicBezTo>
                    <a:pt x="23" y="0"/>
                    <a:pt x="19" y="0"/>
                    <a:pt x="18"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727;p42">
              <a:extLst>
                <a:ext uri="{FF2B5EF4-FFF2-40B4-BE49-F238E27FC236}">
                  <a16:creationId xmlns:a16="http://schemas.microsoft.com/office/drawing/2014/main" id="{A23C9005-4ED2-2DC5-A58D-52134D807D11}"/>
                </a:ext>
              </a:extLst>
            </p:cNvPr>
            <p:cNvSpPr/>
            <p:nvPr/>
          </p:nvSpPr>
          <p:spPr>
            <a:xfrm>
              <a:off x="5751616" y="1168500"/>
              <a:ext cx="1193563" cy="1201160"/>
            </a:xfrm>
            <a:custGeom>
              <a:avLst/>
              <a:gdLst/>
              <a:ahLst/>
              <a:cxnLst/>
              <a:rect l="l" t="t" r="r" b="b"/>
              <a:pathLst>
                <a:path w="415" h="422" extrusionOk="0">
                  <a:moveTo>
                    <a:pt x="67" y="131"/>
                  </a:moveTo>
                  <a:cubicBezTo>
                    <a:pt x="74" y="136"/>
                    <a:pt x="83" y="138"/>
                    <a:pt x="92" y="136"/>
                  </a:cubicBezTo>
                  <a:cubicBezTo>
                    <a:pt x="97" y="135"/>
                    <a:pt x="102" y="132"/>
                    <a:pt x="108" y="130"/>
                  </a:cubicBezTo>
                  <a:cubicBezTo>
                    <a:pt x="113" y="129"/>
                    <a:pt x="120" y="130"/>
                    <a:pt x="125" y="132"/>
                  </a:cubicBezTo>
                  <a:cubicBezTo>
                    <a:pt x="136" y="136"/>
                    <a:pt x="138" y="147"/>
                    <a:pt x="136" y="158"/>
                  </a:cubicBezTo>
                  <a:cubicBezTo>
                    <a:pt x="134" y="170"/>
                    <a:pt x="130" y="182"/>
                    <a:pt x="126" y="193"/>
                  </a:cubicBezTo>
                  <a:cubicBezTo>
                    <a:pt x="121" y="205"/>
                    <a:pt x="116" y="217"/>
                    <a:pt x="108" y="226"/>
                  </a:cubicBezTo>
                  <a:cubicBezTo>
                    <a:pt x="101" y="234"/>
                    <a:pt x="90" y="241"/>
                    <a:pt x="80" y="235"/>
                  </a:cubicBezTo>
                  <a:cubicBezTo>
                    <a:pt x="70" y="230"/>
                    <a:pt x="66" y="218"/>
                    <a:pt x="61" y="208"/>
                  </a:cubicBezTo>
                  <a:cubicBezTo>
                    <a:pt x="59" y="203"/>
                    <a:pt x="47" y="189"/>
                    <a:pt x="42" y="198"/>
                  </a:cubicBezTo>
                  <a:cubicBezTo>
                    <a:pt x="30" y="217"/>
                    <a:pt x="21" y="238"/>
                    <a:pt x="15" y="259"/>
                  </a:cubicBezTo>
                  <a:cubicBezTo>
                    <a:pt x="11" y="270"/>
                    <a:pt x="8" y="281"/>
                    <a:pt x="5" y="292"/>
                  </a:cubicBezTo>
                  <a:cubicBezTo>
                    <a:pt x="4" y="298"/>
                    <a:pt x="1" y="304"/>
                    <a:pt x="1" y="310"/>
                  </a:cubicBezTo>
                  <a:cubicBezTo>
                    <a:pt x="0" y="318"/>
                    <a:pt x="6" y="321"/>
                    <a:pt x="12" y="323"/>
                  </a:cubicBezTo>
                  <a:cubicBezTo>
                    <a:pt x="18" y="324"/>
                    <a:pt x="24" y="326"/>
                    <a:pt x="30" y="327"/>
                  </a:cubicBezTo>
                  <a:cubicBezTo>
                    <a:pt x="35" y="328"/>
                    <a:pt x="39" y="330"/>
                    <a:pt x="44" y="332"/>
                  </a:cubicBezTo>
                  <a:cubicBezTo>
                    <a:pt x="50" y="335"/>
                    <a:pt x="56" y="338"/>
                    <a:pt x="62" y="341"/>
                  </a:cubicBezTo>
                  <a:cubicBezTo>
                    <a:pt x="73" y="347"/>
                    <a:pt x="85" y="353"/>
                    <a:pt x="97" y="358"/>
                  </a:cubicBezTo>
                  <a:cubicBezTo>
                    <a:pt x="106" y="361"/>
                    <a:pt x="114" y="362"/>
                    <a:pt x="122" y="364"/>
                  </a:cubicBezTo>
                  <a:cubicBezTo>
                    <a:pt x="129" y="365"/>
                    <a:pt x="136" y="363"/>
                    <a:pt x="140" y="358"/>
                  </a:cubicBezTo>
                  <a:cubicBezTo>
                    <a:pt x="145" y="351"/>
                    <a:pt x="145" y="343"/>
                    <a:pt x="144" y="335"/>
                  </a:cubicBezTo>
                  <a:cubicBezTo>
                    <a:pt x="143" y="326"/>
                    <a:pt x="141" y="318"/>
                    <a:pt x="143" y="309"/>
                  </a:cubicBezTo>
                  <a:cubicBezTo>
                    <a:pt x="147" y="288"/>
                    <a:pt x="166" y="288"/>
                    <a:pt x="181" y="288"/>
                  </a:cubicBezTo>
                  <a:cubicBezTo>
                    <a:pt x="191" y="288"/>
                    <a:pt x="200" y="288"/>
                    <a:pt x="210" y="289"/>
                  </a:cubicBezTo>
                  <a:cubicBezTo>
                    <a:pt x="219" y="290"/>
                    <a:pt x="229" y="290"/>
                    <a:pt x="237" y="294"/>
                  </a:cubicBezTo>
                  <a:cubicBezTo>
                    <a:pt x="240" y="296"/>
                    <a:pt x="244" y="300"/>
                    <a:pt x="245" y="304"/>
                  </a:cubicBezTo>
                  <a:cubicBezTo>
                    <a:pt x="245" y="310"/>
                    <a:pt x="242" y="314"/>
                    <a:pt x="238" y="317"/>
                  </a:cubicBezTo>
                  <a:cubicBezTo>
                    <a:pt x="232" y="324"/>
                    <a:pt x="225" y="329"/>
                    <a:pt x="219" y="335"/>
                  </a:cubicBezTo>
                  <a:cubicBezTo>
                    <a:pt x="211" y="345"/>
                    <a:pt x="204" y="360"/>
                    <a:pt x="210" y="372"/>
                  </a:cubicBezTo>
                  <a:cubicBezTo>
                    <a:pt x="214" y="379"/>
                    <a:pt x="221" y="382"/>
                    <a:pt x="228" y="385"/>
                  </a:cubicBezTo>
                  <a:cubicBezTo>
                    <a:pt x="239" y="389"/>
                    <a:pt x="249" y="393"/>
                    <a:pt x="259" y="396"/>
                  </a:cubicBezTo>
                  <a:cubicBezTo>
                    <a:pt x="271" y="401"/>
                    <a:pt x="283" y="405"/>
                    <a:pt x="294" y="410"/>
                  </a:cubicBezTo>
                  <a:cubicBezTo>
                    <a:pt x="303" y="413"/>
                    <a:pt x="312" y="418"/>
                    <a:pt x="321" y="419"/>
                  </a:cubicBezTo>
                  <a:cubicBezTo>
                    <a:pt x="322" y="420"/>
                    <a:pt x="322" y="420"/>
                    <a:pt x="322" y="420"/>
                  </a:cubicBezTo>
                  <a:cubicBezTo>
                    <a:pt x="324" y="421"/>
                    <a:pt x="328" y="422"/>
                    <a:pt x="329" y="421"/>
                  </a:cubicBezTo>
                  <a:cubicBezTo>
                    <a:pt x="335" y="418"/>
                    <a:pt x="339" y="404"/>
                    <a:pt x="341" y="398"/>
                  </a:cubicBezTo>
                  <a:cubicBezTo>
                    <a:pt x="345" y="387"/>
                    <a:pt x="349" y="377"/>
                    <a:pt x="352" y="366"/>
                  </a:cubicBezTo>
                  <a:cubicBezTo>
                    <a:pt x="359" y="345"/>
                    <a:pt x="364" y="323"/>
                    <a:pt x="365" y="300"/>
                  </a:cubicBezTo>
                  <a:cubicBezTo>
                    <a:pt x="366" y="290"/>
                    <a:pt x="348" y="294"/>
                    <a:pt x="343" y="297"/>
                  </a:cubicBezTo>
                  <a:cubicBezTo>
                    <a:pt x="334" y="303"/>
                    <a:pt x="324" y="310"/>
                    <a:pt x="312" y="309"/>
                  </a:cubicBezTo>
                  <a:cubicBezTo>
                    <a:pt x="301" y="307"/>
                    <a:pt x="296" y="296"/>
                    <a:pt x="294" y="285"/>
                  </a:cubicBezTo>
                  <a:cubicBezTo>
                    <a:pt x="293" y="273"/>
                    <a:pt x="296" y="260"/>
                    <a:pt x="299" y="248"/>
                  </a:cubicBezTo>
                  <a:cubicBezTo>
                    <a:pt x="302" y="236"/>
                    <a:pt x="306" y="225"/>
                    <a:pt x="311" y="214"/>
                  </a:cubicBezTo>
                  <a:cubicBezTo>
                    <a:pt x="316" y="204"/>
                    <a:pt x="324" y="195"/>
                    <a:pt x="335" y="198"/>
                  </a:cubicBezTo>
                  <a:cubicBezTo>
                    <a:pt x="340" y="200"/>
                    <a:pt x="346" y="203"/>
                    <a:pt x="350" y="207"/>
                  </a:cubicBezTo>
                  <a:cubicBezTo>
                    <a:pt x="354" y="211"/>
                    <a:pt x="356" y="217"/>
                    <a:pt x="360" y="221"/>
                  </a:cubicBezTo>
                  <a:cubicBezTo>
                    <a:pt x="365" y="228"/>
                    <a:pt x="374" y="231"/>
                    <a:pt x="383" y="231"/>
                  </a:cubicBezTo>
                  <a:cubicBezTo>
                    <a:pt x="389" y="231"/>
                    <a:pt x="389" y="228"/>
                    <a:pt x="392" y="221"/>
                  </a:cubicBezTo>
                  <a:cubicBezTo>
                    <a:pt x="396" y="211"/>
                    <a:pt x="398" y="200"/>
                    <a:pt x="401" y="189"/>
                  </a:cubicBezTo>
                  <a:cubicBezTo>
                    <a:pt x="406" y="172"/>
                    <a:pt x="411" y="154"/>
                    <a:pt x="414" y="136"/>
                  </a:cubicBezTo>
                  <a:cubicBezTo>
                    <a:pt x="415" y="135"/>
                    <a:pt x="413" y="133"/>
                    <a:pt x="410" y="132"/>
                  </a:cubicBezTo>
                  <a:cubicBezTo>
                    <a:pt x="393" y="126"/>
                    <a:pt x="376" y="119"/>
                    <a:pt x="358" y="113"/>
                  </a:cubicBezTo>
                  <a:cubicBezTo>
                    <a:pt x="349" y="109"/>
                    <a:pt x="341" y="106"/>
                    <a:pt x="332" y="103"/>
                  </a:cubicBezTo>
                  <a:cubicBezTo>
                    <a:pt x="324" y="100"/>
                    <a:pt x="313" y="98"/>
                    <a:pt x="308" y="91"/>
                  </a:cubicBezTo>
                  <a:cubicBezTo>
                    <a:pt x="300" y="76"/>
                    <a:pt x="313" y="60"/>
                    <a:pt x="323" y="51"/>
                  </a:cubicBezTo>
                  <a:cubicBezTo>
                    <a:pt x="333" y="42"/>
                    <a:pt x="351" y="29"/>
                    <a:pt x="339" y="15"/>
                  </a:cubicBezTo>
                  <a:cubicBezTo>
                    <a:pt x="329" y="3"/>
                    <a:pt x="309" y="2"/>
                    <a:pt x="295" y="1"/>
                  </a:cubicBezTo>
                  <a:cubicBezTo>
                    <a:pt x="286" y="0"/>
                    <a:pt x="277" y="0"/>
                    <a:pt x="268" y="0"/>
                  </a:cubicBezTo>
                  <a:cubicBezTo>
                    <a:pt x="260" y="0"/>
                    <a:pt x="253" y="0"/>
                    <a:pt x="246" y="2"/>
                  </a:cubicBezTo>
                  <a:cubicBezTo>
                    <a:pt x="239" y="3"/>
                    <a:pt x="233" y="6"/>
                    <a:pt x="229" y="11"/>
                  </a:cubicBezTo>
                  <a:cubicBezTo>
                    <a:pt x="225" y="17"/>
                    <a:pt x="223" y="23"/>
                    <a:pt x="223" y="30"/>
                  </a:cubicBezTo>
                  <a:cubicBezTo>
                    <a:pt x="223" y="31"/>
                    <a:pt x="223" y="31"/>
                    <a:pt x="223" y="32"/>
                  </a:cubicBezTo>
                  <a:cubicBezTo>
                    <a:pt x="222" y="38"/>
                    <a:pt x="224" y="45"/>
                    <a:pt x="224" y="51"/>
                  </a:cubicBezTo>
                  <a:cubicBezTo>
                    <a:pt x="225" y="54"/>
                    <a:pt x="225" y="57"/>
                    <a:pt x="224" y="60"/>
                  </a:cubicBezTo>
                  <a:cubicBezTo>
                    <a:pt x="223" y="64"/>
                    <a:pt x="222" y="69"/>
                    <a:pt x="220" y="72"/>
                  </a:cubicBezTo>
                  <a:cubicBezTo>
                    <a:pt x="216" y="76"/>
                    <a:pt x="212" y="76"/>
                    <a:pt x="207" y="76"/>
                  </a:cubicBezTo>
                  <a:cubicBezTo>
                    <a:pt x="197" y="75"/>
                    <a:pt x="186" y="70"/>
                    <a:pt x="177" y="66"/>
                  </a:cubicBezTo>
                  <a:cubicBezTo>
                    <a:pt x="168" y="62"/>
                    <a:pt x="158" y="57"/>
                    <a:pt x="149" y="52"/>
                  </a:cubicBezTo>
                  <a:cubicBezTo>
                    <a:pt x="145" y="50"/>
                    <a:pt x="140" y="48"/>
                    <a:pt x="135" y="46"/>
                  </a:cubicBezTo>
                  <a:cubicBezTo>
                    <a:pt x="133" y="45"/>
                    <a:pt x="131" y="44"/>
                    <a:pt x="129" y="43"/>
                  </a:cubicBezTo>
                  <a:cubicBezTo>
                    <a:pt x="121" y="38"/>
                    <a:pt x="110" y="37"/>
                    <a:pt x="102" y="35"/>
                  </a:cubicBezTo>
                  <a:cubicBezTo>
                    <a:pt x="99" y="34"/>
                    <a:pt x="96" y="34"/>
                    <a:pt x="96" y="36"/>
                  </a:cubicBezTo>
                  <a:cubicBezTo>
                    <a:pt x="88" y="52"/>
                    <a:pt x="82" y="69"/>
                    <a:pt x="76" y="86"/>
                  </a:cubicBezTo>
                  <a:cubicBezTo>
                    <a:pt x="73" y="97"/>
                    <a:pt x="68" y="107"/>
                    <a:pt x="66" y="118"/>
                  </a:cubicBezTo>
                  <a:cubicBezTo>
                    <a:pt x="64" y="125"/>
                    <a:pt x="63" y="127"/>
                    <a:pt x="67" y="131"/>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728;p42">
              <a:extLst>
                <a:ext uri="{FF2B5EF4-FFF2-40B4-BE49-F238E27FC236}">
                  <a16:creationId xmlns:a16="http://schemas.microsoft.com/office/drawing/2014/main" id="{7005101E-7942-6BBF-1872-E62C0BCB28D9}"/>
                </a:ext>
              </a:extLst>
            </p:cNvPr>
            <p:cNvSpPr/>
            <p:nvPr/>
          </p:nvSpPr>
          <p:spPr>
            <a:xfrm>
              <a:off x="5363901" y="2734565"/>
              <a:ext cx="440932" cy="395317"/>
            </a:xfrm>
            <a:custGeom>
              <a:avLst/>
              <a:gdLst/>
              <a:ahLst/>
              <a:cxnLst/>
              <a:rect l="l" t="t" r="r" b="b"/>
              <a:pathLst>
                <a:path w="155" h="138" extrusionOk="0">
                  <a:moveTo>
                    <a:pt x="94" y="105"/>
                  </a:moveTo>
                  <a:cubicBezTo>
                    <a:pt x="71" y="124"/>
                    <a:pt x="42" y="137"/>
                    <a:pt x="12" y="138"/>
                  </a:cubicBezTo>
                  <a:cubicBezTo>
                    <a:pt x="10" y="138"/>
                    <a:pt x="8" y="138"/>
                    <a:pt x="6" y="137"/>
                  </a:cubicBezTo>
                  <a:cubicBezTo>
                    <a:pt x="5" y="136"/>
                    <a:pt x="4" y="134"/>
                    <a:pt x="3" y="133"/>
                  </a:cubicBezTo>
                  <a:cubicBezTo>
                    <a:pt x="1" y="127"/>
                    <a:pt x="0" y="120"/>
                    <a:pt x="1" y="113"/>
                  </a:cubicBezTo>
                  <a:cubicBezTo>
                    <a:pt x="3" y="106"/>
                    <a:pt x="7" y="99"/>
                    <a:pt x="10" y="93"/>
                  </a:cubicBezTo>
                  <a:cubicBezTo>
                    <a:pt x="24" y="72"/>
                    <a:pt x="38" y="51"/>
                    <a:pt x="57" y="35"/>
                  </a:cubicBezTo>
                  <a:cubicBezTo>
                    <a:pt x="76" y="18"/>
                    <a:pt x="99" y="6"/>
                    <a:pt x="124" y="2"/>
                  </a:cubicBezTo>
                  <a:cubicBezTo>
                    <a:pt x="139" y="0"/>
                    <a:pt x="155" y="7"/>
                    <a:pt x="151" y="25"/>
                  </a:cubicBezTo>
                  <a:cubicBezTo>
                    <a:pt x="150" y="33"/>
                    <a:pt x="145" y="38"/>
                    <a:pt x="142" y="44"/>
                  </a:cubicBezTo>
                  <a:cubicBezTo>
                    <a:pt x="129" y="67"/>
                    <a:pt x="113" y="88"/>
                    <a:pt x="94" y="105"/>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729;p42">
              <a:extLst>
                <a:ext uri="{FF2B5EF4-FFF2-40B4-BE49-F238E27FC236}">
                  <a16:creationId xmlns:a16="http://schemas.microsoft.com/office/drawing/2014/main" id="{42BDE705-D011-C56D-8E63-5C4FA5BFF26A}"/>
                </a:ext>
              </a:extLst>
            </p:cNvPr>
            <p:cNvSpPr/>
            <p:nvPr/>
          </p:nvSpPr>
          <p:spPr>
            <a:xfrm>
              <a:off x="5310683" y="2255625"/>
              <a:ext cx="1444430" cy="1087123"/>
            </a:xfrm>
            <a:custGeom>
              <a:avLst/>
              <a:gdLst/>
              <a:ahLst/>
              <a:cxnLst/>
              <a:rect l="l" t="t" r="r" b="b"/>
              <a:pathLst>
                <a:path w="507" h="381" extrusionOk="0">
                  <a:moveTo>
                    <a:pt x="466" y="16"/>
                  </a:moveTo>
                  <a:cubicBezTo>
                    <a:pt x="455" y="7"/>
                    <a:pt x="443" y="2"/>
                    <a:pt x="428" y="1"/>
                  </a:cubicBezTo>
                  <a:cubicBezTo>
                    <a:pt x="420" y="0"/>
                    <a:pt x="412" y="1"/>
                    <a:pt x="405" y="3"/>
                  </a:cubicBezTo>
                  <a:cubicBezTo>
                    <a:pt x="399" y="5"/>
                    <a:pt x="392" y="5"/>
                    <a:pt x="388" y="7"/>
                  </a:cubicBezTo>
                  <a:cubicBezTo>
                    <a:pt x="377" y="12"/>
                    <a:pt x="370" y="31"/>
                    <a:pt x="364" y="40"/>
                  </a:cubicBezTo>
                  <a:cubicBezTo>
                    <a:pt x="359" y="47"/>
                    <a:pt x="353" y="53"/>
                    <a:pt x="348" y="58"/>
                  </a:cubicBezTo>
                  <a:cubicBezTo>
                    <a:pt x="311" y="94"/>
                    <a:pt x="276" y="131"/>
                    <a:pt x="237" y="164"/>
                  </a:cubicBezTo>
                  <a:cubicBezTo>
                    <a:pt x="206" y="190"/>
                    <a:pt x="172" y="210"/>
                    <a:pt x="138" y="231"/>
                  </a:cubicBezTo>
                  <a:cubicBezTo>
                    <a:pt x="138" y="232"/>
                    <a:pt x="137" y="232"/>
                    <a:pt x="136" y="233"/>
                  </a:cubicBezTo>
                  <a:cubicBezTo>
                    <a:pt x="126" y="217"/>
                    <a:pt x="118" y="200"/>
                    <a:pt x="111" y="183"/>
                  </a:cubicBezTo>
                  <a:cubicBezTo>
                    <a:pt x="110" y="180"/>
                    <a:pt x="100" y="181"/>
                    <a:pt x="101" y="184"/>
                  </a:cubicBezTo>
                  <a:cubicBezTo>
                    <a:pt x="54" y="215"/>
                    <a:pt x="18" y="262"/>
                    <a:pt x="1" y="316"/>
                  </a:cubicBezTo>
                  <a:cubicBezTo>
                    <a:pt x="0" y="319"/>
                    <a:pt x="2" y="320"/>
                    <a:pt x="5" y="320"/>
                  </a:cubicBezTo>
                  <a:cubicBezTo>
                    <a:pt x="26" y="345"/>
                    <a:pt x="54" y="363"/>
                    <a:pt x="84" y="373"/>
                  </a:cubicBezTo>
                  <a:cubicBezTo>
                    <a:pt x="84" y="374"/>
                    <a:pt x="85" y="374"/>
                    <a:pt x="85" y="374"/>
                  </a:cubicBezTo>
                  <a:cubicBezTo>
                    <a:pt x="94" y="379"/>
                    <a:pt x="103" y="381"/>
                    <a:pt x="113" y="381"/>
                  </a:cubicBezTo>
                  <a:cubicBezTo>
                    <a:pt x="115" y="381"/>
                    <a:pt x="118" y="381"/>
                    <a:pt x="122" y="381"/>
                  </a:cubicBezTo>
                  <a:cubicBezTo>
                    <a:pt x="129" y="380"/>
                    <a:pt x="136" y="377"/>
                    <a:pt x="142" y="374"/>
                  </a:cubicBezTo>
                  <a:cubicBezTo>
                    <a:pt x="187" y="352"/>
                    <a:pt x="226" y="323"/>
                    <a:pt x="261" y="287"/>
                  </a:cubicBezTo>
                  <a:cubicBezTo>
                    <a:pt x="281" y="267"/>
                    <a:pt x="298" y="244"/>
                    <a:pt x="316" y="221"/>
                  </a:cubicBezTo>
                  <a:cubicBezTo>
                    <a:pt x="341" y="187"/>
                    <a:pt x="371" y="156"/>
                    <a:pt x="400" y="124"/>
                  </a:cubicBezTo>
                  <a:cubicBezTo>
                    <a:pt x="402" y="122"/>
                    <a:pt x="404" y="120"/>
                    <a:pt x="406" y="119"/>
                  </a:cubicBezTo>
                  <a:cubicBezTo>
                    <a:pt x="414" y="114"/>
                    <a:pt x="421" y="110"/>
                    <a:pt x="430" y="107"/>
                  </a:cubicBezTo>
                  <a:cubicBezTo>
                    <a:pt x="449" y="101"/>
                    <a:pt x="475" y="99"/>
                    <a:pt x="488" y="81"/>
                  </a:cubicBezTo>
                  <a:cubicBezTo>
                    <a:pt x="507" y="57"/>
                    <a:pt x="485" y="30"/>
                    <a:pt x="466" y="16"/>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730;p42">
              <a:extLst>
                <a:ext uri="{FF2B5EF4-FFF2-40B4-BE49-F238E27FC236}">
                  <a16:creationId xmlns:a16="http://schemas.microsoft.com/office/drawing/2014/main" id="{7ADC66F5-FEC1-DF78-2F72-B01B48D77B19}"/>
                </a:ext>
              </a:extLst>
            </p:cNvPr>
            <p:cNvSpPr/>
            <p:nvPr/>
          </p:nvSpPr>
          <p:spPr>
            <a:xfrm>
              <a:off x="6382608" y="1966739"/>
              <a:ext cx="410523" cy="516954"/>
            </a:xfrm>
            <a:custGeom>
              <a:avLst/>
              <a:gdLst/>
              <a:ahLst/>
              <a:cxnLst/>
              <a:rect l="l" t="t" r="r" b="b"/>
              <a:pathLst>
                <a:path w="142" h="180" extrusionOk="0">
                  <a:moveTo>
                    <a:pt x="115" y="175"/>
                  </a:moveTo>
                  <a:cubicBezTo>
                    <a:pt x="114" y="178"/>
                    <a:pt x="112" y="180"/>
                    <a:pt x="109" y="180"/>
                  </a:cubicBezTo>
                  <a:cubicBezTo>
                    <a:pt x="104" y="180"/>
                    <a:pt x="99" y="173"/>
                    <a:pt x="95" y="171"/>
                  </a:cubicBezTo>
                  <a:cubicBezTo>
                    <a:pt x="90" y="167"/>
                    <a:pt x="84" y="164"/>
                    <a:pt x="78" y="161"/>
                  </a:cubicBezTo>
                  <a:cubicBezTo>
                    <a:pt x="68" y="156"/>
                    <a:pt x="58" y="158"/>
                    <a:pt x="47" y="158"/>
                  </a:cubicBezTo>
                  <a:cubicBezTo>
                    <a:pt x="41" y="157"/>
                    <a:pt x="34" y="156"/>
                    <a:pt x="30" y="151"/>
                  </a:cubicBezTo>
                  <a:cubicBezTo>
                    <a:pt x="28" y="148"/>
                    <a:pt x="27" y="144"/>
                    <a:pt x="28" y="141"/>
                  </a:cubicBezTo>
                  <a:cubicBezTo>
                    <a:pt x="21" y="141"/>
                    <a:pt x="13" y="140"/>
                    <a:pt x="8" y="136"/>
                  </a:cubicBezTo>
                  <a:cubicBezTo>
                    <a:pt x="3" y="132"/>
                    <a:pt x="0" y="120"/>
                    <a:pt x="8" y="117"/>
                  </a:cubicBezTo>
                  <a:cubicBezTo>
                    <a:pt x="9" y="116"/>
                    <a:pt x="10" y="116"/>
                    <a:pt x="11" y="116"/>
                  </a:cubicBezTo>
                  <a:cubicBezTo>
                    <a:pt x="17" y="113"/>
                    <a:pt x="23" y="110"/>
                    <a:pt x="29" y="108"/>
                  </a:cubicBezTo>
                  <a:cubicBezTo>
                    <a:pt x="37" y="104"/>
                    <a:pt x="46" y="101"/>
                    <a:pt x="55" y="99"/>
                  </a:cubicBezTo>
                  <a:cubicBezTo>
                    <a:pt x="69" y="96"/>
                    <a:pt x="83" y="97"/>
                    <a:pt x="96" y="101"/>
                  </a:cubicBezTo>
                  <a:cubicBezTo>
                    <a:pt x="96" y="100"/>
                    <a:pt x="96" y="99"/>
                    <a:pt x="95" y="98"/>
                  </a:cubicBezTo>
                  <a:cubicBezTo>
                    <a:pt x="95" y="96"/>
                    <a:pt x="95" y="92"/>
                    <a:pt x="93" y="89"/>
                  </a:cubicBezTo>
                  <a:cubicBezTo>
                    <a:pt x="91" y="86"/>
                    <a:pt x="89" y="87"/>
                    <a:pt x="86" y="86"/>
                  </a:cubicBezTo>
                  <a:cubicBezTo>
                    <a:pt x="75" y="86"/>
                    <a:pt x="65" y="85"/>
                    <a:pt x="55" y="85"/>
                  </a:cubicBezTo>
                  <a:cubicBezTo>
                    <a:pt x="48" y="85"/>
                    <a:pt x="39" y="86"/>
                    <a:pt x="33" y="81"/>
                  </a:cubicBezTo>
                  <a:cubicBezTo>
                    <a:pt x="29" y="77"/>
                    <a:pt x="29" y="71"/>
                    <a:pt x="33" y="68"/>
                  </a:cubicBezTo>
                  <a:cubicBezTo>
                    <a:pt x="39" y="58"/>
                    <a:pt x="54" y="57"/>
                    <a:pt x="64" y="55"/>
                  </a:cubicBezTo>
                  <a:cubicBezTo>
                    <a:pt x="79" y="53"/>
                    <a:pt x="94" y="52"/>
                    <a:pt x="109" y="53"/>
                  </a:cubicBezTo>
                  <a:cubicBezTo>
                    <a:pt x="104" y="40"/>
                    <a:pt x="86" y="13"/>
                    <a:pt x="102" y="1"/>
                  </a:cubicBezTo>
                  <a:cubicBezTo>
                    <a:pt x="102" y="1"/>
                    <a:pt x="103" y="0"/>
                    <a:pt x="104" y="0"/>
                  </a:cubicBezTo>
                  <a:cubicBezTo>
                    <a:pt x="106" y="0"/>
                    <a:pt x="107" y="2"/>
                    <a:pt x="109" y="3"/>
                  </a:cubicBezTo>
                  <a:cubicBezTo>
                    <a:pt x="117" y="16"/>
                    <a:pt x="126" y="28"/>
                    <a:pt x="135" y="41"/>
                  </a:cubicBezTo>
                  <a:cubicBezTo>
                    <a:pt x="139" y="46"/>
                    <a:pt x="142" y="52"/>
                    <a:pt x="142" y="59"/>
                  </a:cubicBezTo>
                  <a:cubicBezTo>
                    <a:pt x="142" y="66"/>
                    <a:pt x="140" y="73"/>
                    <a:pt x="137" y="79"/>
                  </a:cubicBezTo>
                  <a:cubicBezTo>
                    <a:pt x="136" y="83"/>
                    <a:pt x="136" y="87"/>
                    <a:pt x="135" y="91"/>
                  </a:cubicBezTo>
                  <a:cubicBezTo>
                    <a:pt x="135" y="95"/>
                    <a:pt x="133" y="100"/>
                    <a:pt x="132" y="104"/>
                  </a:cubicBezTo>
                  <a:cubicBezTo>
                    <a:pt x="129" y="113"/>
                    <a:pt x="125" y="123"/>
                    <a:pt x="126" y="132"/>
                  </a:cubicBezTo>
                  <a:cubicBezTo>
                    <a:pt x="127" y="142"/>
                    <a:pt x="127" y="151"/>
                    <a:pt x="122" y="160"/>
                  </a:cubicBezTo>
                  <a:cubicBezTo>
                    <a:pt x="120" y="164"/>
                    <a:pt x="118" y="168"/>
                    <a:pt x="116" y="173"/>
                  </a:cubicBezTo>
                  <a:cubicBezTo>
                    <a:pt x="116" y="173"/>
                    <a:pt x="116" y="174"/>
                    <a:pt x="115" y="175"/>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731;p42">
              <a:extLst>
                <a:ext uri="{FF2B5EF4-FFF2-40B4-BE49-F238E27FC236}">
                  <a16:creationId xmlns:a16="http://schemas.microsoft.com/office/drawing/2014/main" id="{C61797BA-247D-0184-EBC8-101AB89A82F2}"/>
                </a:ext>
              </a:extLst>
            </p:cNvPr>
            <p:cNvSpPr/>
            <p:nvPr/>
          </p:nvSpPr>
          <p:spPr>
            <a:xfrm>
              <a:off x="5143433" y="2141589"/>
              <a:ext cx="653797" cy="1140340"/>
            </a:xfrm>
            <a:custGeom>
              <a:avLst/>
              <a:gdLst/>
              <a:ahLst/>
              <a:cxnLst/>
              <a:rect l="l" t="t" r="r" b="b"/>
              <a:pathLst>
                <a:path w="229" h="399" extrusionOk="0">
                  <a:moveTo>
                    <a:pt x="229" y="226"/>
                  </a:moveTo>
                  <a:cubicBezTo>
                    <a:pt x="221" y="185"/>
                    <a:pt x="185" y="161"/>
                    <a:pt x="155" y="137"/>
                  </a:cubicBezTo>
                  <a:cubicBezTo>
                    <a:pt x="138" y="125"/>
                    <a:pt x="124" y="111"/>
                    <a:pt x="112" y="95"/>
                  </a:cubicBezTo>
                  <a:cubicBezTo>
                    <a:pt x="101" y="79"/>
                    <a:pt x="92" y="63"/>
                    <a:pt x="81" y="48"/>
                  </a:cubicBezTo>
                  <a:cubicBezTo>
                    <a:pt x="70" y="31"/>
                    <a:pt x="58" y="14"/>
                    <a:pt x="41" y="2"/>
                  </a:cubicBezTo>
                  <a:cubicBezTo>
                    <a:pt x="39" y="1"/>
                    <a:pt x="36" y="0"/>
                    <a:pt x="34" y="1"/>
                  </a:cubicBezTo>
                  <a:cubicBezTo>
                    <a:pt x="33" y="1"/>
                    <a:pt x="32" y="2"/>
                    <a:pt x="31" y="3"/>
                  </a:cubicBezTo>
                  <a:cubicBezTo>
                    <a:pt x="31" y="4"/>
                    <a:pt x="31" y="4"/>
                    <a:pt x="30" y="4"/>
                  </a:cubicBezTo>
                  <a:cubicBezTo>
                    <a:pt x="21" y="12"/>
                    <a:pt x="17" y="24"/>
                    <a:pt x="14" y="34"/>
                  </a:cubicBezTo>
                  <a:cubicBezTo>
                    <a:pt x="11" y="47"/>
                    <a:pt x="10" y="60"/>
                    <a:pt x="10" y="73"/>
                  </a:cubicBezTo>
                  <a:cubicBezTo>
                    <a:pt x="9" y="100"/>
                    <a:pt x="10" y="128"/>
                    <a:pt x="13" y="155"/>
                  </a:cubicBezTo>
                  <a:cubicBezTo>
                    <a:pt x="1" y="193"/>
                    <a:pt x="0" y="233"/>
                    <a:pt x="5" y="273"/>
                  </a:cubicBezTo>
                  <a:cubicBezTo>
                    <a:pt x="8" y="294"/>
                    <a:pt x="12" y="315"/>
                    <a:pt x="17" y="336"/>
                  </a:cubicBezTo>
                  <a:cubicBezTo>
                    <a:pt x="21" y="356"/>
                    <a:pt x="25" y="377"/>
                    <a:pt x="35" y="396"/>
                  </a:cubicBezTo>
                  <a:cubicBezTo>
                    <a:pt x="35" y="396"/>
                    <a:pt x="35" y="396"/>
                    <a:pt x="36" y="397"/>
                  </a:cubicBezTo>
                  <a:cubicBezTo>
                    <a:pt x="36" y="397"/>
                    <a:pt x="36" y="397"/>
                    <a:pt x="36" y="397"/>
                  </a:cubicBezTo>
                  <a:cubicBezTo>
                    <a:pt x="37" y="399"/>
                    <a:pt x="41" y="399"/>
                    <a:pt x="43" y="398"/>
                  </a:cubicBezTo>
                  <a:cubicBezTo>
                    <a:pt x="75" y="390"/>
                    <a:pt x="96" y="362"/>
                    <a:pt x="112" y="335"/>
                  </a:cubicBezTo>
                  <a:cubicBezTo>
                    <a:pt x="121" y="320"/>
                    <a:pt x="130" y="305"/>
                    <a:pt x="141" y="291"/>
                  </a:cubicBezTo>
                  <a:cubicBezTo>
                    <a:pt x="152" y="279"/>
                    <a:pt x="164" y="267"/>
                    <a:pt x="177" y="257"/>
                  </a:cubicBezTo>
                  <a:cubicBezTo>
                    <a:pt x="191" y="245"/>
                    <a:pt x="207" y="236"/>
                    <a:pt x="224" y="228"/>
                  </a:cubicBezTo>
                  <a:cubicBezTo>
                    <a:pt x="227" y="228"/>
                    <a:pt x="229" y="227"/>
                    <a:pt x="229" y="226"/>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732;p42">
              <a:extLst>
                <a:ext uri="{FF2B5EF4-FFF2-40B4-BE49-F238E27FC236}">
                  <a16:creationId xmlns:a16="http://schemas.microsoft.com/office/drawing/2014/main" id="{7FEA650B-B01D-BB9A-24E2-4716D0F3786F}"/>
                </a:ext>
              </a:extLst>
            </p:cNvPr>
            <p:cNvSpPr/>
            <p:nvPr/>
          </p:nvSpPr>
          <p:spPr>
            <a:xfrm>
              <a:off x="5576765" y="2917019"/>
              <a:ext cx="121637" cy="129240"/>
            </a:xfrm>
            <a:custGeom>
              <a:avLst/>
              <a:gdLst/>
              <a:ahLst/>
              <a:cxnLst/>
              <a:rect l="l" t="t" r="r" b="b"/>
              <a:pathLst>
                <a:path w="42" h="47" extrusionOk="0">
                  <a:moveTo>
                    <a:pt x="41" y="1"/>
                  </a:moveTo>
                  <a:cubicBezTo>
                    <a:pt x="40" y="0"/>
                    <a:pt x="39" y="0"/>
                    <a:pt x="38" y="1"/>
                  </a:cubicBezTo>
                  <a:cubicBezTo>
                    <a:pt x="24" y="8"/>
                    <a:pt x="13" y="19"/>
                    <a:pt x="6" y="33"/>
                  </a:cubicBezTo>
                  <a:cubicBezTo>
                    <a:pt x="3" y="37"/>
                    <a:pt x="2" y="41"/>
                    <a:pt x="0" y="45"/>
                  </a:cubicBezTo>
                  <a:cubicBezTo>
                    <a:pt x="0" y="47"/>
                    <a:pt x="4" y="47"/>
                    <a:pt x="4" y="46"/>
                  </a:cubicBezTo>
                  <a:cubicBezTo>
                    <a:pt x="9" y="31"/>
                    <a:pt x="18" y="19"/>
                    <a:pt x="30" y="9"/>
                  </a:cubicBezTo>
                  <a:cubicBezTo>
                    <a:pt x="34" y="7"/>
                    <a:pt x="37" y="4"/>
                    <a:pt x="41" y="2"/>
                  </a:cubicBezTo>
                  <a:cubicBezTo>
                    <a:pt x="42" y="2"/>
                    <a:pt x="42" y="1"/>
                    <a:pt x="41" y="1"/>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733;p42">
              <a:extLst>
                <a:ext uri="{FF2B5EF4-FFF2-40B4-BE49-F238E27FC236}">
                  <a16:creationId xmlns:a16="http://schemas.microsoft.com/office/drawing/2014/main" id="{C975F239-78EC-6579-AED3-DC8C8E4E27F0}"/>
                </a:ext>
              </a:extLst>
            </p:cNvPr>
            <p:cNvSpPr/>
            <p:nvPr/>
          </p:nvSpPr>
          <p:spPr>
            <a:xfrm>
              <a:off x="6390208" y="2316443"/>
              <a:ext cx="296492" cy="114037"/>
            </a:xfrm>
            <a:custGeom>
              <a:avLst/>
              <a:gdLst/>
              <a:ahLst/>
              <a:cxnLst/>
              <a:rect l="l" t="t" r="r" b="b"/>
              <a:pathLst>
                <a:path w="103" h="41" extrusionOk="0">
                  <a:moveTo>
                    <a:pt x="102" y="8"/>
                  </a:moveTo>
                  <a:cubicBezTo>
                    <a:pt x="96" y="7"/>
                    <a:pt x="90" y="6"/>
                    <a:pt x="85" y="5"/>
                  </a:cubicBezTo>
                  <a:cubicBezTo>
                    <a:pt x="79" y="3"/>
                    <a:pt x="74" y="2"/>
                    <a:pt x="68" y="1"/>
                  </a:cubicBezTo>
                  <a:cubicBezTo>
                    <a:pt x="63" y="0"/>
                    <a:pt x="57" y="1"/>
                    <a:pt x="52" y="2"/>
                  </a:cubicBezTo>
                  <a:cubicBezTo>
                    <a:pt x="48" y="4"/>
                    <a:pt x="44" y="7"/>
                    <a:pt x="39" y="10"/>
                  </a:cubicBezTo>
                  <a:cubicBezTo>
                    <a:pt x="37" y="12"/>
                    <a:pt x="34" y="14"/>
                    <a:pt x="31" y="16"/>
                  </a:cubicBezTo>
                  <a:cubicBezTo>
                    <a:pt x="30" y="16"/>
                    <a:pt x="29" y="16"/>
                    <a:pt x="29" y="16"/>
                  </a:cubicBezTo>
                  <a:cubicBezTo>
                    <a:pt x="24" y="18"/>
                    <a:pt x="18" y="18"/>
                    <a:pt x="13" y="16"/>
                  </a:cubicBezTo>
                  <a:cubicBezTo>
                    <a:pt x="11" y="15"/>
                    <a:pt x="9" y="14"/>
                    <a:pt x="7" y="11"/>
                  </a:cubicBezTo>
                  <a:cubicBezTo>
                    <a:pt x="6" y="9"/>
                    <a:pt x="4" y="7"/>
                    <a:pt x="4" y="5"/>
                  </a:cubicBezTo>
                  <a:cubicBezTo>
                    <a:pt x="4" y="3"/>
                    <a:pt x="0" y="3"/>
                    <a:pt x="0" y="5"/>
                  </a:cubicBezTo>
                  <a:cubicBezTo>
                    <a:pt x="0" y="8"/>
                    <a:pt x="2" y="10"/>
                    <a:pt x="4" y="13"/>
                  </a:cubicBezTo>
                  <a:cubicBezTo>
                    <a:pt x="6" y="15"/>
                    <a:pt x="8" y="17"/>
                    <a:pt x="11" y="18"/>
                  </a:cubicBezTo>
                  <a:cubicBezTo>
                    <a:pt x="16" y="20"/>
                    <a:pt x="22" y="20"/>
                    <a:pt x="27" y="19"/>
                  </a:cubicBezTo>
                  <a:cubicBezTo>
                    <a:pt x="26" y="20"/>
                    <a:pt x="25" y="21"/>
                    <a:pt x="24" y="21"/>
                  </a:cubicBezTo>
                  <a:cubicBezTo>
                    <a:pt x="24" y="21"/>
                    <a:pt x="24" y="21"/>
                    <a:pt x="24" y="21"/>
                  </a:cubicBezTo>
                  <a:cubicBezTo>
                    <a:pt x="23" y="22"/>
                    <a:pt x="23" y="22"/>
                    <a:pt x="23" y="22"/>
                  </a:cubicBezTo>
                  <a:cubicBezTo>
                    <a:pt x="28" y="31"/>
                    <a:pt x="37" y="34"/>
                    <a:pt x="46" y="33"/>
                  </a:cubicBezTo>
                  <a:cubicBezTo>
                    <a:pt x="49" y="33"/>
                    <a:pt x="52" y="32"/>
                    <a:pt x="54" y="32"/>
                  </a:cubicBezTo>
                  <a:cubicBezTo>
                    <a:pt x="57" y="31"/>
                    <a:pt x="59" y="30"/>
                    <a:pt x="62" y="30"/>
                  </a:cubicBezTo>
                  <a:cubicBezTo>
                    <a:pt x="67" y="29"/>
                    <a:pt x="71" y="33"/>
                    <a:pt x="76" y="35"/>
                  </a:cubicBezTo>
                  <a:cubicBezTo>
                    <a:pt x="81" y="37"/>
                    <a:pt x="86" y="39"/>
                    <a:pt x="92" y="41"/>
                  </a:cubicBezTo>
                  <a:cubicBezTo>
                    <a:pt x="93" y="41"/>
                    <a:pt x="94" y="41"/>
                    <a:pt x="95" y="41"/>
                  </a:cubicBezTo>
                  <a:cubicBezTo>
                    <a:pt x="96" y="40"/>
                    <a:pt x="95" y="39"/>
                    <a:pt x="94" y="39"/>
                  </a:cubicBezTo>
                  <a:cubicBezTo>
                    <a:pt x="89" y="38"/>
                    <a:pt x="85" y="36"/>
                    <a:pt x="80" y="34"/>
                  </a:cubicBezTo>
                  <a:cubicBezTo>
                    <a:pt x="76" y="32"/>
                    <a:pt x="72" y="29"/>
                    <a:pt x="67" y="28"/>
                  </a:cubicBezTo>
                  <a:cubicBezTo>
                    <a:pt x="62" y="27"/>
                    <a:pt x="57" y="28"/>
                    <a:pt x="52" y="30"/>
                  </a:cubicBezTo>
                  <a:cubicBezTo>
                    <a:pt x="48" y="31"/>
                    <a:pt x="42" y="32"/>
                    <a:pt x="38" y="30"/>
                  </a:cubicBezTo>
                  <a:cubicBezTo>
                    <a:pt x="33" y="29"/>
                    <a:pt x="29" y="26"/>
                    <a:pt x="27" y="22"/>
                  </a:cubicBezTo>
                  <a:cubicBezTo>
                    <a:pt x="27" y="22"/>
                    <a:pt x="27" y="22"/>
                    <a:pt x="27" y="22"/>
                  </a:cubicBezTo>
                  <a:cubicBezTo>
                    <a:pt x="40" y="13"/>
                    <a:pt x="40" y="13"/>
                    <a:pt x="40" y="13"/>
                  </a:cubicBezTo>
                  <a:cubicBezTo>
                    <a:pt x="44" y="10"/>
                    <a:pt x="48" y="7"/>
                    <a:pt x="53" y="5"/>
                  </a:cubicBezTo>
                  <a:cubicBezTo>
                    <a:pt x="57" y="3"/>
                    <a:pt x="62" y="2"/>
                    <a:pt x="67" y="3"/>
                  </a:cubicBezTo>
                  <a:cubicBezTo>
                    <a:pt x="72" y="4"/>
                    <a:pt x="78" y="5"/>
                    <a:pt x="83" y="6"/>
                  </a:cubicBezTo>
                  <a:cubicBezTo>
                    <a:pt x="89" y="8"/>
                    <a:pt x="95" y="9"/>
                    <a:pt x="100" y="10"/>
                  </a:cubicBezTo>
                  <a:cubicBezTo>
                    <a:pt x="101" y="10"/>
                    <a:pt x="103" y="10"/>
                    <a:pt x="103" y="9"/>
                  </a:cubicBezTo>
                  <a:cubicBezTo>
                    <a:pt x="103" y="8"/>
                    <a:pt x="102" y="8"/>
                    <a:pt x="102" y="8"/>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734;p42">
              <a:extLst>
                <a:ext uri="{FF2B5EF4-FFF2-40B4-BE49-F238E27FC236}">
                  <a16:creationId xmlns:a16="http://schemas.microsoft.com/office/drawing/2014/main" id="{3359C95F-1E9E-E297-2404-64D058A5056D}"/>
                </a:ext>
              </a:extLst>
            </p:cNvPr>
            <p:cNvSpPr/>
            <p:nvPr/>
          </p:nvSpPr>
          <p:spPr>
            <a:xfrm>
              <a:off x="6603072" y="2430474"/>
              <a:ext cx="30409" cy="30409"/>
            </a:xfrm>
            <a:custGeom>
              <a:avLst/>
              <a:gdLst/>
              <a:ahLst/>
              <a:cxnLst/>
              <a:rect l="l" t="t" r="r" b="b"/>
              <a:pathLst>
                <a:path w="11" h="10" extrusionOk="0">
                  <a:moveTo>
                    <a:pt x="10" y="8"/>
                  </a:moveTo>
                  <a:cubicBezTo>
                    <a:pt x="10" y="8"/>
                    <a:pt x="10" y="8"/>
                    <a:pt x="10" y="8"/>
                  </a:cubicBezTo>
                  <a:cubicBezTo>
                    <a:pt x="10" y="8"/>
                    <a:pt x="10" y="8"/>
                    <a:pt x="10" y="8"/>
                  </a:cubicBezTo>
                  <a:cubicBezTo>
                    <a:pt x="9" y="8"/>
                    <a:pt x="9" y="8"/>
                    <a:pt x="9" y="8"/>
                  </a:cubicBezTo>
                  <a:cubicBezTo>
                    <a:pt x="8" y="7"/>
                    <a:pt x="8" y="7"/>
                    <a:pt x="8" y="7"/>
                  </a:cubicBezTo>
                  <a:cubicBezTo>
                    <a:pt x="8" y="7"/>
                    <a:pt x="8" y="7"/>
                    <a:pt x="8" y="7"/>
                  </a:cubicBezTo>
                  <a:cubicBezTo>
                    <a:pt x="8" y="7"/>
                    <a:pt x="8" y="7"/>
                    <a:pt x="8" y="7"/>
                  </a:cubicBezTo>
                  <a:cubicBezTo>
                    <a:pt x="7" y="7"/>
                    <a:pt x="7" y="6"/>
                    <a:pt x="6" y="5"/>
                  </a:cubicBezTo>
                  <a:cubicBezTo>
                    <a:pt x="6" y="5"/>
                    <a:pt x="6" y="5"/>
                    <a:pt x="6" y="5"/>
                  </a:cubicBezTo>
                  <a:cubicBezTo>
                    <a:pt x="6" y="5"/>
                    <a:pt x="6" y="5"/>
                    <a:pt x="6" y="5"/>
                  </a:cubicBezTo>
                  <a:cubicBezTo>
                    <a:pt x="5" y="4"/>
                    <a:pt x="5" y="4"/>
                    <a:pt x="5" y="4"/>
                  </a:cubicBezTo>
                  <a:cubicBezTo>
                    <a:pt x="5" y="4"/>
                    <a:pt x="5" y="3"/>
                    <a:pt x="5" y="3"/>
                  </a:cubicBezTo>
                  <a:cubicBezTo>
                    <a:pt x="4" y="2"/>
                    <a:pt x="4" y="1"/>
                    <a:pt x="4" y="1"/>
                  </a:cubicBezTo>
                  <a:cubicBezTo>
                    <a:pt x="3" y="0"/>
                    <a:pt x="2" y="0"/>
                    <a:pt x="2" y="0"/>
                  </a:cubicBezTo>
                  <a:cubicBezTo>
                    <a:pt x="1" y="0"/>
                    <a:pt x="1" y="0"/>
                    <a:pt x="0" y="0"/>
                  </a:cubicBezTo>
                  <a:cubicBezTo>
                    <a:pt x="0" y="1"/>
                    <a:pt x="0" y="1"/>
                    <a:pt x="0" y="1"/>
                  </a:cubicBezTo>
                  <a:cubicBezTo>
                    <a:pt x="0" y="3"/>
                    <a:pt x="1" y="5"/>
                    <a:pt x="3" y="6"/>
                  </a:cubicBezTo>
                  <a:cubicBezTo>
                    <a:pt x="4" y="8"/>
                    <a:pt x="6" y="9"/>
                    <a:pt x="8" y="10"/>
                  </a:cubicBezTo>
                  <a:cubicBezTo>
                    <a:pt x="9" y="10"/>
                    <a:pt x="10" y="10"/>
                    <a:pt x="11" y="10"/>
                  </a:cubicBezTo>
                  <a:cubicBezTo>
                    <a:pt x="11" y="9"/>
                    <a:pt x="11" y="8"/>
                    <a:pt x="10" y="8"/>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735;p42">
              <a:extLst>
                <a:ext uri="{FF2B5EF4-FFF2-40B4-BE49-F238E27FC236}">
                  <a16:creationId xmlns:a16="http://schemas.microsoft.com/office/drawing/2014/main" id="{7CB930B1-BB2A-DC3B-7C93-FEB625256648}"/>
                </a:ext>
              </a:extLst>
            </p:cNvPr>
            <p:cNvSpPr/>
            <p:nvPr/>
          </p:nvSpPr>
          <p:spPr>
            <a:xfrm>
              <a:off x="6352199" y="2392465"/>
              <a:ext cx="83628" cy="68423"/>
            </a:xfrm>
            <a:custGeom>
              <a:avLst/>
              <a:gdLst/>
              <a:ahLst/>
              <a:cxnLst/>
              <a:rect l="l" t="t" r="r" b="b"/>
              <a:pathLst>
                <a:path w="29" h="22" extrusionOk="0">
                  <a:moveTo>
                    <a:pt x="27" y="1"/>
                  </a:moveTo>
                  <a:cubicBezTo>
                    <a:pt x="21" y="0"/>
                    <a:pt x="15" y="3"/>
                    <a:pt x="10" y="7"/>
                  </a:cubicBezTo>
                  <a:cubicBezTo>
                    <a:pt x="6" y="11"/>
                    <a:pt x="2" y="15"/>
                    <a:pt x="0" y="20"/>
                  </a:cubicBezTo>
                  <a:cubicBezTo>
                    <a:pt x="0" y="22"/>
                    <a:pt x="4" y="22"/>
                    <a:pt x="4" y="21"/>
                  </a:cubicBezTo>
                  <a:cubicBezTo>
                    <a:pt x="6" y="16"/>
                    <a:pt x="9" y="12"/>
                    <a:pt x="13" y="9"/>
                  </a:cubicBezTo>
                  <a:cubicBezTo>
                    <a:pt x="14" y="7"/>
                    <a:pt x="16" y="6"/>
                    <a:pt x="19" y="5"/>
                  </a:cubicBezTo>
                  <a:cubicBezTo>
                    <a:pt x="20" y="4"/>
                    <a:pt x="21" y="4"/>
                    <a:pt x="22" y="4"/>
                  </a:cubicBezTo>
                  <a:cubicBezTo>
                    <a:pt x="23" y="3"/>
                    <a:pt x="25" y="2"/>
                    <a:pt x="26" y="3"/>
                  </a:cubicBezTo>
                  <a:cubicBezTo>
                    <a:pt x="27" y="3"/>
                    <a:pt x="28" y="3"/>
                    <a:pt x="28" y="2"/>
                  </a:cubicBezTo>
                  <a:cubicBezTo>
                    <a:pt x="29" y="1"/>
                    <a:pt x="27" y="1"/>
                    <a:pt x="27" y="1"/>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736;p42">
              <a:extLst>
                <a:ext uri="{FF2B5EF4-FFF2-40B4-BE49-F238E27FC236}">
                  <a16:creationId xmlns:a16="http://schemas.microsoft.com/office/drawing/2014/main" id="{EC4CFC1F-349D-798F-2CE8-13CA06962AA6}"/>
                </a:ext>
              </a:extLst>
            </p:cNvPr>
            <p:cNvSpPr/>
            <p:nvPr/>
          </p:nvSpPr>
          <p:spPr>
            <a:xfrm>
              <a:off x="6686699" y="2126384"/>
              <a:ext cx="83628" cy="68423"/>
            </a:xfrm>
            <a:custGeom>
              <a:avLst/>
              <a:gdLst/>
              <a:ahLst/>
              <a:cxnLst/>
              <a:rect l="l" t="t" r="r" b="b"/>
              <a:pathLst>
                <a:path w="29" h="25" extrusionOk="0">
                  <a:moveTo>
                    <a:pt x="28" y="23"/>
                  </a:moveTo>
                  <a:cubicBezTo>
                    <a:pt x="25" y="18"/>
                    <a:pt x="21" y="13"/>
                    <a:pt x="17" y="8"/>
                  </a:cubicBezTo>
                  <a:cubicBezTo>
                    <a:pt x="13" y="4"/>
                    <a:pt x="9" y="0"/>
                    <a:pt x="3" y="0"/>
                  </a:cubicBezTo>
                  <a:cubicBezTo>
                    <a:pt x="2" y="0"/>
                    <a:pt x="1" y="0"/>
                    <a:pt x="1" y="1"/>
                  </a:cubicBezTo>
                  <a:cubicBezTo>
                    <a:pt x="0" y="1"/>
                    <a:pt x="1" y="2"/>
                    <a:pt x="2" y="2"/>
                  </a:cubicBezTo>
                  <a:cubicBezTo>
                    <a:pt x="7" y="2"/>
                    <a:pt x="11" y="7"/>
                    <a:pt x="14" y="10"/>
                  </a:cubicBezTo>
                  <a:cubicBezTo>
                    <a:pt x="18" y="14"/>
                    <a:pt x="22" y="19"/>
                    <a:pt x="24" y="24"/>
                  </a:cubicBezTo>
                  <a:cubicBezTo>
                    <a:pt x="25" y="25"/>
                    <a:pt x="29" y="24"/>
                    <a:pt x="28" y="23"/>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737;p42">
              <a:extLst>
                <a:ext uri="{FF2B5EF4-FFF2-40B4-BE49-F238E27FC236}">
                  <a16:creationId xmlns:a16="http://schemas.microsoft.com/office/drawing/2014/main" id="{CD7FBF59-EF81-5EA4-36F4-471230FB1D08}"/>
                </a:ext>
              </a:extLst>
            </p:cNvPr>
            <p:cNvSpPr/>
            <p:nvPr/>
          </p:nvSpPr>
          <p:spPr>
            <a:xfrm>
              <a:off x="4725309" y="1693058"/>
              <a:ext cx="364909" cy="630988"/>
            </a:xfrm>
            <a:custGeom>
              <a:avLst/>
              <a:gdLst/>
              <a:ahLst/>
              <a:cxnLst/>
              <a:rect l="l" t="t" r="r" b="b"/>
              <a:pathLst>
                <a:path w="128" h="221" extrusionOk="0">
                  <a:moveTo>
                    <a:pt x="22" y="63"/>
                  </a:moveTo>
                  <a:cubicBezTo>
                    <a:pt x="26" y="69"/>
                    <a:pt x="30" y="75"/>
                    <a:pt x="34" y="81"/>
                  </a:cubicBezTo>
                  <a:cubicBezTo>
                    <a:pt x="59" y="124"/>
                    <a:pt x="58" y="182"/>
                    <a:pt x="26" y="221"/>
                  </a:cubicBezTo>
                  <a:cubicBezTo>
                    <a:pt x="39" y="221"/>
                    <a:pt x="52" y="215"/>
                    <a:pt x="63" y="209"/>
                  </a:cubicBezTo>
                  <a:cubicBezTo>
                    <a:pt x="65" y="213"/>
                    <a:pt x="70" y="214"/>
                    <a:pt x="74" y="214"/>
                  </a:cubicBezTo>
                  <a:cubicBezTo>
                    <a:pt x="78" y="214"/>
                    <a:pt x="82" y="212"/>
                    <a:pt x="86" y="209"/>
                  </a:cubicBezTo>
                  <a:cubicBezTo>
                    <a:pt x="111" y="193"/>
                    <a:pt x="125" y="163"/>
                    <a:pt x="126" y="134"/>
                  </a:cubicBezTo>
                  <a:cubicBezTo>
                    <a:pt x="128" y="104"/>
                    <a:pt x="118" y="75"/>
                    <a:pt x="104" y="49"/>
                  </a:cubicBezTo>
                  <a:cubicBezTo>
                    <a:pt x="96" y="36"/>
                    <a:pt x="88" y="24"/>
                    <a:pt x="76" y="15"/>
                  </a:cubicBezTo>
                  <a:cubicBezTo>
                    <a:pt x="64" y="6"/>
                    <a:pt x="49" y="0"/>
                    <a:pt x="34" y="3"/>
                  </a:cubicBezTo>
                  <a:cubicBezTo>
                    <a:pt x="25" y="4"/>
                    <a:pt x="14" y="9"/>
                    <a:pt x="8" y="17"/>
                  </a:cubicBezTo>
                  <a:cubicBezTo>
                    <a:pt x="0" y="28"/>
                    <a:pt x="8" y="43"/>
                    <a:pt x="15" y="53"/>
                  </a:cubicBezTo>
                  <a:cubicBezTo>
                    <a:pt x="17" y="56"/>
                    <a:pt x="20" y="60"/>
                    <a:pt x="22" y="63"/>
                  </a:cubicBezTo>
                  <a:close/>
                </a:path>
              </a:pathLst>
            </a:custGeom>
            <a:solidFill>
              <a:srgbClr val="471F0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738;p42">
              <a:extLst>
                <a:ext uri="{FF2B5EF4-FFF2-40B4-BE49-F238E27FC236}">
                  <a16:creationId xmlns:a16="http://schemas.microsoft.com/office/drawing/2014/main" id="{735E6A81-3074-1DDA-8D63-C3CEDCC080FC}"/>
                </a:ext>
              </a:extLst>
            </p:cNvPr>
            <p:cNvSpPr/>
            <p:nvPr/>
          </p:nvSpPr>
          <p:spPr>
            <a:xfrm>
              <a:off x="4177945" y="1677853"/>
              <a:ext cx="653796" cy="425728"/>
            </a:xfrm>
            <a:custGeom>
              <a:avLst/>
              <a:gdLst/>
              <a:ahLst/>
              <a:cxnLst/>
              <a:rect l="l" t="t" r="r" b="b"/>
              <a:pathLst>
                <a:path w="231" h="151" extrusionOk="0">
                  <a:moveTo>
                    <a:pt x="230" y="128"/>
                  </a:moveTo>
                  <a:cubicBezTo>
                    <a:pt x="227" y="120"/>
                    <a:pt x="219" y="115"/>
                    <a:pt x="212" y="109"/>
                  </a:cubicBezTo>
                  <a:cubicBezTo>
                    <a:pt x="198" y="97"/>
                    <a:pt x="190" y="78"/>
                    <a:pt x="188" y="60"/>
                  </a:cubicBezTo>
                  <a:cubicBezTo>
                    <a:pt x="187" y="47"/>
                    <a:pt x="188" y="34"/>
                    <a:pt x="190" y="21"/>
                  </a:cubicBezTo>
                  <a:cubicBezTo>
                    <a:pt x="191" y="17"/>
                    <a:pt x="195" y="9"/>
                    <a:pt x="194" y="5"/>
                  </a:cubicBezTo>
                  <a:cubicBezTo>
                    <a:pt x="192" y="0"/>
                    <a:pt x="186" y="2"/>
                    <a:pt x="183" y="3"/>
                  </a:cubicBezTo>
                  <a:cubicBezTo>
                    <a:pt x="173" y="5"/>
                    <a:pt x="163" y="7"/>
                    <a:pt x="153" y="11"/>
                  </a:cubicBezTo>
                  <a:cubicBezTo>
                    <a:pt x="140" y="16"/>
                    <a:pt x="127" y="22"/>
                    <a:pt x="116" y="31"/>
                  </a:cubicBezTo>
                  <a:cubicBezTo>
                    <a:pt x="104" y="22"/>
                    <a:pt x="92" y="16"/>
                    <a:pt x="78" y="11"/>
                  </a:cubicBezTo>
                  <a:cubicBezTo>
                    <a:pt x="69" y="7"/>
                    <a:pt x="59" y="5"/>
                    <a:pt x="49" y="3"/>
                  </a:cubicBezTo>
                  <a:cubicBezTo>
                    <a:pt x="45" y="2"/>
                    <a:pt x="39" y="0"/>
                    <a:pt x="38" y="5"/>
                  </a:cubicBezTo>
                  <a:cubicBezTo>
                    <a:pt x="37" y="9"/>
                    <a:pt x="40" y="17"/>
                    <a:pt x="41" y="21"/>
                  </a:cubicBezTo>
                  <a:cubicBezTo>
                    <a:pt x="43" y="34"/>
                    <a:pt x="45" y="47"/>
                    <a:pt x="43" y="60"/>
                  </a:cubicBezTo>
                  <a:cubicBezTo>
                    <a:pt x="41" y="78"/>
                    <a:pt x="33" y="97"/>
                    <a:pt x="19" y="109"/>
                  </a:cubicBezTo>
                  <a:cubicBezTo>
                    <a:pt x="13" y="115"/>
                    <a:pt x="4" y="120"/>
                    <a:pt x="1" y="128"/>
                  </a:cubicBezTo>
                  <a:cubicBezTo>
                    <a:pt x="1" y="129"/>
                    <a:pt x="0" y="130"/>
                    <a:pt x="1" y="131"/>
                  </a:cubicBezTo>
                  <a:cubicBezTo>
                    <a:pt x="1" y="132"/>
                    <a:pt x="2" y="133"/>
                    <a:pt x="3" y="134"/>
                  </a:cubicBezTo>
                  <a:cubicBezTo>
                    <a:pt x="11" y="141"/>
                    <a:pt x="24" y="140"/>
                    <a:pt x="35" y="142"/>
                  </a:cubicBezTo>
                  <a:cubicBezTo>
                    <a:pt x="47" y="143"/>
                    <a:pt x="59" y="147"/>
                    <a:pt x="71" y="149"/>
                  </a:cubicBezTo>
                  <a:cubicBezTo>
                    <a:pt x="86" y="151"/>
                    <a:pt x="101" y="150"/>
                    <a:pt x="116" y="147"/>
                  </a:cubicBezTo>
                  <a:cubicBezTo>
                    <a:pt x="130" y="150"/>
                    <a:pt x="146" y="151"/>
                    <a:pt x="160" y="149"/>
                  </a:cubicBezTo>
                  <a:cubicBezTo>
                    <a:pt x="173" y="147"/>
                    <a:pt x="185" y="143"/>
                    <a:pt x="197" y="142"/>
                  </a:cubicBezTo>
                  <a:cubicBezTo>
                    <a:pt x="208" y="140"/>
                    <a:pt x="220" y="141"/>
                    <a:pt x="229" y="134"/>
                  </a:cubicBezTo>
                  <a:cubicBezTo>
                    <a:pt x="230" y="133"/>
                    <a:pt x="231" y="132"/>
                    <a:pt x="231" y="131"/>
                  </a:cubicBezTo>
                  <a:cubicBezTo>
                    <a:pt x="231" y="130"/>
                    <a:pt x="231" y="129"/>
                    <a:pt x="230" y="128"/>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739;p42">
              <a:extLst>
                <a:ext uri="{FF2B5EF4-FFF2-40B4-BE49-F238E27FC236}">
                  <a16:creationId xmlns:a16="http://schemas.microsoft.com/office/drawing/2014/main" id="{FB503A22-32A4-ACF0-270B-0C32B0783CA6}"/>
                </a:ext>
              </a:extLst>
            </p:cNvPr>
            <p:cNvSpPr/>
            <p:nvPr/>
          </p:nvSpPr>
          <p:spPr>
            <a:xfrm>
              <a:off x="4322386" y="1624635"/>
              <a:ext cx="364910" cy="250877"/>
            </a:xfrm>
            <a:custGeom>
              <a:avLst/>
              <a:gdLst/>
              <a:ahLst/>
              <a:cxnLst/>
              <a:rect l="l" t="t" r="r" b="b"/>
              <a:pathLst>
                <a:path w="126" h="87" extrusionOk="0">
                  <a:moveTo>
                    <a:pt x="125" y="39"/>
                  </a:moveTo>
                  <a:cubicBezTo>
                    <a:pt x="125" y="38"/>
                    <a:pt x="125" y="38"/>
                    <a:pt x="125" y="38"/>
                  </a:cubicBezTo>
                  <a:cubicBezTo>
                    <a:pt x="126" y="27"/>
                    <a:pt x="122" y="21"/>
                    <a:pt x="115" y="16"/>
                  </a:cubicBezTo>
                  <a:cubicBezTo>
                    <a:pt x="109" y="9"/>
                    <a:pt x="100" y="5"/>
                    <a:pt x="91" y="3"/>
                  </a:cubicBezTo>
                  <a:cubicBezTo>
                    <a:pt x="90" y="2"/>
                    <a:pt x="90" y="2"/>
                    <a:pt x="89" y="2"/>
                  </a:cubicBezTo>
                  <a:cubicBezTo>
                    <a:pt x="80" y="0"/>
                    <a:pt x="72" y="0"/>
                    <a:pt x="63" y="1"/>
                  </a:cubicBezTo>
                  <a:cubicBezTo>
                    <a:pt x="54" y="0"/>
                    <a:pt x="45" y="0"/>
                    <a:pt x="37" y="2"/>
                  </a:cubicBezTo>
                  <a:cubicBezTo>
                    <a:pt x="36" y="2"/>
                    <a:pt x="35" y="2"/>
                    <a:pt x="35" y="3"/>
                  </a:cubicBezTo>
                  <a:cubicBezTo>
                    <a:pt x="26" y="5"/>
                    <a:pt x="17" y="9"/>
                    <a:pt x="11" y="16"/>
                  </a:cubicBezTo>
                  <a:cubicBezTo>
                    <a:pt x="4" y="21"/>
                    <a:pt x="0" y="27"/>
                    <a:pt x="0" y="38"/>
                  </a:cubicBezTo>
                  <a:cubicBezTo>
                    <a:pt x="0" y="39"/>
                    <a:pt x="0" y="39"/>
                    <a:pt x="0" y="39"/>
                  </a:cubicBezTo>
                  <a:cubicBezTo>
                    <a:pt x="0" y="44"/>
                    <a:pt x="1" y="49"/>
                    <a:pt x="3" y="53"/>
                  </a:cubicBezTo>
                  <a:cubicBezTo>
                    <a:pt x="13" y="74"/>
                    <a:pt x="40" y="87"/>
                    <a:pt x="62" y="85"/>
                  </a:cubicBezTo>
                  <a:cubicBezTo>
                    <a:pt x="63" y="85"/>
                    <a:pt x="63" y="85"/>
                    <a:pt x="63" y="85"/>
                  </a:cubicBezTo>
                  <a:cubicBezTo>
                    <a:pt x="63" y="85"/>
                    <a:pt x="63" y="85"/>
                    <a:pt x="63" y="85"/>
                  </a:cubicBezTo>
                  <a:cubicBezTo>
                    <a:pt x="85" y="87"/>
                    <a:pt x="113" y="74"/>
                    <a:pt x="122" y="53"/>
                  </a:cubicBezTo>
                  <a:cubicBezTo>
                    <a:pt x="124" y="49"/>
                    <a:pt x="126" y="44"/>
                    <a:pt x="125" y="39"/>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740;p42">
              <a:extLst>
                <a:ext uri="{FF2B5EF4-FFF2-40B4-BE49-F238E27FC236}">
                  <a16:creationId xmlns:a16="http://schemas.microsoft.com/office/drawing/2014/main" id="{0DF89468-850C-CE4D-A569-CEC06A6FB13B}"/>
                </a:ext>
              </a:extLst>
            </p:cNvPr>
            <p:cNvSpPr/>
            <p:nvPr/>
          </p:nvSpPr>
          <p:spPr>
            <a:xfrm>
              <a:off x="4177945" y="970841"/>
              <a:ext cx="653797" cy="874263"/>
            </a:xfrm>
            <a:custGeom>
              <a:avLst/>
              <a:gdLst/>
              <a:ahLst/>
              <a:cxnLst/>
              <a:rect l="l" t="t" r="r" b="b"/>
              <a:pathLst>
                <a:path w="229" h="305" extrusionOk="0">
                  <a:moveTo>
                    <a:pt x="194" y="44"/>
                  </a:moveTo>
                  <a:cubicBezTo>
                    <a:pt x="189" y="37"/>
                    <a:pt x="184" y="29"/>
                    <a:pt x="177" y="22"/>
                  </a:cubicBezTo>
                  <a:cubicBezTo>
                    <a:pt x="171" y="16"/>
                    <a:pt x="164" y="11"/>
                    <a:pt x="156" y="7"/>
                  </a:cubicBezTo>
                  <a:cubicBezTo>
                    <a:pt x="150" y="5"/>
                    <a:pt x="143" y="3"/>
                    <a:pt x="136" y="3"/>
                  </a:cubicBezTo>
                  <a:cubicBezTo>
                    <a:pt x="111" y="0"/>
                    <a:pt x="85" y="4"/>
                    <a:pt x="62" y="14"/>
                  </a:cubicBezTo>
                  <a:cubicBezTo>
                    <a:pt x="40" y="23"/>
                    <a:pt x="26" y="40"/>
                    <a:pt x="15" y="61"/>
                  </a:cubicBezTo>
                  <a:cubicBezTo>
                    <a:pt x="10" y="71"/>
                    <a:pt x="5" y="81"/>
                    <a:pt x="3" y="92"/>
                  </a:cubicBezTo>
                  <a:cubicBezTo>
                    <a:pt x="0" y="102"/>
                    <a:pt x="2" y="111"/>
                    <a:pt x="3" y="121"/>
                  </a:cubicBezTo>
                  <a:cubicBezTo>
                    <a:pt x="3" y="121"/>
                    <a:pt x="3" y="121"/>
                    <a:pt x="3" y="122"/>
                  </a:cubicBezTo>
                  <a:cubicBezTo>
                    <a:pt x="4" y="135"/>
                    <a:pt x="4" y="149"/>
                    <a:pt x="6" y="162"/>
                  </a:cubicBezTo>
                  <a:cubicBezTo>
                    <a:pt x="8" y="173"/>
                    <a:pt x="8" y="185"/>
                    <a:pt x="10" y="196"/>
                  </a:cubicBezTo>
                  <a:cubicBezTo>
                    <a:pt x="14" y="219"/>
                    <a:pt x="23" y="240"/>
                    <a:pt x="37" y="259"/>
                  </a:cubicBezTo>
                  <a:cubicBezTo>
                    <a:pt x="50" y="277"/>
                    <a:pt x="72" y="288"/>
                    <a:pt x="91" y="299"/>
                  </a:cubicBezTo>
                  <a:cubicBezTo>
                    <a:pt x="96" y="301"/>
                    <a:pt x="100" y="303"/>
                    <a:pt x="105" y="304"/>
                  </a:cubicBezTo>
                  <a:cubicBezTo>
                    <a:pt x="109" y="305"/>
                    <a:pt x="114" y="304"/>
                    <a:pt x="118" y="305"/>
                  </a:cubicBezTo>
                  <a:cubicBezTo>
                    <a:pt x="126" y="305"/>
                    <a:pt x="134" y="303"/>
                    <a:pt x="140" y="299"/>
                  </a:cubicBezTo>
                  <a:cubicBezTo>
                    <a:pt x="160" y="288"/>
                    <a:pt x="181" y="277"/>
                    <a:pt x="195" y="259"/>
                  </a:cubicBezTo>
                  <a:cubicBezTo>
                    <a:pt x="208" y="240"/>
                    <a:pt x="218" y="219"/>
                    <a:pt x="222" y="196"/>
                  </a:cubicBezTo>
                  <a:cubicBezTo>
                    <a:pt x="224" y="185"/>
                    <a:pt x="223" y="173"/>
                    <a:pt x="225" y="162"/>
                  </a:cubicBezTo>
                  <a:cubicBezTo>
                    <a:pt x="227" y="152"/>
                    <a:pt x="228" y="142"/>
                    <a:pt x="228" y="131"/>
                  </a:cubicBezTo>
                  <a:cubicBezTo>
                    <a:pt x="228" y="127"/>
                    <a:pt x="229" y="122"/>
                    <a:pt x="229" y="118"/>
                  </a:cubicBezTo>
                  <a:cubicBezTo>
                    <a:pt x="228" y="113"/>
                    <a:pt x="225" y="108"/>
                    <a:pt x="224" y="103"/>
                  </a:cubicBezTo>
                  <a:cubicBezTo>
                    <a:pt x="219" y="87"/>
                    <a:pt x="214" y="71"/>
                    <a:pt x="203" y="58"/>
                  </a:cubicBezTo>
                  <a:cubicBezTo>
                    <a:pt x="200" y="54"/>
                    <a:pt x="197" y="49"/>
                    <a:pt x="194" y="44"/>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741;p42">
              <a:extLst>
                <a:ext uri="{FF2B5EF4-FFF2-40B4-BE49-F238E27FC236}">
                  <a16:creationId xmlns:a16="http://schemas.microsoft.com/office/drawing/2014/main" id="{709DC2CB-0410-DEB4-9DE5-E6F396C53140}"/>
                </a:ext>
              </a:extLst>
            </p:cNvPr>
            <p:cNvSpPr/>
            <p:nvPr/>
          </p:nvSpPr>
          <p:spPr>
            <a:xfrm>
              <a:off x="4132331" y="940432"/>
              <a:ext cx="760228" cy="456135"/>
            </a:xfrm>
            <a:custGeom>
              <a:avLst/>
              <a:gdLst/>
              <a:ahLst/>
              <a:cxnLst/>
              <a:rect l="l" t="t" r="r" b="b"/>
              <a:pathLst>
                <a:path w="264" h="159" extrusionOk="0">
                  <a:moveTo>
                    <a:pt x="264" y="152"/>
                  </a:moveTo>
                  <a:cubicBezTo>
                    <a:pt x="263" y="156"/>
                    <a:pt x="254" y="159"/>
                    <a:pt x="251" y="155"/>
                  </a:cubicBezTo>
                  <a:cubicBezTo>
                    <a:pt x="240" y="138"/>
                    <a:pt x="229" y="122"/>
                    <a:pt x="222" y="103"/>
                  </a:cubicBezTo>
                  <a:cubicBezTo>
                    <a:pt x="219" y="95"/>
                    <a:pt x="216" y="86"/>
                    <a:pt x="213" y="78"/>
                  </a:cubicBezTo>
                  <a:cubicBezTo>
                    <a:pt x="194" y="38"/>
                    <a:pt x="148" y="13"/>
                    <a:pt x="105" y="30"/>
                  </a:cubicBezTo>
                  <a:cubicBezTo>
                    <a:pt x="98" y="33"/>
                    <a:pt x="92" y="36"/>
                    <a:pt x="86" y="40"/>
                  </a:cubicBezTo>
                  <a:cubicBezTo>
                    <a:pt x="80" y="43"/>
                    <a:pt x="73" y="46"/>
                    <a:pt x="68" y="50"/>
                  </a:cubicBezTo>
                  <a:cubicBezTo>
                    <a:pt x="57" y="60"/>
                    <a:pt x="49" y="73"/>
                    <a:pt x="41" y="86"/>
                  </a:cubicBezTo>
                  <a:cubicBezTo>
                    <a:pt x="32" y="100"/>
                    <a:pt x="21" y="116"/>
                    <a:pt x="17" y="132"/>
                  </a:cubicBezTo>
                  <a:cubicBezTo>
                    <a:pt x="16" y="139"/>
                    <a:pt x="15" y="145"/>
                    <a:pt x="16" y="152"/>
                  </a:cubicBezTo>
                  <a:cubicBezTo>
                    <a:pt x="16" y="156"/>
                    <a:pt x="8" y="153"/>
                    <a:pt x="7" y="152"/>
                  </a:cubicBezTo>
                  <a:cubicBezTo>
                    <a:pt x="2" y="148"/>
                    <a:pt x="1" y="142"/>
                    <a:pt x="1" y="136"/>
                  </a:cubicBezTo>
                  <a:cubicBezTo>
                    <a:pt x="0" y="114"/>
                    <a:pt x="4" y="92"/>
                    <a:pt x="13" y="72"/>
                  </a:cubicBezTo>
                  <a:cubicBezTo>
                    <a:pt x="13" y="71"/>
                    <a:pt x="13" y="70"/>
                    <a:pt x="14" y="70"/>
                  </a:cubicBezTo>
                  <a:cubicBezTo>
                    <a:pt x="26" y="42"/>
                    <a:pt x="48" y="18"/>
                    <a:pt x="78" y="8"/>
                  </a:cubicBezTo>
                  <a:cubicBezTo>
                    <a:pt x="95" y="2"/>
                    <a:pt x="114" y="1"/>
                    <a:pt x="132" y="1"/>
                  </a:cubicBezTo>
                  <a:cubicBezTo>
                    <a:pt x="151" y="0"/>
                    <a:pt x="173" y="0"/>
                    <a:pt x="189" y="10"/>
                  </a:cubicBezTo>
                  <a:cubicBezTo>
                    <a:pt x="198" y="16"/>
                    <a:pt x="204" y="24"/>
                    <a:pt x="211" y="32"/>
                  </a:cubicBezTo>
                  <a:cubicBezTo>
                    <a:pt x="223" y="49"/>
                    <a:pt x="235" y="66"/>
                    <a:pt x="244" y="85"/>
                  </a:cubicBezTo>
                  <a:cubicBezTo>
                    <a:pt x="253" y="104"/>
                    <a:pt x="258" y="124"/>
                    <a:pt x="263" y="145"/>
                  </a:cubicBezTo>
                  <a:cubicBezTo>
                    <a:pt x="264" y="147"/>
                    <a:pt x="264" y="150"/>
                    <a:pt x="264" y="152"/>
                  </a:cubicBezTo>
                  <a:close/>
                </a:path>
              </a:pathLst>
            </a:custGeom>
            <a:solidFill>
              <a:srgbClr val="471F0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742;p42">
              <a:extLst>
                <a:ext uri="{FF2B5EF4-FFF2-40B4-BE49-F238E27FC236}">
                  <a16:creationId xmlns:a16="http://schemas.microsoft.com/office/drawing/2014/main" id="{96FF7172-AE6D-4F28-F63D-7528A5D79F77}"/>
                </a:ext>
              </a:extLst>
            </p:cNvPr>
            <p:cNvSpPr/>
            <p:nvPr/>
          </p:nvSpPr>
          <p:spPr>
            <a:xfrm>
              <a:off x="4763319" y="1343354"/>
              <a:ext cx="144446" cy="205264"/>
            </a:xfrm>
            <a:custGeom>
              <a:avLst/>
              <a:gdLst/>
              <a:ahLst/>
              <a:cxnLst/>
              <a:rect l="l" t="t" r="r" b="b"/>
              <a:pathLst>
                <a:path w="49" h="72" extrusionOk="0">
                  <a:moveTo>
                    <a:pt x="2" y="66"/>
                  </a:moveTo>
                  <a:cubicBezTo>
                    <a:pt x="0" y="59"/>
                    <a:pt x="1" y="53"/>
                    <a:pt x="3" y="47"/>
                  </a:cubicBezTo>
                  <a:cubicBezTo>
                    <a:pt x="4" y="41"/>
                    <a:pt x="7" y="37"/>
                    <a:pt x="8" y="32"/>
                  </a:cubicBezTo>
                  <a:cubicBezTo>
                    <a:pt x="10" y="22"/>
                    <a:pt x="12" y="10"/>
                    <a:pt x="21" y="4"/>
                  </a:cubicBezTo>
                  <a:cubicBezTo>
                    <a:pt x="26" y="1"/>
                    <a:pt x="31" y="0"/>
                    <a:pt x="36" y="2"/>
                  </a:cubicBezTo>
                  <a:cubicBezTo>
                    <a:pt x="40" y="4"/>
                    <a:pt x="43" y="8"/>
                    <a:pt x="44" y="12"/>
                  </a:cubicBezTo>
                  <a:cubicBezTo>
                    <a:pt x="49" y="24"/>
                    <a:pt x="48" y="37"/>
                    <a:pt x="42" y="48"/>
                  </a:cubicBezTo>
                  <a:cubicBezTo>
                    <a:pt x="35" y="59"/>
                    <a:pt x="25" y="67"/>
                    <a:pt x="13" y="71"/>
                  </a:cubicBezTo>
                  <a:cubicBezTo>
                    <a:pt x="10" y="72"/>
                    <a:pt x="7" y="72"/>
                    <a:pt x="4" y="70"/>
                  </a:cubicBezTo>
                  <a:cubicBezTo>
                    <a:pt x="3" y="69"/>
                    <a:pt x="2" y="67"/>
                    <a:pt x="2" y="66"/>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743;p42">
              <a:extLst>
                <a:ext uri="{FF2B5EF4-FFF2-40B4-BE49-F238E27FC236}">
                  <a16:creationId xmlns:a16="http://schemas.microsoft.com/office/drawing/2014/main" id="{62828319-EF2F-6583-84FB-352082FA30A5}"/>
                </a:ext>
              </a:extLst>
            </p:cNvPr>
            <p:cNvSpPr/>
            <p:nvPr/>
          </p:nvSpPr>
          <p:spPr>
            <a:xfrm>
              <a:off x="4101922" y="1343354"/>
              <a:ext cx="144446" cy="205264"/>
            </a:xfrm>
            <a:custGeom>
              <a:avLst/>
              <a:gdLst/>
              <a:ahLst/>
              <a:cxnLst/>
              <a:rect l="l" t="t" r="r" b="b"/>
              <a:pathLst>
                <a:path w="49" h="72" extrusionOk="0">
                  <a:moveTo>
                    <a:pt x="48" y="66"/>
                  </a:moveTo>
                  <a:cubicBezTo>
                    <a:pt x="49" y="59"/>
                    <a:pt x="49" y="53"/>
                    <a:pt x="47" y="47"/>
                  </a:cubicBezTo>
                  <a:cubicBezTo>
                    <a:pt x="46" y="41"/>
                    <a:pt x="43" y="37"/>
                    <a:pt x="42" y="32"/>
                  </a:cubicBezTo>
                  <a:cubicBezTo>
                    <a:pt x="40" y="22"/>
                    <a:pt x="37" y="10"/>
                    <a:pt x="28" y="4"/>
                  </a:cubicBezTo>
                  <a:cubicBezTo>
                    <a:pt x="24" y="1"/>
                    <a:pt x="18" y="0"/>
                    <a:pt x="14" y="2"/>
                  </a:cubicBezTo>
                  <a:cubicBezTo>
                    <a:pt x="10" y="4"/>
                    <a:pt x="7" y="8"/>
                    <a:pt x="5" y="12"/>
                  </a:cubicBezTo>
                  <a:cubicBezTo>
                    <a:pt x="0" y="24"/>
                    <a:pt x="2" y="37"/>
                    <a:pt x="8" y="48"/>
                  </a:cubicBezTo>
                  <a:cubicBezTo>
                    <a:pt x="14" y="59"/>
                    <a:pt x="25" y="67"/>
                    <a:pt x="37" y="71"/>
                  </a:cubicBezTo>
                  <a:cubicBezTo>
                    <a:pt x="40" y="72"/>
                    <a:pt x="43" y="72"/>
                    <a:pt x="45" y="70"/>
                  </a:cubicBezTo>
                  <a:cubicBezTo>
                    <a:pt x="47" y="69"/>
                    <a:pt x="47" y="67"/>
                    <a:pt x="48" y="66"/>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 name="Google Shape;744;p42">
              <a:extLst>
                <a:ext uri="{FF2B5EF4-FFF2-40B4-BE49-F238E27FC236}">
                  <a16:creationId xmlns:a16="http://schemas.microsoft.com/office/drawing/2014/main" id="{5976080B-36C0-B31F-51A1-47297E244CA5}"/>
                </a:ext>
              </a:extLst>
            </p:cNvPr>
            <p:cNvSpPr/>
            <p:nvPr/>
          </p:nvSpPr>
          <p:spPr>
            <a:xfrm>
              <a:off x="4231159" y="1267331"/>
              <a:ext cx="190059" cy="53218"/>
            </a:xfrm>
            <a:custGeom>
              <a:avLst/>
              <a:gdLst/>
              <a:ahLst/>
              <a:cxnLst/>
              <a:rect l="l" t="t" r="r" b="b"/>
              <a:pathLst>
                <a:path w="65" h="18" extrusionOk="0">
                  <a:moveTo>
                    <a:pt x="65" y="9"/>
                  </a:moveTo>
                  <a:cubicBezTo>
                    <a:pt x="64" y="5"/>
                    <a:pt x="59" y="4"/>
                    <a:pt x="55" y="3"/>
                  </a:cubicBezTo>
                  <a:cubicBezTo>
                    <a:pt x="49" y="1"/>
                    <a:pt x="43" y="0"/>
                    <a:pt x="36" y="1"/>
                  </a:cubicBezTo>
                  <a:cubicBezTo>
                    <a:pt x="28" y="1"/>
                    <a:pt x="21" y="4"/>
                    <a:pt x="14" y="6"/>
                  </a:cubicBezTo>
                  <a:cubicBezTo>
                    <a:pt x="13" y="7"/>
                    <a:pt x="12" y="7"/>
                    <a:pt x="11" y="8"/>
                  </a:cubicBezTo>
                  <a:cubicBezTo>
                    <a:pt x="10" y="8"/>
                    <a:pt x="9" y="8"/>
                    <a:pt x="9" y="9"/>
                  </a:cubicBezTo>
                  <a:cubicBezTo>
                    <a:pt x="6" y="10"/>
                    <a:pt x="2" y="12"/>
                    <a:pt x="1" y="15"/>
                  </a:cubicBezTo>
                  <a:cubicBezTo>
                    <a:pt x="0" y="18"/>
                    <a:pt x="2" y="16"/>
                    <a:pt x="4" y="16"/>
                  </a:cubicBezTo>
                  <a:cubicBezTo>
                    <a:pt x="8" y="14"/>
                    <a:pt x="11" y="13"/>
                    <a:pt x="15" y="12"/>
                  </a:cubicBezTo>
                  <a:cubicBezTo>
                    <a:pt x="19" y="11"/>
                    <a:pt x="23" y="10"/>
                    <a:pt x="27" y="9"/>
                  </a:cubicBezTo>
                  <a:cubicBezTo>
                    <a:pt x="34" y="8"/>
                    <a:pt x="41" y="10"/>
                    <a:pt x="48" y="12"/>
                  </a:cubicBezTo>
                  <a:cubicBezTo>
                    <a:pt x="51" y="13"/>
                    <a:pt x="62" y="17"/>
                    <a:pt x="64" y="14"/>
                  </a:cubicBezTo>
                  <a:cubicBezTo>
                    <a:pt x="65" y="13"/>
                    <a:pt x="65" y="13"/>
                    <a:pt x="65" y="12"/>
                  </a:cubicBezTo>
                  <a:cubicBezTo>
                    <a:pt x="65" y="11"/>
                    <a:pt x="65" y="10"/>
                    <a:pt x="65" y="9"/>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 name="Google Shape;745;p42">
              <a:extLst>
                <a:ext uri="{FF2B5EF4-FFF2-40B4-BE49-F238E27FC236}">
                  <a16:creationId xmlns:a16="http://schemas.microsoft.com/office/drawing/2014/main" id="{FCF8FDBD-B05A-B407-81DE-40A97E3D2B4C}"/>
                </a:ext>
              </a:extLst>
            </p:cNvPr>
            <p:cNvSpPr/>
            <p:nvPr/>
          </p:nvSpPr>
          <p:spPr>
            <a:xfrm>
              <a:off x="4588468" y="1267331"/>
              <a:ext cx="190059" cy="53218"/>
            </a:xfrm>
            <a:custGeom>
              <a:avLst/>
              <a:gdLst/>
              <a:ahLst/>
              <a:cxnLst/>
              <a:rect l="l" t="t" r="r" b="b"/>
              <a:pathLst>
                <a:path w="65" h="18" extrusionOk="0">
                  <a:moveTo>
                    <a:pt x="0" y="9"/>
                  </a:moveTo>
                  <a:cubicBezTo>
                    <a:pt x="1" y="5"/>
                    <a:pt x="6" y="4"/>
                    <a:pt x="10" y="3"/>
                  </a:cubicBezTo>
                  <a:cubicBezTo>
                    <a:pt x="16" y="1"/>
                    <a:pt x="22" y="0"/>
                    <a:pt x="29" y="1"/>
                  </a:cubicBezTo>
                  <a:cubicBezTo>
                    <a:pt x="36" y="1"/>
                    <a:pt x="43" y="4"/>
                    <a:pt x="51" y="6"/>
                  </a:cubicBezTo>
                  <a:cubicBezTo>
                    <a:pt x="52" y="7"/>
                    <a:pt x="53" y="7"/>
                    <a:pt x="54" y="8"/>
                  </a:cubicBezTo>
                  <a:cubicBezTo>
                    <a:pt x="55" y="8"/>
                    <a:pt x="56" y="8"/>
                    <a:pt x="56" y="9"/>
                  </a:cubicBezTo>
                  <a:cubicBezTo>
                    <a:pt x="59" y="10"/>
                    <a:pt x="63" y="12"/>
                    <a:pt x="64" y="15"/>
                  </a:cubicBezTo>
                  <a:cubicBezTo>
                    <a:pt x="65" y="18"/>
                    <a:pt x="63" y="16"/>
                    <a:pt x="61" y="16"/>
                  </a:cubicBezTo>
                  <a:cubicBezTo>
                    <a:pt x="57" y="14"/>
                    <a:pt x="54" y="13"/>
                    <a:pt x="50" y="12"/>
                  </a:cubicBezTo>
                  <a:cubicBezTo>
                    <a:pt x="46" y="11"/>
                    <a:pt x="42" y="10"/>
                    <a:pt x="38" y="9"/>
                  </a:cubicBezTo>
                  <a:cubicBezTo>
                    <a:pt x="31" y="8"/>
                    <a:pt x="24" y="10"/>
                    <a:pt x="17" y="12"/>
                  </a:cubicBezTo>
                  <a:cubicBezTo>
                    <a:pt x="14" y="13"/>
                    <a:pt x="3" y="17"/>
                    <a:pt x="1" y="14"/>
                  </a:cubicBezTo>
                  <a:cubicBezTo>
                    <a:pt x="0" y="13"/>
                    <a:pt x="0" y="13"/>
                    <a:pt x="0" y="12"/>
                  </a:cubicBezTo>
                  <a:cubicBezTo>
                    <a:pt x="0" y="11"/>
                    <a:pt x="0" y="10"/>
                    <a:pt x="0" y="9"/>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746;p42">
              <a:extLst>
                <a:ext uri="{FF2B5EF4-FFF2-40B4-BE49-F238E27FC236}">
                  <a16:creationId xmlns:a16="http://schemas.microsoft.com/office/drawing/2014/main" id="{5DDBC198-A56E-A3E2-670A-06A17C912ADE}"/>
                </a:ext>
              </a:extLst>
            </p:cNvPr>
            <p:cNvSpPr/>
            <p:nvPr/>
          </p:nvSpPr>
          <p:spPr>
            <a:xfrm>
              <a:off x="4307181" y="1343354"/>
              <a:ext cx="60818" cy="83627"/>
            </a:xfrm>
            <a:custGeom>
              <a:avLst/>
              <a:gdLst/>
              <a:ahLst/>
              <a:cxnLst/>
              <a:rect l="l" t="t" r="r" b="b"/>
              <a:pathLst>
                <a:path w="22" h="28" extrusionOk="0">
                  <a:moveTo>
                    <a:pt x="17" y="3"/>
                  </a:moveTo>
                  <a:cubicBezTo>
                    <a:pt x="13" y="0"/>
                    <a:pt x="6" y="1"/>
                    <a:pt x="3" y="6"/>
                  </a:cubicBezTo>
                  <a:cubicBezTo>
                    <a:pt x="0" y="13"/>
                    <a:pt x="1" y="23"/>
                    <a:pt x="6" y="27"/>
                  </a:cubicBezTo>
                  <a:cubicBezTo>
                    <a:pt x="9" y="28"/>
                    <a:pt x="13" y="28"/>
                    <a:pt x="16" y="27"/>
                  </a:cubicBezTo>
                  <a:cubicBezTo>
                    <a:pt x="16" y="27"/>
                    <a:pt x="16" y="27"/>
                    <a:pt x="16" y="27"/>
                  </a:cubicBezTo>
                  <a:cubicBezTo>
                    <a:pt x="18" y="26"/>
                    <a:pt x="19" y="24"/>
                    <a:pt x="20" y="21"/>
                  </a:cubicBezTo>
                  <a:cubicBezTo>
                    <a:pt x="21" y="15"/>
                    <a:pt x="22" y="7"/>
                    <a:pt x="17" y="3"/>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747;p42">
              <a:extLst>
                <a:ext uri="{FF2B5EF4-FFF2-40B4-BE49-F238E27FC236}">
                  <a16:creationId xmlns:a16="http://schemas.microsoft.com/office/drawing/2014/main" id="{83E6E303-EAC4-7115-6F03-9AE585F864D5}"/>
                </a:ext>
              </a:extLst>
            </p:cNvPr>
            <p:cNvSpPr/>
            <p:nvPr/>
          </p:nvSpPr>
          <p:spPr>
            <a:xfrm>
              <a:off x="4634082" y="1343354"/>
              <a:ext cx="60818" cy="83627"/>
            </a:xfrm>
            <a:custGeom>
              <a:avLst/>
              <a:gdLst/>
              <a:ahLst/>
              <a:cxnLst/>
              <a:rect l="l" t="t" r="r" b="b"/>
              <a:pathLst>
                <a:path w="21" h="28" extrusionOk="0">
                  <a:moveTo>
                    <a:pt x="16" y="3"/>
                  </a:moveTo>
                  <a:cubicBezTo>
                    <a:pt x="12" y="0"/>
                    <a:pt x="5" y="1"/>
                    <a:pt x="3" y="6"/>
                  </a:cubicBezTo>
                  <a:cubicBezTo>
                    <a:pt x="0" y="13"/>
                    <a:pt x="1" y="23"/>
                    <a:pt x="6" y="27"/>
                  </a:cubicBezTo>
                  <a:cubicBezTo>
                    <a:pt x="9" y="28"/>
                    <a:pt x="13" y="28"/>
                    <a:pt x="15" y="27"/>
                  </a:cubicBezTo>
                  <a:cubicBezTo>
                    <a:pt x="15" y="27"/>
                    <a:pt x="15" y="27"/>
                    <a:pt x="15" y="27"/>
                  </a:cubicBezTo>
                  <a:cubicBezTo>
                    <a:pt x="17" y="26"/>
                    <a:pt x="19" y="24"/>
                    <a:pt x="20" y="21"/>
                  </a:cubicBezTo>
                  <a:cubicBezTo>
                    <a:pt x="21" y="15"/>
                    <a:pt x="21" y="7"/>
                    <a:pt x="16" y="3"/>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748;p42">
              <a:extLst>
                <a:ext uri="{FF2B5EF4-FFF2-40B4-BE49-F238E27FC236}">
                  <a16:creationId xmlns:a16="http://schemas.microsoft.com/office/drawing/2014/main" id="{C7B65B04-DAE9-EAEA-83A2-74659252362D}"/>
                </a:ext>
              </a:extLst>
            </p:cNvPr>
            <p:cNvSpPr/>
            <p:nvPr/>
          </p:nvSpPr>
          <p:spPr>
            <a:xfrm>
              <a:off x="4451627" y="1556217"/>
              <a:ext cx="45614" cy="22809"/>
            </a:xfrm>
            <a:custGeom>
              <a:avLst/>
              <a:gdLst/>
              <a:ahLst/>
              <a:cxnLst/>
              <a:rect l="l" t="t" r="r" b="b"/>
              <a:pathLst>
                <a:path w="14" h="8" extrusionOk="0">
                  <a:moveTo>
                    <a:pt x="13" y="6"/>
                  </a:moveTo>
                  <a:cubicBezTo>
                    <a:pt x="11" y="4"/>
                    <a:pt x="7" y="2"/>
                    <a:pt x="4" y="1"/>
                  </a:cubicBezTo>
                  <a:cubicBezTo>
                    <a:pt x="3" y="0"/>
                    <a:pt x="2" y="0"/>
                    <a:pt x="1" y="1"/>
                  </a:cubicBezTo>
                  <a:cubicBezTo>
                    <a:pt x="1" y="1"/>
                    <a:pt x="0" y="1"/>
                    <a:pt x="0" y="1"/>
                  </a:cubicBezTo>
                  <a:cubicBezTo>
                    <a:pt x="1" y="2"/>
                    <a:pt x="1" y="2"/>
                    <a:pt x="1" y="2"/>
                  </a:cubicBezTo>
                  <a:cubicBezTo>
                    <a:pt x="2" y="3"/>
                    <a:pt x="4" y="4"/>
                    <a:pt x="6" y="4"/>
                  </a:cubicBezTo>
                  <a:cubicBezTo>
                    <a:pt x="7" y="5"/>
                    <a:pt x="8" y="6"/>
                    <a:pt x="10" y="7"/>
                  </a:cubicBezTo>
                  <a:cubicBezTo>
                    <a:pt x="11" y="8"/>
                    <a:pt x="12" y="8"/>
                    <a:pt x="13" y="8"/>
                  </a:cubicBezTo>
                  <a:cubicBezTo>
                    <a:pt x="13" y="8"/>
                    <a:pt x="14" y="7"/>
                    <a:pt x="13" y="6"/>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749;p42">
              <a:extLst>
                <a:ext uri="{FF2B5EF4-FFF2-40B4-BE49-F238E27FC236}">
                  <a16:creationId xmlns:a16="http://schemas.microsoft.com/office/drawing/2014/main" id="{C53F411A-4F91-D3AE-149E-898B13C56E76}"/>
                </a:ext>
              </a:extLst>
            </p:cNvPr>
            <p:cNvSpPr/>
            <p:nvPr/>
          </p:nvSpPr>
          <p:spPr>
            <a:xfrm>
              <a:off x="4512446" y="1556217"/>
              <a:ext cx="45614" cy="22809"/>
            </a:xfrm>
            <a:custGeom>
              <a:avLst/>
              <a:gdLst/>
              <a:ahLst/>
              <a:cxnLst/>
              <a:rect l="l" t="t" r="r" b="b"/>
              <a:pathLst>
                <a:path w="16" h="7" extrusionOk="0">
                  <a:moveTo>
                    <a:pt x="14" y="0"/>
                  </a:moveTo>
                  <a:cubicBezTo>
                    <a:pt x="11" y="0"/>
                    <a:pt x="9" y="1"/>
                    <a:pt x="7" y="2"/>
                  </a:cubicBezTo>
                  <a:cubicBezTo>
                    <a:pt x="5" y="3"/>
                    <a:pt x="3" y="4"/>
                    <a:pt x="1" y="5"/>
                  </a:cubicBezTo>
                  <a:cubicBezTo>
                    <a:pt x="1" y="5"/>
                    <a:pt x="0" y="5"/>
                    <a:pt x="0" y="6"/>
                  </a:cubicBezTo>
                  <a:cubicBezTo>
                    <a:pt x="1" y="7"/>
                    <a:pt x="1" y="7"/>
                    <a:pt x="1" y="7"/>
                  </a:cubicBezTo>
                  <a:cubicBezTo>
                    <a:pt x="2" y="7"/>
                    <a:pt x="3" y="7"/>
                    <a:pt x="4" y="7"/>
                  </a:cubicBezTo>
                  <a:cubicBezTo>
                    <a:pt x="6" y="6"/>
                    <a:pt x="7" y="5"/>
                    <a:pt x="9" y="4"/>
                  </a:cubicBezTo>
                  <a:cubicBezTo>
                    <a:pt x="10" y="3"/>
                    <a:pt x="11" y="3"/>
                    <a:pt x="11" y="3"/>
                  </a:cubicBezTo>
                  <a:cubicBezTo>
                    <a:pt x="12" y="3"/>
                    <a:pt x="12" y="3"/>
                    <a:pt x="12" y="3"/>
                  </a:cubicBezTo>
                  <a:cubicBezTo>
                    <a:pt x="13" y="3"/>
                    <a:pt x="13" y="3"/>
                    <a:pt x="13" y="3"/>
                  </a:cubicBezTo>
                  <a:cubicBezTo>
                    <a:pt x="13" y="2"/>
                    <a:pt x="13" y="2"/>
                    <a:pt x="13" y="2"/>
                  </a:cubicBezTo>
                  <a:cubicBezTo>
                    <a:pt x="13" y="2"/>
                    <a:pt x="13" y="2"/>
                    <a:pt x="13" y="2"/>
                  </a:cubicBezTo>
                  <a:cubicBezTo>
                    <a:pt x="13" y="2"/>
                    <a:pt x="13" y="2"/>
                    <a:pt x="13" y="2"/>
                  </a:cubicBezTo>
                  <a:cubicBezTo>
                    <a:pt x="13" y="2"/>
                    <a:pt x="14" y="2"/>
                    <a:pt x="14" y="2"/>
                  </a:cubicBezTo>
                  <a:cubicBezTo>
                    <a:pt x="14" y="2"/>
                    <a:pt x="16" y="2"/>
                    <a:pt x="16" y="1"/>
                  </a:cubicBezTo>
                  <a:cubicBezTo>
                    <a:pt x="16" y="0"/>
                    <a:pt x="14" y="0"/>
                    <a:pt x="14" y="0"/>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750;p42">
              <a:extLst>
                <a:ext uri="{FF2B5EF4-FFF2-40B4-BE49-F238E27FC236}">
                  <a16:creationId xmlns:a16="http://schemas.microsoft.com/office/drawing/2014/main" id="{014DF8EB-3CA7-4BC4-E0E5-05890BD16337}"/>
                </a:ext>
              </a:extLst>
            </p:cNvPr>
            <p:cNvSpPr/>
            <p:nvPr/>
          </p:nvSpPr>
          <p:spPr>
            <a:xfrm>
              <a:off x="4459227" y="1320545"/>
              <a:ext cx="45614" cy="182454"/>
            </a:xfrm>
            <a:custGeom>
              <a:avLst/>
              <a:gdLst/>
              <a:ahLst/>
              <a:cxnLst/>
              <a:rect l="l" t="t" r="r" b="b"/>
              <a:pathLst>
                <a:path w="16" h="65" extrusionOk="0">
                  <a:moveTo>
                    <a:pt x="5" y="1"/>
                  </a:moveTo>
                  <a:cubicBezTo>
                    <a:pt x="3" y="0"/>
                    <a:pt x="0" y="1"/>
                    <a:pt x="2" y="3"/>
                  </a:cubicBezTo>
                  <a:cubicBezTo>
                    <a:pt x="10" y="8"/>
                    <a:pt x="11" y="20"/>
                    <a:pt x="10" y="29"/>
                  </a:cubicBezTo>
                  <a:cubicBezTo>
                    <a:pt x="10" y="35"/>
                    <a:pt x="9" y="41"/>
                    <a:pt x="8" y="46"/>
                  </a:cubicBezTo>
                  <a:cubicBezTo>
                    <a:pt x="7" y="52"/>
                    <a:pt x="7" y="58"/>
                    <a:pt x="6" y="64"/>
                  </a:cubicBezTo>
                  <a:cubicBezTo>
                    <a:pt x="6" y="65"/>
                    <a:pt x="10" y="65"/>
                    <a:pt x="10" y="64"/>
                  </a:cubicBezTo>
                  <a:cubicBezTo>
                    <a:pt x="11" y="58"/>
                    <a:pt x="12" y="52"/>
                    <a:pt x="13" y="45"/>
                  </a:cubicBezTo>
                  <a:cubicBezTo>
                    <a:pt x="13" y="40"/>
                    <a:pt x="14" y="34"/>
                    <a:pt x="15" y="28"/>
                  </a:cubicBezTo>
                  <a:cubicBezTo>
                    <a:pt x="16" y="18"/>
                    <a:pt x="14" y="7"/>
                    <a:pt x="5" y="1"/>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751;p42">
              <a:extLst>
                <a:ext uri="{FF2B5EF4-FFF2-40B4-BE49-F238E27FC236}">
                  <a16:creationId xmlns:a16="http://schemas.microsoft.com/office/drawing/2014/main" id="{284D042A-23C7-27A2-3EE2-852E07E4C993}"/>
                </a:ext>
              </a:extLst>
            </p:cNvPr>
            <p:cNvSpPr/>
            <p:nvPr/>
          </p:nvSpPr>
          <p:spPr>
            <a:xfrm>
              <a:off x="4406014" y="1624635"/>
              <a:ext cx="197659" cy="53218"/>
            </a:xfrm>
            <a:custGeom>
              <a:avLst/>
              <a:gdLst/>
              <a:ahLst/>
              <a:cxnLst/>
              <a:rect l="l" t="t" r="r" b="b"/>
              <a:pathLst>
                <a:path w="68" h="18" extrusionOk="0">
                  <a:moveTo>
                    <a:pt x="67" y="0"/>
                  </a:moveTo>
                  <a:cubicBezTo>
                    <a:pt x="66" y="0"/>
                    <a:pt x="65" y="0"/>
                    <a:pt x="64" y="1"/>
                  </a:cubicBezTo>
                  <a:cubicBezTo>
                    <a:pt x="51" y="12"/>
                    <a:pt x="32" y="17"/>
                    <a:pt x="16" y="9"/>
                  </a:cubicBezTo>
                  <a:cubicBezTo>
                    <a:pt x="12" y="7"/>
                    <a:pt x="8" y="4"/>
                    <a:pt x="5" y="1"/>
                  </a:cubicBezTo>
                  <a:cubicBezTo>
                    <a:pt x="4" y="0"/>
                    <a:pt x="0" y="0"/>
                    <a:pt x="1" y="2"/>
                  </a:cubicBezTo>
                  <a:cubicBezTo>
                    <a:pt x="15" y="16"/>
                    <a:pt x="36" y="18"/>
                    <a:pt x="54" y="10"/>
                  </a:cubicBezTo>
                  <a:cubicBezTo>
                    <a:pt x="59" y="8"/>
                    <a:pt x="63" y="5"/>
                    <a:pt x="67" y="2"/>
                  </a:cubicBezTo>
                  <a:cubicBezTo>
                    <a:pt x="68" y="1"/>
                    <a:pt x="67" y="0"/>
                    <a:pt x="67" y="0"/>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752;p42">
              <a:extLst>
                <a:ext uri="{FF2B5EF4-FFF2-40B4-BE49-F238E27FC236}">
                  <a16:creationId xmlns:a16="http://schemas.microsoft.com/office/drawing/2014/main" id="{587EF7EB-576A-4877-D602-3F7AC4ACC996}"/>
                </a:ext>
              </a:extLst>
            </p:cNvPr>
            <p:cNvSpPr/>
            <p:nvPr/>
          </p:nvSpPr>
          <p:spPr>
            <a:xfrm>
              <a:off x="4512446" y="970841"/>
              <a:ext cx="395319" cy="387717"/>
            </a:xfrm>
            <a:custGeom>
              <a:avLst/>
              <a:gdLst/>
              <a:ahLst/>
              <a:cxnLst/>
              <a:rect l="l" t="t" r="r" b="b"/>
              <a:pathLst>
                <a:path w="138" h="135" extrusionOk="0">
                  <a:moveTo>
                    <a:pt x="137" y="133"/>
                  </a:moveTo>
                  <a:cubicBezTo>
                    <a:pt x="111" y="121"/>
                    <a:pt x="101" y="91"/>
                    <a:pt x="92" y="66"/>
                  </a:cubicBezTo>
                  <a:cubicBezTo>
                    <a:pt x="87" y="52"/>
                    <a:pt x="82" y="39"/>
                    <a:pt x="74" y="27"/>
                  </a:cubicBezTo>
                  <a:cubicBezTo>
                    <a:pt x="66" y="16"/>
                    <a:pt x="56" y="7"/>
                    <a:pt x="43" y="3"/>
                  </a:cubicBezTo>
                  <a:cubicBezTo>
                    <a:pt x="36" y="1"/>
                    <a:pt x="29" y="0"/>
                    <a:pt x="22" y="1"/>
                  </a:cubicBezTo>
                  <a:cubicBezTo>
                    <a:pt x="14" y="2"/>
                    <a:pt x="7" y="6"/>
                    <a:pt x="1" y="11"/>
                  </a:cubicBezTo>
                  <a:cubicBezTo>
                    <a:pt x="0" y="11"/>
                    <a:pt x="1" y="12"/>
                    <a:pt x="1" y="12"/>
                  </a:cubicBezTo>
                  <a:cubicBezTo>
                    <a:pt x="2" y="12"/>
                    <a:pt x="3" y="12"/>
                    <a:pt x="4" y="12"/>
                  </a:cubicBezTo>
                  <a:cubicBezTo>
                    <a:pt x="9" y="8"/>
                    <a:pt x="16" y="4"/>
                    <a:pt x="22" y="3"/>
                  </a:cubicBezTo>
                  <a:cubicBezTo>
                    <a:pt x="28" y="2"/>
                    <a:pt x="35" y="3"/>
                    <a:pt x="41" y="5"/>
                  </a:cubicBezTo>
                  <a:cubicBezTo>
                    <a:pt x="53" y="9"/>
                    <a:pt x="63" y="18"/>
                    <a:pt x="71" y="29"/>
                  </a:cubicBezTo>
                  <a:cubicBezTo>
                    <a:pt x="87" y="52"/>
                    <a:pt x="91" y="81"/>
                    <a:pt x="105" y="105"/>
                  </a:cubicBezTo>
                  <a:cubicBezTo>
                    <a:pt x="112" y="117"/>
                    <a:pt x="121" y="128"/>
                    <a:pt x="134" y="134"/>
                  </a:cubicBezTo>
                  <a:cubicBezTo>
                    <a:pt x="135" y="135"/>
                    <a:pt x="136" y="135"/>
                    <a:pt x="137" y="134"/>
                  </a:cubicBezTo>
                  <a:cubicBezTo>
                    <a:pt x="138" y="134"/>
                    <a:pt x="138" y="133"/>
                    <a:pt x="137" y="133"/>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753;p42">
              <a:extLst>
                <a:ext uri="{FF2B5EF4-FFF2-40B4-BE49-F238E27FC236}">
                  <a16:creationId xmlns:a16="http://schemas.microsoft.com/office/drawing/2014/main" id="{56BBE3AB-9F50-F7F9-1394-3C18E66E9A43}"/>
                </a:ext>
              </a:extLst>
            </p:cNvPr>
            <p:cNvSpPr/>
            <p:nvPr/>
          </p:nvSpPr>
          <p:spPr>
            <a:xfrm>
              <a:off x="4824137" y="1206513"/>
              <a:ext cx="114037" cy="114037"/>
            </a:xfrm>
            <a:custGeom>
              <a:avLst/>
              <a:gdLst/>
              <a:ahLst/>
              <a:cxnLst/>
              <a:rect l="l" t="t" r="r" b="b"/>
              <a:pathLst>
                <a:path w="39" h="41" extrusionOk="0">
                  <a:moveTo>
                    <a:pt x="38" y="38"/>
                  </a:moveTo>
                  <a:cubicBezTo>
                    <a:pt x="23" y="29"/>
                    <a:pt x="9" y="18"/>
                    <a:pt x="4" y="1"/>
                  </a:cubicBezTo>
                  <a:cubicBezTo>
                    <a:pt x="4" y="0"/>
                    <a:pt x="0" y="0"/>
                    <a:pt x="0" y="1"/>
                  </a:cubicBezTo>
                  <a:cubicBezTo>
                    <a:pt x="5" y="19"/>
                    <a:pt x="20" y="31"/>
                    <a:pt x="35" y="40"/>
                  </a:cubicBezTo>
                  <a:cubicBezTo>
                    <a:pt x="36" y="41"/>
                    <a:pt x="39" y="40"/>
                    <a:pt x="38" y="38"/>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754;p42">
              <a:extLst>
                <a:ext uri="{FF2B5EF4-FFF2-40B4-BE49-F238E27FC236}">
                  <a16:creationId xmlns:a16="http://schemas.microsoft.com/office/drawing/2014/main" id="{CAEDD6D4-BD14-3EF6-B27C-C13FDA8E1837}"/>
                </a:ext>
              </a:extLst>
            </p:cNvPr>
            <p:cNvSpPr/>
            <p:nvPr/>
          </p:nvSpPr>
          <p:spPr>
            <a:xfrm>
              <a:off x="4900160" y="1548612"/>
              <a:ext cx="205264" cy="524556"/>
            </a:xfrm>
            <a:custGeom>
              <a:avLst/>
              <a:gdLst/>
              <a:ahLst/>
              <a:cxnLst/>
              <a:rect l="l" t="t" r="r" b="b"/>
              <a:pathLst>
                <a:path w="71" h="184" extrusionOk="0">
                  <a:moveTo>
                    <a:pt x="58" y="106"/>
                  </a:moveTo>
                  <a:cubicBezTo>
                    <a:pt x="52" y="82"/>
                    <a:pt x="42" y="58"/>
                    <a:pt x="29" y="36"/>
                  </a:cubicBezTo>
                  <a:cubicBezTo>
                    <a:pt x="22" y="23"/>
                    <a:pt x="14" y="12"/>
                    <a:pt x="5" y="1"/>
                  </a:cubicBezTo>
                  <a:cubicBezTo>
                    <a:pt x="4" y="0"/>
                    <a:pt x="0" y="0"/>
                    <a:pt x="1" y="2"/>
                  </a:cubicBezTo>
                  <a:cubicBezTo>
                    <a:pt x="18" y="21"/>
                    <a:pt x="31" y="43"/>
                    <a:pt x="40" y="66"/>
                  </a:cubicBezTo>
                  <a:cubicBezTo>
                    <a:pt x="50" y="90"/>
                    <a:pt x="57" y="114"/>
                    <a:pt x="61" y="139"/>
                  </a:cubicBezTo>
                  <a:cubicBezTo>
                    <a:pt x="64" y="153"/>
                    <a:pt x="65" y="168"/>
                    <a:pt x="66" y="182"/>
                  </a:cubicBezTo>
                  <a:cubicBezTo>
                    <a:pt x="67" y="184"/>
                    <a:pt x="71" y="183"/>
                    <a:pt x="70" y="182"/>
                  </a:cubicBezTo>
                  <a:cubicBezTo>
                    <a:pt x="69" y="156"/>
                    <a:pt x="65" y="131"/>
                    <a:pt x="58" y="106"/>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755;p42">
              <a:extLst>
                <a:ext uri="{FF2B5EF4-FFF2-40B4-BE49-F238E27FC236}">
                  <a16:creationId xmlns:a16="http://schemas.microsoft.com/office/drawing/2014/main" id="{C3F938FC-B7ED-D380-E65F-D097DC271DFF}"/>
                </a:ext>
              </a:extLst>
            </p:cNvPr>
            <p:cNvSpPr/>
            <p:nvPr/>
          </p:nvSpPr>
          <p:spPr>
            <a:xfrm>
              <a:off x="4801332" y="1784285"/>
              <a:ext cx="68423" cy="182454"/>
            </a:xfrm>
            <a:custGeom>
              <a:avLst/>
              <a:gdLst/>
              <a:ahLst/>
              <a:cxnLst/>
              <a:rect l="l" t="t" r="r" b="b"/>
              <a:pathLst>
                <a:path w="23" h="65" extrusionOk="0">
                  <a:moveTo>
                    <a:pt x="5" y="1"/>
                  </a:moveTo>
                  <a:cubicBezTo>
                    <a:pt x="4" y="0"/>
                    <a:pt x="0" y="0"/>
                    <a:pt x="1" y="2"/>
                  </a:cubicBezTo>
                  <a:cubicBezTo>
                    <a:pt x="9" y="22"/>
                    <a:pt x="15" y="43"/>
                    <a:pt x="19" y="64"/>
                  </a:cubicBezTo>
                  <a:cubicBezTo>
                    <a:pt x="19" y="65"/>
                    <a:pt x="23" y="65"/>
                    <a:pt x="23" y="64"/>
                  </a:cubicBezTo>
                  <a:cubicBezTo>
                    <a:pt x="19" y="42"/>
                    <a:pt x="13" y="21"/>
                    <a:pt x="5" y="1"/>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756;p42">
              <a:extLst>
                <a:ext uri="{FF2B5EF4-FFF2-40B4-BE49-F238E27FC236}">
                  <a16:creationId xmlns:a16="http://schemas.microsoft.com/office/drawing/2014/main" id="{B84516FD-087A-9F3B-A324-A44D8356B7A9}"/>
                </a:ext>
              </a:extLst>
            </p:cNvPr>
            <p:cNvSpPr/>
            <p:nvPr/>
          </p:nvSpPr>
          <p:spPr>
            <a:xfrm>
              <a:off x="4991387" y="2080770"/>
              <a:ext cx="60818" cy="136841"/>
            </a:xfrm>
            <a:custGeom>
              <a:avLst/>
              <a:gdLst/>
              <a:ahLst/>
              <a:cxnLst/>
              <a:rect l="l" t="t" r="r" b="b"/>
              <a:pathLst>
                <a:path w="21" h="49" extrusionOk="0">
                  <a:moveTo>
                    <a:pt x="19" y="1"/>
                  </a:moveTo>
                  <a:cubicBezTo>
                    <a:pt x="19" y="0"/>
                    <a:pt x="15" y="0"/>
                    <a:pt x="15" y="1"/>
                  </a:cubicBezTo>
                  <a:cubicBezTo>
                    <a:pt x="17" y="17"/>
                    <a:pt x="12" y="34"/>
                    <a:pt x="1" y="47"/>
                  </a:cubicBezTo>
                  <a:cubicBezTo>
                    <a:pt x="0" y="48"/>
                    <a:pt x="4" y="49"/>
                    <a:pt x="5" y="48"/>
                  </a:cubicBezTo>
                  <a:cubicBezTo>
                    <a:pt x="16" y="35"/>
                    <a:pt x="21" y="18"/>
                    <a:pt x="19" y="1"/>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757;p42">
              <a:extLst>
                <a:ext uri="{FF2B5EF4-FFF2-40B4-BE49-F238E27FC236}">
                  <a16:creationId xmlns:a16="http://schemas.microsoft.com/office/drawing/2014/main" id="{30894181-056C-074D-6C1D-49F878754C97}"/>
                </a:ext>
              </a:extLst>
            </p:cNvPr>
            <p:cNvSpPr/>
            <p:nvPr/>
          </p:nvSpPr>
          <p:spPr>
            <a:xfrm>
              <a:off x="5485538" y="1700658"/>
              <a:ext cx="83628" cy="174855"/>
            </a:xfrm>
            <a:custGeom>
              <a:avLst/>
              <a:gdLst/>
              <a:ahLst/>
              <a:cxnLst/>
              <a:rect l="l" t="t" r="r" b="b"/>
              <a:pathLst>
                <a:path w="29" h="61" extrusionOk="0">
                  <a:moveTo>
                    <a:pt x="14" y="10"/>
                  </a:moveTo>
                  <a:cubicBezTo>
                    <a:pt x="11" y="7"/>
                    <a:pt x="8" y="4"/>
                    <a:pt x="4" y="1"/>
                  </a:cubicBezTo>
                  <a:cubicBezTo>
                    <a:pt x="4" y="0"/>
                    <a:pt x="2" y="0"/>
                    <a:pt x="2" y="1"/>
                  </a:cubicBezTo>
                  <a:cubicBezTo>
                    <a:pt x="1" y="1"/>
                    <a:pt x="0" y="1"/>
                    <a:pt x="1" y="2"/>
                  </a:cubicBezTo>
                  <a:cubicBezTo>
                    <a:pt x="14" y="12"/>
                    <a:pt x="22" y="28"/>
                    <a:pt x="22" y="44"/>
                  </a:cubicBezTo>
                  <a:cubicBezTo>
                    <a:pt x="22" y="49"/>
                    <a:pt x="21" y="55"/>
                    <a:pt x="20" y="60"/>
                  </a:cubicBezTo>
                  <a:cubicBezTo>
                    <a:pt x="19" y="61"/>
                    <a:pt x="23" y="61"/>
                    <a:pt x="24" y="60"/>
                  </a:cubicBezTo>
                  <a:cubicBezTo>
                    <a:pt x="29" y="43"/>
                    <a:pt x="26" y="24"/>
                    <a:pt x="14" y="10"/>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 name="Google Shape;758;p42">
              <a:extLst>
                <a:ext uri="{FF2B5EF4-FFF2-40B4-BE49-F238E27FC236}">
                  <a16:creationId xmlns:a16="http://schemas.microsoft.com/office/drawing/2014/main" id="{AD401CAE-02CE-58F8-E709-0BBD45D7705B}"/>
                </a:ext>
              </a:extLst>
            </p:cNvPr>
            <p:cNvSpPr/>
            <p:nvPr/>
          </p:nvSpPr>
          <p:spPr>
            <a:xfrm>
              <a:off x="3737012" y="1381363"/>
              <a:ext cx="357310" cy="91227"/>
            </a:xfrm>
            <a:custGeom>
              <a:avLst/>
              <a:gdLst/>
              <a:ahLst/>
              <a:cxnLst/>
              <a:rect l="l" t="t" r="r" b="b"/>
              <a:pathLst>
                <a:path w="123" h="32" extrusionOk="0">
                  <a:moveTo>
                    <a:pt x="118" y="0"/>
                  </a:moveTo>
                  <a:cubicBezTo>
                    <a:pt x="91" y="17"/>
                    <a:pt x="60" y="26"/>
                    <a:pt x="29" y="28"/>
                  </a:cubicBezTo>
                  <a:cubicBezTo>
                    <a:pt x="20" y="28"/>
                    <a:pt x="11" y="28"/>
                    <a:pt x="2" y="27"/>
                  </a:cubicBezTo>
                  <a:cubicBezTo>
                    <a:pt x="2" y="27"/>
                    <a:pt x="0" y="27"/>
                    <a:pt x="0" y="28"/>
                  </a:cubicBezTo>
                  <a:cubicBezTo>
                    <a:pt x="0" y="28"/>
                    <a:pt x="1" y="29"/>
                    <a:pt x="1" y="29"/>
                  </a:cubicBezTo>
                  <a:cubicBezTo>
                    <a:pt x="34" y="32"/>
                    <a:pt x="67" y="27"/>
                    <a:pt x="96" y="14"/>
                  </a:cubicBezTo>
                  <a:cubicBezTo>
                    <a:pt x="105" y="11"/>
                    <a:pt x="113" y="7"/>
                    <a:pt x="121" y="2"/>
                  </a:cubicBezTo>
                  <a:cubicBezTo>
                    <a:pt x="123" y="0"/>
                    <a:pt x="119" y="0"/>
                    <a:pt x="118" y="0"/>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 name="Google Shape;759;p42">
              <a:extLst>
                <a:ext uri="{FF2B5EF4-FFF2-40B4-BE49-F238E27FC236}">
                  <a16:creationId xmlns:a16="http://schemas.microsoft.com/office/drawing/2014/main" id="{AC0FB83D-1675-1554-DB32-95081E3B9AF7}"/>
                </a:ext>
              </a:extLst>
            </p:cNvPr>
            <p:cNvSpPr/>
            <p:nvPr/>
          </p:nvSpPr>
          <p:spPr>
            <a:xfrm>
              <a:off x="3896658" y="1617035"/>
              <a:ext cx="304092" cy="418125"/>
            </a:xfrm>
            <a:custGeom>
              <a:avLst/>
              <a:gdLst/>
              <a:ahLst/>
              <a:cxnLst/>
              <a:rect l="l" t="t" r="r" b="b"/>
              <a:pathLst>
                <a:path w="106" h="147" extrusionOk="0">
                  <a:moveTo>
                    <a:pt x="102" y="1"/>
                  </a:moveTo>
                  <a:cubicBezTo>
                    <a:pt x="101" y="4"/>
                    <a:pt x="99" y="7"/>
                    <a:pt x="97" y="9"/>
                  </a:cubicBezTo>
                  <a:cubicBezTo>
                    <a:pt x="95" y="11"/>
                    <a:pt x="93" y="14"/>
                    <a:pt x="91" y="16"/>
                  </a:cubicBezTo>
                  <a:cubicBezTo>
                    <a:pt x="86" y="20"/>
                    <a:pt x="81" y="24"/>
                    <a:pt x="77" y="28"/>
                  </a:cubicBezTo>
                  <a:cubicBezTo>
                    <a:pt x="67" y="36"/>
                    <a:pt x="57" y="44"/>
                    <a:pt x="47" y="52"/>
                  </a:cubicBezTo>
                  <a:cubicBezTo>
                    <a:pt x="29" y="67"/>
                    <a:pt x="12" y="85"/>
                    <a:pt x="5" y="108"/>
                  </a:cubicBezTo>
                  <a:cubicBezTo>
                    <a:pt x="1" y="120"/>
                    <a:pt x="0" y="133"/>
                    <a:pt x="4" y="146"/>
                  </a:cubicBezTo>
                  <a:cubicBezTo>
                    <a:pt x="5" y="147"/>
                    <a:pt x="9" y="147"/>
                    <a:pt x="8" y="145"/>
                  </a:cubicBezTo>
                  <a:cubicBezTo>
                    <a:pt x="1" y="122"/>
                    <a:pt x="10" y="98"/>
                    <a:pt x="24" y="79"/>
                  </a:cubicBezTo>
                  <a:cubicBezTo>
                    <a:pt x="39" y="60"/>
                    <a:pt x="59" y="46"/>
                    <a:pt x="78" y="31"/>
                  </a:cubicBezTo>
                  <a:cubicBezTo>
                    <a:pt x="84" y="26"/>
                    <a:pt x="89" y="22"/>
                    <a:pt x="94" y="17"/>
                  </a:cubicBezTo>
                  <a:cubicBezTo>
                    <a:pt x="97" y="15"/>
                    <a:pt x="99" y="12"/>
                    <a:pt x="101" y="10"/>
                  </a:cubicBezTo>
                  <a:cubicBezTo>
                    <a:pt x="103" y="7"/>
                    <a:pt x="105" y="5"/>
                    <a:pt x="106" y="1"/>
                  </a:cubicBezTo>
                  <a:cubicBezTo>
                    <a:pt x="106" y="0"/>
                    <a:pt x="102" y="0"/>
                    <a:pt x="102" y="1"/>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760;p42">
              <a:extLst>
                <a:ext uri="{FF2B5EF4-FFF2-40B4-BE49-F238E27FC236}">
                  <a16:creationId xmlns:a16="http://schemas.microsoft.com/office/drawing/2014/main" id="{6594AD17-DC18-CE4F-39EE-C59B94138AED}"/>
                </a:ext>
              </a:extLst>
            </p:cNvPr>
            <p:cNvSpPr/>
            <p:nvPr/>
          </p:nvSpPr>
          <p:spPr>
            <a:xfrm>
              <a:off x="4003090" y="1807089"/>
              <a:ext cx="53218" cy="167249"/>
            </a:xfrm>
            <a:custGeom>
              <a:avLst/>
              <a:gdLst/>
              <a:ahLst/>
              <a:cxnLst/>
              <a:rect l="l" t="t" r="r" b="b"/>
              <a:pathLst>
                <a:path w="21" h="59" extrusionOk="0">
                  <a:moveTo>
                    <a:pt x="19" y="0"/>
                  </a:moveTo>
                  <a:cubicBezTo>
                    <a:pt x="18" y="0"/>
                    <a:pt x="17" y="0"/>
                    <a:pt x="17" y="0"/>
                  </a:cubicBezTo>
                  <a:cubicBezTo>
                    <a:pt x="11" y="5"/>
                    <a:pt x="7" y="12"/>
                    <a:pt x="5" y="19"/>
                  </a:cubicBezTo>
                  <a:cubicBezTo>
                    <a:pt x="2" y="27"/>
                    <a:pt x="1" y="35"/>
                    <a:pt x="1" y="43"/>
                  </a:cubicBezTo>
                  <a:cubicBezTo>
                    <a:pt x="0" y="48"/>
                    <a:pt x="1" y="53"/>
                    <a:pt x="2" y="58"/>
                  </a:cubicBezTo>
                  <a:cubicBezTo>
                    <a:pt x="3" y="59"/>
                    <a:pt x="7" y="59"/>
                    <a:pt x="6" y="58"/>
                  </a:cubicBezTo>
                  <a:cubicBezTo>
                    <a:pt x="4" y="52"/>
                    <a:pt x="4" y="46"/>
                    <a:pt x="5" y="41"/>
                  </a:cubicBezTo>
                  <a:cubicBezTo>
                    <a:pt x="5" y="36"/>
                    <a:pt x="6" y="31"/>
                    <a:pt x="7" y="26"/>
                  </a:cubicBezTo>
                  <a:cubicBezTo>
                    <a:pt x="9" y="17"/>
                    <a:pt x="13" y="7"/>
                    <a:pt x="20" y="1"/>
                  </a:cubicBezTo>
                  <a:cubicBezTo>
                    <a:pt x="21" y="1"/>
                    <a:pt x="20" y="0"/>
                    <a:pt x="19" y="0"/>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761;p42">
              <a:extLst>
                <a:ext uri="{FF2B5EF4-FFF2-40B4-BE49-F238E27FC236}">
                  <a16:creationId xmlns:a16="http://schemas.microsoft.com/office/drawing/2014/main" id="{E76275F9-21CE-7B35-2CBA-271B4F4412C6}"/>
                </a:ext>
              </a:extLst>
            </p:cNvPr>
            <p:cNvSpPr/>
            <p:nvPr/>
          </p:nvSpPr>
          <p:spPr>
            <a:xfrm>
              <a:off x="4223559" y="1807089"/>
              <a:ext cx="22809" cy="76023"/>
            </a:xfrm>
            <a:custGeom>
              <a:avLst/>
              <a:gdLst/>
              <a:ahLst/>
              <a:cxnLst/>
              <a:rect l="l" t="t" r="r" b="b"/>
              <a:pathLst>
                <a:path w="7" h="27" extrusionOk="0">
                  <a:moveTo>
                    <a:pt x="3" y="1"/>
                  </a:moveTo>
                  <a:cubicBezTo>
                    <a:pt x="1" y="9"/>
                    <a:pt x="0" y="17"/>
                    <a:pt x="1" y="25"/>
                  </a:cubicBezTo>
                  <a:cubicBezTo>
                    <a:pt x="1" y="27"/>
                    <a:pt x="5" y="26"/>
                    <a:pt x="5" y="25"/>
                  </a:cubicBezTo>
                  <a:cubicBezTo>
                    <a:pt x="4" y="17"/>
                    <a:pt x="4" y="9"/>
                    <a:pt x="7" y="2"/>
                  </a:cubicBezTo>
                  <a:cubicBezTo>
                    <a:pt x="7" y="0"/>
                    <a:pt x="3" y="0"/>
                    <a:pt x="3" y="1"/>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762;p42">
              <a:extLst>
                <a:ext uri="{FF2B5EF4-FFF2-40B4-BE49-F238E27FC236}">
                  <a16:creationId xmlns:a16="http://schemas.microsoft.com/office/drawing/2014/main" id="{21070914-82B8-32AF-973F-811B9C7C2BC5}"/>
                </a:ext>
              </a:extLst>
            </p:cNvPr>
            <p:cNvSpPr/>
            <p:nvPr/>
          </p:nvSpPr>
          <p:spPr>
            <a:xfrm>
              <a:off x="4025899" y="986045"/>
              <a:ext cx="478946" cy="281285"/>
            </a:xfrm>
            <a:custGeom>
              <a:avLst/>
              <a:gdLst/>
              <a:ahLst/>
              <a:cxnLst/>
              <a:rect l="l" t="t" r="r" b="b"/>
              <a:pathLst>
                <a:path w="169" h="99" extrusionOk="0">
                  <a:moveTo>
                    <a:pt x="168" y="3"/>
                  </a:moveTo>
                  <a:cubicBezTo>
                    <a:pt x="141" y="0"/>
                    <a:pt x="115" y="8"/>
                    <a:pt x="95" y="24"/>
                  </a:cubicBezTo>
                  <a:cubicBezTo>
                    <a:pt x="74" y="40"/>
                    <a:pt x="59" y="63"/>
                    <a:pt x="39" y="79"/>
                  </a:cubicBezTo>
                  <a:cubicBezTo>
                    <a:pt x="28" y="88"/>
                    <a:pt x="16" y="95"/>
                    <a:pt x="2" y="97"/>
                  </a:cubicBezTo>
                  <a:cubicBezTo>
                    <a:pt x="1" y="97"/>
                    <a:pt x="0" y="98"/>
                    <a:pt x="1" y="98"/>
                  </a:cubicBezTo>
                  <a:cubicBezTo>
                    <a:pt x="1" y="99"/>
                    <a:pt x="2" y="99"/>
                    <a:pt x="3" y="99"/>
                  </a:cubicBezTo>
                  <a:cubicBezTo>
                    <a:pt x="28" y="95"/>
                    <a:pt x="48" y="77"/>
                    <a:pt x="64" y="59"/>
                  </a:cubicBezTo>
                  <a:cubicBezTo>
                    <a:pt x="73" y="50"/>
                    <a:pt x="81" y="40"/>
                    <a:pt x="91" y="31"/>
                  </a:cubicBezTo>
                  <a:cubicBezTo>
                    <a:pt x="101" y="22"/>
                    <a:pt x="112" y="15"/>
                    <a:pt x="124" y="11"/>
                  </a:cubicBezTo>
                  <a:cubicBezTo>
                    <a:pt x="138" y="6"/>
                    <a:pt x="152" y="3"/>
                    <a:pt x="166" y="5"/>
                  </a:cubicBezTo>
                  <a:cubicBezTo>
                    <a:pt x="167" y="5"/>
                    <a:pt x="169" y="5"/>
                    <a:pt x="169" y="4"/>
                  </a:cubicBezTo>
                  <a:cubicBezTo>
                    <a:pt x="169" y="3"/>
                    <a:pt x="168" y="3"/>
                    <a:pt x="168" y="3"/>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763;p42">
              <a:extLst>
                <a:ext uri="{FF2B5EF4-FFF2-40B4-BE49-F238E27FC236}">
                  <a16:creationId xmlns:a16="http://schemas.microsoft.com/office/drawing/2014/main" id="{4C7104C5-1F8C-AA81-B585-D704FD9DCDF9}"/>
                </a:ext>
              </a:extLst>
            </p:cNvPr>
            <p:cNvSpPr/>
            <p:nvPr/>
          </p:nvSpPr>
          <p:spPr>
            <a:xfrm>
              <a:off x="4071513" y="1115286"/>
              <a:ext cx="114036" cy="83627"/>
            </a:xfrm>
            <a:custGeom>
              <a:avLst/>
              <a:gdLst/>
              <a:ahLst/>
              <a:cxnLst/>
              <a:rect l="l" t="t" r="r" b="b"/>
              <a:pathLst>
                <a:path w="41" h="29" extrusionOk="0">
                  <a:moveTo>
                    <a:pt x="39" y="1"/>
                  </a:moveTo>
                  <a:cubicBezTo>
                    <a:pt x="38" y="0"/>
                    <a:pt x="37" y="1"/>
                    <a:pt x="37" y="1"/>
                  </a:cubicBezTo>
                  <a:cubicBezTo>
                    <a:pt x="28" y="13"/>
                    <a:pt x="16" y="21"/>
                    <a:pt x="3" y="26"/>
                  </a:cubicBezTo>
                  <a:cubicBezTo>
                    <a:pt x="0" y="27"/>
                    <a:pt x="3" y="29"/>
                    <a:pt x="5" y="28"/>
                  </a:cubicBezTo>
                  <a:cubicBezTo>
                    <a:pt x="19" y="23"/>
                    <a:pt x="31" y="14"/>
                    <a:pt x="40" y="2"/>
                  </a:cubicBezTo>
                  <a:cubicBezTo>
                    <a:pt x="41" y="1"/>
                    <a:pt x="39" y="1"/>
                    <a:pt x="39" y="1"/>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764;p42">
              <a:extLst>
                <a:ext uri="{FF2B5EF4-FFF2-40B4-BE49-F238E27FC236}">
                  <a16:creationId xmlns:a16="http://schemas.microsoft.com/office/drawing/2014/main" id="{E57F1986-9B94-6BB7-FE3C-3581BC6F2E79}"/>
                </a:ext>
              </a:extLst>
            </p:cNvPr>
            <p:cNvSpPr/>
            <p:nvPr/>
          </p:nvSpPr>
          <p:spPr>
            <a:xfrm>
              <a:off x="5303083" y="2019952"/>
              <a:ext cx="68423" cy="144445"/>
            </a:xfrm>
            <a:custGeom>
              <a:avLst/>
              <a:gdLst/>
              <a:ahLst/>
              <a:cxnLst/>
              <a:rect l="l" t="t" r="r" b="b"/>
              <a:pathLst>
                <a:path w="24" h="52" extrusionOk="0">
                  <a:moveTo>
                    <a:pt x="4" y="1"/>
                  </a:moveTo>
                  <a:cubicBezTo>
                    <a:pt x="3" y="0"/>
                    <a:pt x="2" y="0"/>
                    <a:pt x="1" y="1"/>
                  </a:cubicBezTo>
                  <a:cubicBezTo>
                    <a:pt x="0" y="1"/>
                    <a:pt x="0" y="1"/>
                    <a:pt x="0" y="2"/>
                  </a:cubicBezTo>
                  <a:cubicBezTo>
                    <a:pt x="14" y="14"/>
                    <a:pt x="17" y="33"/>
                    <a:pt x="20" y="50"/>
                  </a:cubicBezTo>
                  <a:cubicBezTo>
                    <a:pt x="20" y="52"/>
                    <a:pt x="24" y="51"/>
                    <a:pt x="24" y="50"/>
                  </a:cubicBezTo>
                  <a:cubicBezTo>
                    <a:pt x="21" y="33"/>
                    <a:pt x="18" y="13"/>
                    <a:pt x="4" y="1"/>
                  </a:cubicBezTo>
                  <a:close/>
                </a:path>
              </a:pathLst>
            </a:custGeom>
            <a:solidFill>
              <a:srgbClr val="2F14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4" name="Google Shape;765;p42">
              <a:extLst>
                <a:ext uri="{FF2B5EF4-FFF2-40B4-BE49-F238E27FC236}">
                  <a16:creationId xmlns:a16="http://schemas.microsoft.com/office/drawing/2014/main" id="{49FD762C-D6DE-CAD0-BB99-479D335C47B0}"/>
                </a:ext>
              </a:extLst>
            </p:cNvPr>
            <p:cNvSpPr/>
            <p:nvPr/>
          </p:nvSpPr>
          <p:spPr>
            <a:xfrm>
              <a:off x="2459828" y="666751"/>
              <a:ext cx="1368408" cy="1284779"/>
            </a:xfrm>
            <a:custGeom>
              <a:avLst/>
              <a:gdLst/>
              <a:ahLst/>
              <a:cxnLst/>
              <a:rect l="l" t="t" r="r" b="b"/>
              <a:pathLst>
                <a:path w="480" h="450" extrusionOk="0">
                  <a:moveTo>
                    <a:pt x="456" y="99"/>
                  </a:moveTo>
                  <a:cubicBezTo>
                    <a:pt x="450" y="90"/>
                    <a:pt x="443" y="81"/>
                    <a:pt x="433" y="77"/>
                  </a:cubicBezTo>
                  <a:cubicBezTo>
                    <a:pt x="414" y="68"/>
                    <a:pt x="396" y="81"/>
                    <a:pt x="388" y="98"/>
                  </a:cubicBezTo>
                  <a:cubicBezTo>
                    <a:pt x="385" y="103"/>
                    <a:pt x="384" y="109"/>
                    <a:pt x="382" y="115"/>
                  </a:cubicBezTo>
                  <a:cubicBezTo>
                    <a:pt x="381" y="116"/>
                    <a:pt x="381" y="116"/>
                    <a:pt x="380" y="117"/>
                  </a:cubicBezTo>
                  <a:cubicBezTo>
                    <a:pt x="380" y="117"/>
                    <a:pt x="365" y="94"/>
                    <a:pt x="363" y="91"/>
                  </a:cubicBezTo>
                  <a:cubicBezTo>
                    <a:pt x="358" y="82"/>
                    <a:pt x="354" y="72"/>
                    <a:pt x="351" y="61"/>
                  </a:cubicBezTo>
                  <a:cubicBezTo>
                    <a:pt x="348" y="52"/>
                    <a:pt x="345" y="44"/>
                    <a:pt x="342" y="35"/>
                  </a:cubicBezTo>
                  <a:cubicBezTo>
                    <a:pt x="340" y="31"/>
                    <a:pt x="338" y="26"/>
                    <a:pt x="337" y="22"/>
                  </a:cubicBezTo>
                  <a:cubicBezTo>
                    <a:pt x="335" y="17"/>
                    <a:pt x="334" y="9"/>
                    <a:pt x="331" y="5"/>
                  </a:cubicBezTo>
                  <a:cubicBezTo>
                    <a:pt x="326" y="0"/>
                    <a:pt x="316" y="8"/>
                    <a:pt x="312" y="11"/>
                  </a:cubicBezTo>
                  <a:cubicBezTo>
                    <a:pt x="308" y="13"/>
                    <a:pt x="303" y="14"/>
                    <a:pt x="298" y="15"/>
                  </a:cubicBezTo>
                  <a:cubicBezTo>
                    <a:pt x="291" y="17"/>
                    <a:pt x="285" y="19"/>
                    <a:pt x="278" y="20"/>
                  </a:cubicBezTo>
                  <a:cubicBezTo>
                    <a:pt x="266" y="23"/>
                    <a:pt x="253" y="26"/>
                    <a:pt x="240" y="30"/>
                  </a:cubicBezTo>
                  <a:cubicBezTo>
                    <a:pt x="232" y="33"/>
                    <a:pt x="225" y="37"/>
                    <a:pt x="217" y="41"/>
                  </a:cubicBezTo>
                  <a:cubicBezTo>
                    <a:pt x="211" y="44"/>
                    <a:pt x="207" y="50"/>
                    <a:pt x="208" y="58"/>
                  </a:cubicBezTo>
                  <a:cubicBezTo>
                    <a:pt x="208" y="66"/>
                    <a:pt x="213" y="72"/>
                    <a:pt x="219" y="77"/>
                  </a:cubicBezTo>
                  <a:cubicBezTo>
                    <a:pt x="225" y="84"/>
                    <a:pt x="232" y="89"/>
                    <a:pt x="237" y="97"/>
                  </a:cubicBezTo>
                  <a:cubicBezTo>
                    <a:pt x="247" y="115"/>
                    <a:pt x="233" y="127"/>
                    <a:pt x="220" y="138"/>
                  </a:cubicBezTo>
                  <a:cubicBezTo>
                    <a:pt x="213" y="144"/>
                    <a:pt x="206" y="150"/>
                    <a:pt x="198" y="155"/>
                  </a:cubicBezTo>
                  <a:cubicBezTo>
                    <a:pt x="191" y="160"/>
                    <a:pt x="183" y="166"/>
                    <a:pt x="174" y="168"/>
                  </a:cubicBezTo>
                  <a:cubicBezTo>
                    <a:pt x="170" y="169"/>
                    <a:pt x="164" y="169"/>
                    <a:pt x="161" y="165"/>
                  </a:cubicBezTo>
                  <a:cubicBezTo>
                    <a:pt x="157" y="162"/>
                    <a:pt x="157" y="156"/>
                    <a:pt x="158" y="151"/>
                  </a:cubicBezTo>
                  <a:cubicBezTo>
                    <a:pt x="158" y="142"/>
                    <a:pt x="161" y="134"/>
                    <a:pt x="161" y="125"/>
                  </a:cubicBezTo>
                  <a:cubicBezTo>
                    <a:pt x="162" y="112"/>
                    <a:pt x="157" y="97"/>
                    <a:pt x="144" y="91"/>
                  </a:cubicBezTo>
                  <a:cubicBezTo>
                    <a:pt x="137" y="88"/>
                    <a:pt x="129" y="91"/>
                    <a:pt x="122" y="93"/>
                  </a:cubicBezTo>
                  <a:cubicBezTo>
                    <a:pt x="112" y="96"/>
                    <a:pt x="102" y="100"/>
                    <a:pt x="91" y="104"/>
                  </a:cubicBezTo>
                  <a:cubicBezTo>
                    <a:pt x="79" y="108"/>
                    <a:pt x="68" y="112"/>
                    <a:pt x="56" y="116"/>
                  </a:cubicBezTo>
                  <a:cubicBezTo>
                    <a:pt x="51" y="118"/>
                    <a:pt x="46" y="119"/>
                    <a:pt x="42" y="120"/>
                  </a:cubicBezTo>
                  <a:cubicBezTo>
                    <a:pt x="39" y="121"/>
                    <a:pt x="37" y="122"/>
                    <a:pt x="35" y="123"/>
                  </a:cubicBezTo>
                  <a:cubicBezTo>
                    <a:pt x="33" y="124"/>
                    <a:pt x="31" y="124"/>
                    <a:pt x="30" y="125"/>
                  </a:cubicBezTo>
                  <a:cubicBezTo>
                    <a:pt x="26" y="130"/>
                    <a:pt x="32" y="138"/>
                    <a:pt x="34" y="143"/>
                  </a:cubicBezTo>
                  <a:cubicBezTo>
                    <a:pt x="40" y="155"/>
                    <a:pt x="46" y="169"/>
                    <a:pt x="51" y="182"/>
                  </a:cubicBezTo>
                  <a:cubicBezTo>
                    <a:pt x="54" y="191"/>
                    <a:pt x="58" y="199"/>
                    <a:pt x="61" y="208"/>
                  </a:cubicBezTo>
                  <a:cubicBezTo>
                    <a:pt x="62" y="211"/>
                    <a:pt x="71" y="241"/>
                    <a:pt x="70" y="243"/>
                  </a:cubicBezTo>
                  <a:cubicBezTo>
                    <a:pt x="70" y="243"/>
                    <a:pt x="69" y="243"/>
                    <a:pt x="68" y="243"/>
                  </a:cubicBezTo>
                  <a:cubicBezTo>
                    <a:pt x="62" y="241"/>
                    <a:pt x="57" y="237"/>
                    <a:pt x="52" y="235"/>
                  </a:cubicBezTo>
                  <a:cubicBezTo>
                    <a:pt x="34" y="228"/>
                    <a:pt x="12" y="232"/>
                    <a:pt x="4" y="251"/>
                  </a:cubicBezTo>
                  <a:cubicBezTo>
                    <a:pt x="0" y="261"/>
                    <a:pt x="2" y="273"/>
                    <a:pt x="4" y="283"/>
                  </a:cubicBezTo>
                  <a:cubicBezTo>
                    <a:pt x="7" y="295"/>
                    <a:pt x="11" y="308"/>
                    <a:pt x="16" y="319"/>
                  </a:cubicBezTo>
                  <a:cubicBezTo>
                    <a:pt x="20" y="329"/>
                    <a:pt x="25" y="340"/>
                    <a:pt x="32" y="347"/>
                  </a:cubicBezTo>
                  <a:cubicBezTo>
                    <a:pt x="39" y="353"/>
                    <a:pt x="48" y="354"/>
                    <a:pt x="56" y="352"/>
                  </a:cubicBezTo>
                  <a:cubicBezTo>
                    <a:pt x="65" y="350"/>
                    <a:pt x="74" y="344"/>
                    <a:pt x="80" y="337"/>
                  </a:cubicBezTo>
                  <a:cubicBezTo>
                    <a:pt x="83" y="332"/>
                    <a:pt x="85" y="327"/>
                    <a:pt x="88" y="322"/>
                  </a:cubicBezTo>
                  <a:cubicBezTo>
                    <a:pt x="88" y="322"/>
                    <a:pt x="89" y="321"/>
                    <a:pt x="89" y="321"/>
                  </a:cubicBezTo>
                  <a:cubicBezTo>
                    <a:pt x="89" y="321"/>
                    <a:pt x="89" y="321"/>
                    <a:pt x="89" y="321"/>
                  </a:cubicBezTo>
                  <a:cubicBezTo>
                    <a:pt x="90" y="320"/>
                    <a:pt x="90" y="320"/>
                    <a:pt x="90" y="320"/>
                  </a:cubicBezTo>
                  <a:cubicBezTo>
                    <a:pt x="91" y="319"/>
                    <a:pt x="91" y="319"/>
                    <a:pt x="91" y="319"/>
                  </a:cubicBezTo>
                  <a:cubicBezTo>
                    <a:pt x="92" y="319"/>
                    <a:pt x="92" y="319"/>
                    <a:pt x="92" y="319"/>
                  </a:cubicBezTo>
                  <a:cubicBezTo>
                    <a:pt x="92" y="318"/>
                    <a:pt x="92" y="318"/>
                    <a:pt x="92" y="318"/>
                  </a:cubicBezTo>
                  <a:cubicBezTo>
                    <a:pt x="92" y="318"/>
                    <a:pt x="93" y="318"/>
                    <a:pt x="93" y="318"/>
                  </a:cubicBezTo>
                  <a:cubicBezTo>
                    <a:pt x="94" y="317"/>
                    <a:pt x="94" y="317"/>
                    <a:pt x="94" y="317"/>
                  </a:cubicBezTo>
                  <a:cubicBezTo>
                    <a:pt x="94" y="317"/>
                    <a:pt x="95" y="317"/>
                    <a:pt x="95" y="317"/>
                  </a:cubicBezTo>
                  <a:cubicBezTo>
                    <a:pt x="95" y="317"/>
                    <a:pt x="95" y="317"/>
                    <a:pt x="95" y="317"/>
                  </a:cubicBezTo>
                  <a:cubicBezTo>
                    <a:pt x="96" y="317"/>
                    <a:pt x="96" y="317"/>
                    <a:pt x="96" y="317"/>
                  </a:cubicBezTo>
                  <a:cubicBezTo>
                    <a:pt x="97" y="316"/>
                    <a:pt x="99" y="316"/>
                    <a:pt x="100" y="316"/>
                  </a:cubicBezTo>
                  <a:cubicBezTo>
                    <a:pt x="101" y="316"/>
                    <a:pt x="105" y="325"/>
                    <a:pt x="105" y="326"/>
                  </a:cubicBezTo>
                  <a:cubicBezTo>
                    <a:pt x="107" y="330"/>
                    <a:pt x="108" y="333"/>
                    <a:pt x="110" y="337"/>
                  </a:cubicBezTo>
                  <a:cubicBezTo>
                    <a:pt x="113" y="344"/>
                    <a:pt x="115" y="351"/>
                    <a:pt x="118" y="359"/>
                  </a:cubicBezTo>
                  <a:cubicBezTo>
                    <a:pt x="121" y="366"/>
                    <a:pt x="123" y="373"/>
                    <a:pt x="126" y="381"/>
                  </a:cubicBezTo>
                  <a:cubicBezTo>
                    <a:pt x="127" y="384"/>
                    <a:pt x="128" y="388"/>
                    <a:pt x="129" y="392"/>
                  </a:cubicBezTo>
                  <a:cubicBezTo>
                    <a:pt x="130" y="395"/>
                    <a:pt x="131" y="399"/>
                    <a:pt x="133" y="402"/>
                  </a:cubicBezTo>
                  <a:cubicBezTo>
                    <a:pt x="134" y="404"/>
                    <a:pt x="136" y="405"/>
                    <a:pt x="138" y="405"/>
                  </a:cubicBezTo>
                  <a:cubicBezTo>
                    <a:pt x="138" y="405"/>
                    <a:pt x="139" y="405"/>
                    <a:pt x="140" y="405"/>
                  </a:cubicBezTo>
                  <a:cubicBezTo>
                    <a:pt x="141" y="404"/>
                    <a:pt x="143" y="404"/>
                    <a:pt x="144" y="403"/>
                  </a:cubicBezTo>
                  <a:cubicBezTo>
                    <a:pt x="161" y="397"/>
                    <a:pt x="179" y="391"/>
                    <a:pt x="196" y="385"/>
                  </a:cubicBezTo>
                  <a:cubicBezTo>
                    <a:pt x="205" y="382"/>
                    <a:pt x="214" y="379"/>
                    <a:pt x="223" y="376"/>
                  </a:cubicBezTo>
                  <a:cubicBezTo>
                    <a:pt x="231" y="373"/>
                    <a:pt x="241" y="367"/>
                    <a:pt x="249" y="370"/>
                  </a:cubicBezTo>
                  <a:cubicBezTo>
                    <a:pt x="264" y="376"/>
                    <a:pt x="265" y="397"/>
                    <a:pt x="263" y="411"/>
                  </a:cubicBezTo>
                  <a:cubicBezTo>
                    <a:pt x="261" y="424"/>
                    <a:pt x="255" y="445"/>
                    <a:pt x="274" y="448"/>
                  </a:cubicBezTo>
                  <a:cubicBezTo>
                    <a:pt x="289" y="450"/>
                    <a:pt x="305" y="439"/>
                    <a:pt x="316" y="431"/>
                  </a:cubicBezTo>
                  <a:cubicBezTo>
                    <a:pt x="324" y="426"/>
                    <a:pt x="331" y="420"/>
                    <a:pt x="338" y="414"/>
                  </a:cubicBezTo>
                  <a:cubicBezTo>
                    <a:pt x="344" y="409"/>
                    <a:pt x="349" y="405"/>
                    <a:pt x="354" y="399"/>
                  </a:cubicBezTo>
                  <a:cubicBezTo>
                    <a:pt x="358" y="394"/>
                    <a:pt x="361" y="388"/>
                    <a:pt x="361" y="380"/>
                  </a:cubicBezTo>
                  <a:cubicBezTo>
                    <a:pt x="361" y="374"/>
                    <a:pt x="358" y="368"/>
                    <a:pt x="354" y="362"/>
                  </a:cubicBezTo>
                  <a:cubicBezTo>
                    <a:pt x="353" y="362"/>
                    <a:pt x="353" y="361"/>
                    <a:pt x="352" y="361"/>
                  </a:cubicBezTo>
                  <a:cubicBezTo>
                    <a:pt x="348" y="356"/>
                    <a:pt x="343" y="352"/>
                    <a:pt x="339" y="347"/>
                  </a:cubicBezTo>
                  <a:cubicBezTo>
                    <a:pt x="337" y="345"/>
                    <a:pt x="335" y="343"/>
                    <a:pt x="333" y="341"/>
                  </a:cubicBezTo>
                  <a:cubicBezTo>
                    <a:pt x="331" y="337"/>
                    <a:pt x="329" y="332"/>
                    <a:pt x="329" y="328"/>
                  </a:cubicBezTo>
                  <a:cubicBezTo>
                    <a:pt x="329" y="323"/>
                    <a:pt x="332" y="320"/>
                    <a:pt x="336" y="317"/>
                  </a:cubicBezTo>
                  <a:cubicBezTo>
                    <a:pt x="345" y="311"/>
                    <a:pt x="356" y="308"/>
                    <a:pt x="366" y="305"/>
                  </a:cubicBezTo>
                  <a:cubicBezTo>
                    <a:pt x="376" y="302"/>
                    <a:pt x="386" y="300"/>
                    <a:pt x="396" y="298"/>
                  </a:cubicBezTo>
                  <a:cubicBezTo>
                    <a:pt x="401" y="297"/>
                    <a:pt x="406" y="296"/>
                    <a:pt x="411" y="294"/>
                  </a:cubicBezTo>
                  <a:cubicBezTo>
                    <a:pt x="413" y="294"/>
                    <a:pt x="415" y="293"/>
                    <a:pt x="418" y="292"/>
                  </a:cubicBezTo>
                  <a:cubicBezTo>
                    <a:pt x="424" y="292"/>
                    <a:pt x="431" y="289"/>
                    <a:pt x="437" y="286"/>
                  </a:cubicBezTo>
                  <a:cubicBezTo>
                    <a:pt x="440" y="284"/>
                    <a:pt x="443" y="282"/>
                    <a:pt x="445" y="279"/>
                  </a:cubicBezTo>
                  <a:cubicBezTo>
                    <a:pt x="448" y="275"/>
                    <a:pt x="446" y="273"/>
                    <a:pt x="444" y="269"/>
                  </a:cubicBezTo>
                  <a:cubicBezTo>
                    <a:pt x="429" y="244"/>
                    <a:pt x="419" y="216"/>
                    <a:pt x="409" y="190"/>
                  </a:cubicBezTo>
                  <a:cubicBezTo>
                    <a:pt x="413" y="186"/>
                    <a:pt x="418" y="185"/>
                    <a:pt x="423" y="186"/>
                  </a:cubicBezTo>
                  <a:cubicBezTo>
                    <a:pt x="428" y="187"/>
                    <a:pt x="433" y="190"/>
                    <a:pt x="439" y="190"/>
                  </a:cubicBezTo>
                  <a:cubicBezTo>
                    <a:pt x="448" y="192"/>
                    <a:pt x="458" y="189"/>
                    <a:pt x="466" y="185"/>
                  </a:cubicBezTo>
                  <a:cubicBezTo>
                    <a:pt x="474" y="181"/>
                    <a:pt x="480" y="174"/>
                    <a:pt x="480" y="164"/>
                  </a:cubicBezTo>
                  <a:cubicBezTo>
                    <a:pt x="480" y="158"/>
                    <a:pt x="478" y="150"/>
                    <a:pt x="476" y="144"/>
                  </a:cubicBezTo>
                  <a:cubicBezTo>
                    <a:pt x="475" y="140"/>
                    <a:pt x="474" y="137"/>
                    <a:pt x="472" y="133"/>
                  </a:cubicBezTo>
                  <a:cubicBezTo>
                    <a:pt x="468" y="122"/>
                    <a:pt x="462" y="110"/>
                    <a:pt x="456" y="9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5" name="Google Shape;766;p42">
              <a:extLst>
                <a:ext uri="{FF2B5EF4-FFF2-40B4-BE49-F238E27FC236}">
                  <a16:creationId xmlns:a16="http://schemas.microsoft.com/office/drawing/2014/main" id="{ED2044EF-CF18-919D-5F1D-804331E2E15E}"/>
                </a:ext>
              </a:extLst>
            </p:cNvPr>
            <p:cNvSpPr/>
            <p:nvPr/>
          </p:nvSpPr>
          <p:spPr>
            <a:xfrm>
              <a:off x="3326489" y="2704156"/>
              <a:ext cx="478946" cy="570173"/>
            </a:xfrm>
            <a:custGeom>
              <a:avLst/>
              <a:gdLst/>
              <a:ahLst/>
              <a:cxnLst/>
              <a:rect l="l" t="t" r="r" b="b"/>
              <a:pathLst>
                <a:path w="167" h="199" extrusionOk="0">
                  <a:moveTo>
                    <a:pt x="165" y="163"/>
                  </a:moveTo>
                  <a:cubicBezTo>
                    <a:pt x="164" y="154"/>
                    <a:pt x="162" y="144"/>
                    <a:pt x="159" y="135"/>
                  </a:cubicBezTo>
                  <a:cubicBezTo>
                    <a:pt x="154" y="115"/>
                    <a:pt x="145" y="96"/>
                    <a:pt x="136" y="78"/>
                  </a:cubicBezTo>
                  <a:cubicBezTo>
                    <a:pt x="120" y="47"/>
                    <a:pt x="99" y="13"/>
                    <a:pt x="63" y="4"/>
                  </a:cubicBezTo>
                  <a:cubicBezTo>
                    <a:pt x="45" y="0"/>
                    <a:pt x="24" y="2"/>
                    <a:pt x="11" y="14"/>
                  </a:cubicBezTo>
                  <a:cubicBezTo>
                    <a:pt x="4" y="20"/>
                    <a:pt x="0" y="28"/>
                    <a:pt x="2" y="37"/>
                  </a:cubicBezTo>
                  <a:cubicBezTo>
                    <a:pt x="4" y="46"/>
                    <a:pt x="11" y="54"/>
                    <a:pt x="16" y="61"/>
                  </a:cubicBezTo>
                  <a:cubicBezTo>
                    <a:pt x="15" y="62"/>
                    <a:pt x="16" y="62"/>
                    <a:pt x="16" y="63"/>
                  </a:cubicBezTo>
                  <a:cubicBezTo>
                    <a:pt x="27" y="75"/>
                    <a:pt x="37" y="89"/>
                    <a:pt x="50" y="99"/>
                  </a:cubicBezTo>
                  <a:cubicBezTo>
                    <a:pt x="62" y="108"/>
                    <a:pt x="72" y="120"/>
                    <a:pt x="79" y="133"/>
                  </a:cubicBezTo>
                  <a:cubicBezTo>
                    <a:pt x="86" y="147"/>
                    <a:pt x="90" y="162"/>
                    <a:pt x="98" y="175"/>
                  </a:cubicBezTo>
                  <a:cubicBezTo>
                    <a:pt x="106" y="188"/>
                    <a:pt x="119" y="199"/>
                    <a:pt x="135" y="199"/>
                  </a:cubicBezTo>
                  <a:cubicBezTo>
                    <a:pt x="144" y="198"/>
                    <a:pt x="152" y="193"/>
                    <a:pt x="158" y="187"/>
                  </a:cubicBezTo>
                  <a:cubicBezTo>
                    <a:pt x="166" y="180"/>
                    <a:pt x="167" y="174"/>
                    <a:pt x="165" y="163"/>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767;p42">
              <a:extLst>
                <a:ext uri="{FF2B5EF4-FFF2-40B4-BE49-F238E27FC236}">
                  <a16:creationId xmlns:a16="http://schemas.microsoft.com/office/drawing/2014/main" id="{809C6F8D-354F-2649-A14B-131F3F592F4E}"/>
                </a:ext>
              </a:extLst>
            </p:cNvPr>
            <p:cNvSpPr/>
            <p:nvPr/>
          </p:nvSpPr>
          <p:spPr>
            <a:xfrm>
              <a:off x="2589065" y="1647444"/>
              <a:ext cx="1109934" cy="1376006"/>
            </a:xfrm>
            <a:custGeom>
              <a:avLst/>
              <a:gdLst/>
              <a:ahLst/>
              <a:cxnLst/>
              <a:rect l="l" t="t" r="r" b="b"/>
              <a:pathLst>
                <a:path w="388" h="480" extrusionOk="0">
                  <a:moveTo>
                    <a:pt x="384" y="437"/>
                  </a:moveTo>
                  <a:cubicBezTo>
                    <a:pt x="382" y="436"/>
                    <a:pt x="379" y="436"/>
                    <a:pt x="377" y="438"/>
                  </a:cubicBezTo>
                  <a:cubicBezTo>
                    <a:pt x="376" y="438"/>
                    <a:pt x="376" y="438"/>
                    <a:pt x="375" y="439"/>
                  </a:cubicBezTo>
                  <a:cubicBezTo>
                    <a:pt x="362" y="412"/>
                    <a:pt x="359" y="381"/>
                    <a:pt x="342" y="355"/>
                  </a:cubicBezTo>
                  <a:cubicBezTo>
                    <a:pt x="336" y="344"/>
                    <a:pt x="327" y="332"/>
                    <a:pt x="314" y="327"/>
                  </a:cubicBezTo>
                  <a:cubicBezTo>
                    <a:pt x="303" y="322"/>
                    <a:pt x="290" y="325"/>
                    <a:pt x="278" y="328"/>
                  </a:cubicBezTo>
                  <a:cubicBezTo>
                    <a:pt x="269" y="331"/>
                    <a:pt x="263" y="325"/>
                    <a:pt x="257" y="317"/>
                  </a:cubicBezTo>
                  <a:cubicBezTo>
                    <a:pt x="230" y="281"/>
                    <a:pt x="208" y="242"/>
                    <a:pt x="187" y="202"/>
                  </a:cubicBezTo>
                  <a:cubicBezTo>
                    <a:pt x="177" y="183"/>
                    <a:pt x="167" y="162"/>
                    <a:pt x="157" y="142"/>
                  </a:cubicBezTo>
                  <a:cubicBezTo>
                    <a:pt x="155" y="139"/>
                    <a:pt x="154" y="135"/>
                    <a:pt x="152" y="131"/>
                  </a:cubicBezTo>
                  <a:cubicBezTo>
                    <a:pt x="152" y="103"/>
                    <a:pt x="147" y="74"/>
                    <a:pt x="127" y="54"/>
                  </a:cubicBezTo>
                  <a:cubicBezTo>
                    <a:pt x="127" y="53"/>
                    <a:pt x="127" y="53"/>
                    <a:pt x="127" y="53"/>
                  </a:cubicBezTo>
                  <a:cubicBezTo>
                    <a:pt x="119" y="34"/>
                    <a:pt x="105" y="18"/>
                    <a:pt x="86" y="9"/>
                  </a:cubicBezTo>
                  <a:cubicBezTo>
                    <a:pt x="66" y="0"/>
                    <a:pt x="44" y="0"/>
                    <a:pt x="25" y="7"/>
                  </a:cubicBezTo>
                  <a:cubicBezTo>
                    <a:pt x="22" y="7"/>
                    <a:pt x="20" y="7"/>
                    <a:pt x="19" y="9"/>
                  </a:cubicBezTo>
                  <a:cubicBezTo>
                    <a:pt x="10" y="22"/>
                    <a:pt x="0" y="39"/>
                    <a:pt x="8" y="55"/>
                  </a:cubicBezTo>
                  <a:cubicBezTo>
                    <a:pt x="9" y="58"/>
                    <a:pt x="12" y="61"/>
                    <a:pt x="14" y="63"/>
                  </a:cubicBezTo>
                  <a:cubicBezTo>
                    <a:pt x="19" y="66"/>
                    <a:pt x="22" y="69"/>
                    <a:pt x="25" y="74"/>
                  </a:cubicBezTo>
                  <a:cubicBezTo>
                    <a:pt x="29" y="81"/>
                    <a:pt x="35" y="86"/>
                    <a:pt x="42" y="91"/>
                  </a:cubicBezTo>
                  <a:cubicBezTo>
                    <a:pt x="64" y="108"/>
                    <a:pt x="81" y="130"/>
                    <a:pt x="97" y="152"/>
                  </a:cubicBezTo>
                  <a:cubicBezTo>
                    <a:pt x="116" y="235"/>
                    <a:pt x="136" y="319"/>
                    <a:pt x="177" y="394"/>
                  </a:cubicBezTo>
                  <a:cubicBezTo>
                    <a:pt x="181" y="401"/>
                    <a:pt x="185" y="407"/>
                    <a:pt x="189" y="414"/>
                  </a:cubicBezTo>
                  <a:cubicBezTo>
                    <a:pt x="202" y="436"/>
                    <a:pt x="219" y="459"/>
                    <a:pt x="244" y="469"/>
                  </a:cubicBezTo>
                  <a:cubicBezTo>
                    <a:pt x="272" y="480"/>
                    <a:pt x="301" y="479"/>
                    <a:pt x="329" y="469"/>
                  </a:cubicBezTo>
                  <a:cubicBezTo>
                    <a:pt x="339" y="465"/>
                    <a:pt x="350" y="463"/>
                    <a:pt x="360" y="458"/>
                  </a:cubicBezTo>
                  <a:cubicBezTo>
                    <a:pt x="369" y="453"/>
                    <a:pt x="377" y="446"/>
                    <a:pt x="386" y="440"/>
                  </a:cubicBezTo>
                  <a:cubicBezTo>
                    <a:pt x="388" y="439"/>
                    <a:pt x="385" y="437"/>
                    <a:pt x="384" y="437"/>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768;p42">
              <a:extLst>
                <a:ext uri="{FF2B5EF4-FFF2-40B4-BE49-F238E27FC236}">
                  <a16:creationId xmlns:a16="http://schemas.microsoft.com/office/drawing/2014/main" id="{10E5C591-0DE6-1F2B-FF02-C301F4B86AD3}"/>
                </a:ext>
              </a:extLst>
            </p:cNvPr>
            <p:cNvSpPr/>
            <p:nvPr/>
          </p:nvSpPr>
          <p:spPr>
            <a:xfrm>
              <a:off x="2619474" y="1373763"/>
              <a:ext cx="380114" cy="501747"/>
            </a:xfrm>
            <a:custGeom>
              <a:avLst/>
              <a:gdLst/>
              <a:ahLst/>
              <a:cxnLst/>
              <a:rect l="l" t="t" r="r" b="b"/>
              <a:pathLst>
                <a:path w="132" h="173" extrusionOk="0">
                  <a:moveTo>
                    <a:pt x="130" y="140"/>
                  </a:moveTo>
                  <a:cubicBezTo>
                    <a:pt x="126" y="135"/>
                    <a:pt x="120" y="130"/>
                    <a:pt x="116" y="126"/>
                  </a:cubicBezTo>
                  <a:cubicBezTo>
                    <a:pt x="107" y="117"/>
                    <a:pt x="98" y="108"/>
                    <a:pt x="88" y="100"/>
                  </a:cubicBezTo>
                  <a:cubicBezTo>
                    <a:pt x="86" y="98"/>
                    <a:pt x="83" y="97"/>
                    <a:pt x="81" y="96"/>
                  </a:cubicBezTo>
                  <a:cubicBezTo>
                    <a:pt x="92" y="99"/>
                    <a:pt x="104" y="103"/>
                    <a:pt x="115" y="97"/>
                  </a:cubicBezTo>
                  <a:cubicBezTo>
                    <a:pt x="119" y="95"/>
                    <a:pt x="126" y="90"/>
                    <a:pt x="124" y="85"/>
                  </a:cubicBezTo>
                  <a:cubicBezTo>
                    <a:pt x="122" y="81"/>
                    <a:pt x="117" y="80"/>
                    <a:pt x="114" y="79"/>
                  </a:cubicBezTo>
                  <a:cubicBezTo>
                    <a:pt x="110" y="77"/>
                    <a:pt x="105" y="75"/>
                    <a:pt x="101" y="73"/>
                  </a:cubicBezTo>
                  <a:cubicBezTo>
                    <a:pt x="91" y="69"/>
                    <a:pt x="82" y="65"/>
                    <a:pt x="72" y="61"/>
                  </a:cubicBezTo>
                  <a:cubicBezTo>
                    <a:pt x="65" y="58"/>
                    <a:pt x="58" y="55"/>
                    <a:pt x="50" y="57"/>
                  </a:cubicBezTo>
                  <a:cubicBezTo>
                    <a:pt x="46" y="57"/>
                    <a:pt x="43" y="58"/>
                    <a:pt x="40" y="60"/>
                  </a:cubicBezTo>
                  <a:cubicBezTo>
                    <a:pt x="41" y="57"/>
                    <a:pt x="42" y="53"/>
                    <a:pt x="44" y="50"/>
                  </a:cubicBezTo>
                  <a:cubicBezTo>
                    <a:pt x="49" y="41"/>
                    <a:pt x="59" y="36"/>
                    <a:pt x="65" y="27"/>
                  </a:cubicBezTo>
                  <a:cubicBezTo>
                    <a:pt x="68" y="23"/>
                    <a:pt x="73" y="11"/>
                    <a:pt x="67" y="6"/>
                  </a:cubicBezTo>
                  <a:cubicBezTo>
                    <a:pt x="60" y="0"/>
                    <a:pt x="51" y="8"/>
                    <a:pt x="46" y="12"/>
                  </a:cubicBezTo>
                  <a:cubicBezTo>
                    <a:pt x="37" y="19"/>
                    <a:pt x="29" y="26"/>
                    <a:pt x="21" y="34"/>
                  </a:cubicBezTo>
                  <a:cubicBezTo>
                    <a:pt x="15" y="40"/>
                    <a:pt x="7" y="47"/>
                    <a:pt x="4" y="55"/>
                  </a:cubicBezTo>
                  <a:cubicBezTo>
                    <a:pt x="0" y="65"/>
                    <a:pt x="2" y="77"/>
                    <a:pt x="2" y="87"/>
                  </a:cubicBezTo>
                  <a:cubicBezTo>
                    <a:pt x="2" y="99"/>
                    <a:pt x="2" y="111"/>
                    <a:pt x="2" y="123"/>
                  </a:cubicBezTo>
                  <a:cubicBezTo>
                    <a:pt x="2" y="124"/>
                    <a:pt x="3" y="125"/>
                    <a:pt x="5" y="125"/>
                  </a:cubicBezTo>
                  <a:cubicBezTo>
                    <a:pt x="13" y="146"/>
                    <a:pt x="29" y="161"/>
                    <a:pt x="48" y="172"/>
                  </a:cubicBezTo>
                  <a:cubicBezTo>
                    <a:pt x="50" y="173"/>
                    <a:pt x="53" y="172"/>
                    <a:pt x="55" y="172"/>
                  </a:cubicBezTo>
                  <a:cubicBezTo>
                    <a:pt x="56" y="171"/>
                    <a:pt x="57" y="171"/>
                    <a:pt x="58" y="170"/>
                  </a:cubicBezTo>
                  <a:cubicBezTo>
                    <a:pt x="65" y="165"/>
                    <a:pt x="76" y="160"/>
                    <a:pt x="84" y="164"/>
                  </a:cubicBezTo>
                  <a:cubicBezTo>
                    <a:pt x="92" y="167"/>
                    <a:pt x="98" y="169"/>
                    <a:pt x="106" y="169"/>
                  </a:cubicBezTo>
                  <a:cubicBezTo>
                    <a:pt x="113" y="168"/>
                    <a:pt x="115" y="165"/>
                    <a:pt x="112" y="159"/>
                  </a:cubicBezTo>
                  <a:cubicBezTo>
                    <a:pt x="111" y="158"/>
                    <a:pt x="110" y="157"/>
                    <a:pt x="109" y="156"/>
                  </a:cubicBezTo>
                  <a:cubicBezTo>
                    <a:pt x="116" y="155"/>
                    <a:pt x="123" y="153"/>
                    <a:pt x="128" y="148"/>
                  </a:cubicBezTo>
                  <a:cubicBezTo>
                    <a:pt x="131" y="145"/>
                    <a:pt x="132" y="143"/>
                    <a:pt x="130" y="140"/>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769;p42">
              <a:extLst>
                <a:ext uri="{FF2B5EF4-FFF2-40B4-BE49-F238E27FC236}">
                  <a16:creationId xmlns:a16="http://schemas.microsoft.com/office/drawing/2014/main" id="{0038B902-1EBE-0DA7-3BA2-6AD0CD1DB9C5}"/>
                </a:ext>
              </a:extLst>
            </p:cNvPr>
            <p:cNvSpPr/>
            <p:nvPr/>
          </p:nvSpPr>
          <p:spPr>
            <a:xfrm>
              <a:off x="3356898" y="2171998"/>
              <a:ext cx="547366" cy="1071922"/>
            </a:xfrm>
            <a:custGeom>
              <a:avLst/>
              <a:gdLst/>
              <a:ahLst/>
              <a:cxnLst/>
              <a:rect l="l" t="t" r="r" b="b"/>
              <a:pathLst>
                <a:path w="191" h="375" extrusionOk="0">
                  <a:moveTo>
                    <a:pt x="182" y="259"/>
                  </a:moveTo>
                  <a:cubicBezTo>
                    <a:pt x="182" y="247"/>
                    <a:pt x="183" y="235"/>
                    <a:pt x="184" y="223"/>
                  </a:cubicBezTo>
                  <a:cubicBezTo>
                    <a:pt x="187" y="199"/>
                    <a:pt x="191" y="174"/>
                    <a:pt x="189" y="150"/>
                  </a:cubicBezTo>
                  <a:cubicBezTo>
                    <a:pt x="187" y="122"/>
                    <a:pt x="174" y="96"/>
                    <a:pt x="164" y="71"/>
                  </a:cubicBezTo>
                  <a:cubicBezTo>
                    <a:pt x="155" y="47"/>
                    <a:pt x="147" y="21"/>
                    <a:pt x="129" y="2"/>
                  </a:cubicBezTo>
                  <a:cubicBezTo>
                    <a:pt x="128" y="1"/>
                    <a:pt x="126" y="0"/>
                    <a:pt x="125" y="0"/>
                  </a:cubicBezTo>
                  <a:cubicBezTo>
                    <a:pt x="122" y="0"/>
                    <a:pt x="120" y="0"/>
                    <a:pt x="118" y="1"/>
                  </a:cubicBezTo>
                  <a:cubicBezTo>
                    <a:pt x="73" y="41"/>
                    <a:pt x="57" y="109"/>
                    <a:pt x="3" y="139"/>
                  </a:cubicBezTo>
                  <a:cubicBezTo>
                    <a:pt x="0" y="141"/>
                    <a:pt x="2" y="143"/>
                    <a:pt x="4" y="144"/>
                  </a:cubicBezTo>
                  <a:cubicBezTo>
                    <a:pt x="24" y="151"/>
                    <a:pt x="41" y="165"/>
                    <a:pt x="53" y="183"/>
                  </a:cubicBezTo>
                  <a:cubicBezTo>
                    <a:pt x="65" y="203"/>
                    <a:pt x="69" y="227"/>
                    <a:pt x="72" y="250"/>
                  </a:cubicBezTo>
                  <a:cubicBezTo>
                    <a:pt x="75" y="271"/>
                    <a:pt x="79" y="293"/>
                    <a:pt x="89" y="312"/>
                  </a:cubicBezTo>
                  <a:cubicBezTo>
                    <a:pt x="98" y="331"/>
                    <a:pt x="111" y="347"/>
                    <a:pt x="127" y="360"/>
                  </a:cubicBezTo>
                  <a:cubicBezTo>
                    <a:pt x="133" y="366"/>
                    <a:pt x="142" y="375"/>
                    <a:pt x="151" y="373"/>
                  </a:cubicBezTo>
                  <a:cubicBezTo>
                    <a:pt x="159" y="371"/>
                    <a:pt x="167" y="362"/>
                    <a:pt x="172" y="356"/>
                  </a:cubicBezTo>
                  <a:cubicBezTo>
                    <a:pt x="186" y="339"/>
                    <a:pt x="189" y="318"/>
                    <a:pt x="186" y="296"/>
                  </a:cubicBezTo>
                  <a:cubicBezTo>
                    <a:pt x="184" y="284"/>
                    <a:pt x="182" y="272"/>
                    <a:pt x="182" y="25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770;p42">
              <a:extLst>
                <a:ext uri="{FF2B5EF4-FFF2-40B4-BE49-F238E27FC236}">
                  <a16:creationId xmlns:a16="http://schemas.microsoft.com/office/drawing/2014/main" id="{B21691D7-9FE8-00E4-2F56-9200C51FD058}"/>
                </a:ext>
              </a:extLst>
            </p:cNvPr>
            <p:cNvSpPr/>
            <p:nvPr/>
          </p:nvSpPr>
          <p:spPr>
            <a:xfrm>
              <a:off x="2680292" y="1632240"/>
              <a:ext cx="167250" cy="83627"/>
            </a:xfrm>
            <a:custGeom>
              <a:avLst/>
              <a:gdLst/>
              <a:ahLst/>
              <a:cxnLst/>
              <a:rect l="l" t="t" r="r" b="b"/>
              <a:pathLst>
                <a:path w="59" h="29" extrusionOk="0">
                  <a:moveTo>
                    <a:pt x="57" y="4"/>
                  </a:moveTo>
                  <a:cubicBezTo>
                    <a:pt x="56" y="4"/>
                    <a:pt x="54" y="4"/>
                    <a:pt x="52" y="4"/>
                  </a:cubicBezTo>
                  <a:cubicBezTo>
                    <a:pt x="49" y="3"/>
                    <a:pt x="46" y="2"/>
                    <a:pt x="43" y="2"/>
                  </a:cubicBezTo>
                  <a:cubicBezTo>
                    <a:pt x="40" y="1"/>
                    <a:pt x="36" y="0"/>
                    <a:pt x="34" y="2"/>
                  </a:cubicBezTo>
                  <a:cubicBezTo>
                    <a:pt x="33" y="2"/>
                    <a:pt x="32" y="3"/>
                    <a:pt x="31" y="4"/>
                  </a:cubicBezTo>
                  <a:cubicBezTo>
                    <a:pt x="30" y="5"/>
                    <a:pt x="29" y="7"/>
                    <a:pt x="28" y="8"/>
                  </a:cubicBezTo>
                  <a:cubicBezTo>
                    <a:pt x="26" y="10"/>
                    <a:pt x="23" y="12"/>
                    <a:pt x="21" y="15"/>
                  </a:cubicBezTo>
                  <a:cubicBezTo>
                    <a:pt x="14" y="19"/>
                    <a:pt x="7" y="23"/>
                    <a:pt x="1" y="27"/>
                  </a:cubicBezTo>
                  <a:cubicBezTo>
                    <a:pt x="0" y="28"/>
                    <a:pt x="1" y="29"/>
                    <a:pt x="1" y="29"/>
                  </a:cubicBezTo>
                  <a:cubicBezTo>
                    <a:pt x="2" y="29"/>
                    <a:pt x="3" y="29"/>
                    <a:pt x="4" y="28"/>
                  </a:cubicBezTo>
                  <a:cubicBezTo>
                    <a:pt x="10" y="24"/>
                    <a:pt x="16" y="20"/>
                    <a:pt x="23" y="17"/>
                  </a:cubicBezTo>
                  <a:cubicBezTo>
                    <a:pt x="23" y="17"/>
                    <a:pt x="24" y="17"/>
                    <a:pt x="24" y="17"/>
                  </a:cubicBezTo>
                  <a:cubicBezTo>
                    <a:pt x="25" y="16"/>
                    <a:pt x="25" y="16"/>
                    <a:pt x="25" y="16"/>
                  </a:cubicBezTo>
                  <a:cubicBezTo>
                    <a:pt x="26" y="15"/>
                    <a:pt x="28" y="14"/>
                    <a:pt x="29" y="14"/>
                  </a:cubicBezTo>
                  <a:cubicBezTo>
                    <a:pt x="38" y="9"/>
                    <a:pt x="46" y="5"/>
                    <a:pt x="56" y="6"/>
                  </a:cubicBezTo>
                  <a:cubicBezTo>
                    <a:pt x="57" y="6"/>
                    <a:pt x="58" y="6"/>
                    <a:pt x="59" y="5"/>
                  </a:cubicBezTo>
                  <a:cubicBezTo>
                    <a:pt x="59" y="4"/>
                    <a:pt x="58" y="4"/>
                    <a:pt x="57" y="4"/>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 name="Google Shape;771;p42">
              <a:extLst>
                <a:ext uri="{FF2B5EF4-FFF2-40B4-BE49-F238E27FC236}">
                  <a16:creationId xmlns:a16="http://schemas.microsoft.com/office/drawing/2014/main" id="{235B25A7-5D34-1E4B-8CF1-6927616A0811}"/>
                </a:ext>
              </a:extLst>
            </p:cNvPr>
            <p:cNvSpPr/>
            <p:nvPr/>
          </p:nvSpPr>
          <p:spPr>
            <a:xfrm>
              <a:off x="2710701" y="1731067"/>
              <a:ext cx="258478" cy="136841"/>
            </a:xfrm>
            <a:custGeom>
              <a:avLst/>
              <a:gdLst/>
              <a:ahLst/>
              <a:cxnLst/>
              <a:rect l="l" t="t" r="r" b="b"/>
              <a:pathLst>
                <a:path w="90" h="48" extrusionOk="0">
                  <a:moveTo>
                    <a:pt x="89" y="29"/>
                  </a:moveTo>
                  <a:cubicBezTo>
                    <a:pt x="88" y="29"/>
                    <a:pt x="87" y="29"/>
                    <a:pt x="86" y="29"/>
                  </a:cubicBezTo>
                  <a:cubicBezTo>
                    <a:pt x="86" y="29"/>
                    <a:pt x="85" y="30"/>
                    <a:pt x="85" y="30"/>
                  </a:cubicBezTo>
                  <a:cubicBezTo>
                    <a:pt x="84" y="30"/>
                    <a:pt x="84" y="30"/>
                    <a:pt x="84" y="30"/>
                  </a:cubicBezTo>
                  <a:cubicBezTo>
                    <a:pt x="84" y="30"/>
                    <a:pt x="84" y="30"/>
                    <a:pt x="84" y="30"/>
                  </a:cubicBezTo>
                  <a:cubicBezTo>
                    <a:pt x="84" y="30"/>
                    <a:pt x="84" y="30"/>
                    <a:pt x="84" y="30"/>
                  </a:cubicBezTo>
                  <a:cubicBezTo>
                    <a:pt x="83" y="30"/>
                    <a:pt x="83" y="30"/>
                    <a:pt x="83" y="30"/>
                  </a:cubicBezTo>
                  <a:cubicBezTo>
                    <a:pt x="82" y="30"/>
                    <a:pt x="82" y="30"/>
                    <a:pt x="82" y="30"/>
                  </a:cubicBezTo>
                  <a:cubicBezTo>
                    <a:pt x="81" y="30"/>
                    <a:pt x="81" y="30"/>
                    <a:pt x="81" y="30"/>
                  </a:cubicBezTo>
                  <a:cubicBezTo>
                    <a:pt x="81" y="30"/>
                    <a:pt x="80" y="30"/>
                    <a:pt x="79" y="30"/>
                  </a:cubicBezTo>
                  <a:cubicBezTo>
                    <a:pt x="78" y="30"/>
                    <a:pt x="77" y="30"/>
                    <a:pt x="77" y="29"/>
                  </a:cubicBezTo>
                  <a:cubicBezTo>
                    <a:pt x="76" y="29"/>
                    <a:pt x="76" y="29"/>
                    <a:pt x="76" y="29"/>
                  </a:cubicBezTo>
                  <a:cubicBezTo>
                    <a:pt x="73" y="26"/>
                    <a:pt x="71" y="24"/>
                    <a:pt x="69" y="21"/>
                  </a:cubicBezTo>
                  <a:cubicBezTo>
                    <a:pt x="65" y="16"/>
                    <a:pt x="62" y="11"/>
                    <a:pt x="58" y="6"/>
                  </a:cubicBezTo>
                  <a:cubicBezTo>
                    <a:pt x="53" y="2"/>
                    <a:pt x="48" y="0"/>
                    <a:pt x="42" y="0"/>
                  </a:cubicBezTo>
                  <a:cubicBezTo>
                    <a:pt x="35" y="0"/>
                    <a:pt x="29" y="2"/>
                    <a:pt x="23" y="5"/>
                  </a:cubicBezTo>
                  <a:cubicBezTo>
                    <a:pt x="16" y="8"/>
                    <a:pt x="9" y="11"/>
                    <a:pt x="1" y="14"/>
                  </a:cubicBezTo>
                  <a:cubicBezTo>
                    <a:pt x="0" y="14"/>
                    <a:pt x="1" y="15"/>
                    <a:pt x="1" y="15"/>
                  </a:cubicBezTo>
                  <a:cubicBezTo>
                    <a:pt x="2" y="16"/>
                    <a:pt x="3" y="16"/>
                    <a:pt x="4" y="15"/>
                  </a:cubicBezTo>
                  <a:cubicBezTo>
                    <a:pt x="22" y="8"/>
                    <a:pt x="22" y="8"/>
                    <a:pt x="22" y="8"/>
                  </a:cubicBezTo>
                  <a:cubicBezTo>
                    <a:pt x="28" y="5"/>
                    <a:pt x="34" y="3"/>
                    <a:pt x="40" y="2"/>
                  </a:cubicBezTo>
                  <a:cubicBezTo>
                    <a:pt x="46" y="1"/>
                    <a:pt x="51" y="3"/>
                    <a:pt x="55" y="8"/>
                  </a:cubicBezTo>
                  <a:cubicBezTo>
                    <a:pt x="56" y="10"/>
                    <a:pt x="58" y="12"/>
                    <a:pt x="59" y="14"/>
                  </a:cubicBezTo>
                  <a:cubicBezTo>
                    <a:pt x="61" y="17"/>
                    <a:pt x="63" y="19"/>
                    <a:pt x="65" y="21"/>
                  </a:cubicBezTo>
                  <a:cubicBezTo>
                    <a:pt x="69" y="27"/>
                    <a:pt x="73" y="31"/>
                    <a:pt x="78" y="36"/>
                  </a:cubicBezTo>
                  <a:cubicBezTo>
                    <a:pt x="78" y="36"/>
                    <a:pt x="78" y="36"/>
                    <a:pt x="78" y="36"/>
                  </a:cubicBezTo>
                  <a:cubicBezTo>
                    <a:pt x="76" y="39"/>
                    <a:pt x="73" y="41"/>
                    <a:pt x="69" y="42"/>
                  </a:cubicBezTo>
                  <a:cubicBezTo>
                    <a:pt x="65" y="43"/>
                    <a:pt x="61" y="42"/>
                    <a:pt x="58" y="40"/>
                  </a:cubicBezTo>
                  <a:cubicBezTo>
                    <a:pt x="53" y="38"/>
                    <a:pt x="49" y="36"/>
                    <a:pt x="45" y="34"/>
                  </a:cubicBezTo>
                  <a:cubicBezTo>
                    <a:pt x="43" y="34"/>
                    <a:pt x="41" y="34"/>
                    <a:pt x="39" y="35"/>
                  </a:cubicBezTo>
                  <a:cubicBezTo>
                    <a:pt x="37" y="36"/>
                    <a:pt x="35" y="38"/>
                    <a:pt x="34" y="39"/>
                  </a:cubicBezTo>
                  <a:cubicBezTo>
                    <a:pt x="29" y="42"/>
                    <a:pt x="25" y="45"/>
                    <a:pt x="20" y="46"/>
                  </a:cubicBezTo>
                  <a:cubicBezTo>
                    <a:pt x="19" y="47"/>
                    <a:pt x="18" y="47"/>
                    <a:pt x="19" y="48"/>
                  </a:cubicBezTo>
                  <a:cubicBezTo>
                    <a:pt x="20" y="48"/>
                    <a:pt x="21" y="48"/>
                    <a:pt x="22" y="48"/>
                  </a:cubicBezTo>
                  <a:cubicBezTo>
                    <a:pt x="26" y="46"/>
                    <a:pt x="31" y="44"/>
                    <a:pt x="35" y="42"/>
                  </a:cubicBezTo>
                  <a:cubicBezTo>
                    <a:pt x="36" y="41"/>
                    <a:pt x="38" y="39"/>
                    <a:pt x="40" y="38"/>
                  </a:cubicBezTo>
                  <a:cubicBezTo>
                    <a:pt x="41" y="37"/>
                    <a:pt x="42" y="36"/>
                    <a:pt x="43" y="36"/>
                  </a:cubicBezTo>
                  <a:cubicBezTo>
                    <a:pt x="43" y="36"/>
                    <a:pt x="44" y="37"/>
                    <a:pt x="44" y="37"/>
                  </a:cubicBezTo>
                  <a:cubicBezTo>
                    <a:pt x="45" y="37"/>
                    <a:pt x="45" y="37"/>
                    <a:pt x="46" y="38"/>
                  </a:cubicBezTo>
                  <a:cubicBezTo>
                    <a:pt x="54" y="41"/>
                    <a:pt x="62" y="46"/>
                    <a:pt x="71" y="44"/>
                  </a:cubicBezTo>
                  <a:cubicBezTo>
                    <a:pt x="76" y="43"/>
                    <a:pt x="79" y="41"/>
                    <a:pt x="82" y="37"/>
                  </a:cubicBezTo>
                  <a:cubicBezTo>
                    <a:pt x="82" y="37"/>
                    <a:pt x="82" y="37"/>
                    <a:pt x="82" y="37"/>
                  </a:cubicBezTo>
                  <a:cubicBezTo>
                    <a:pt x="82" y="36"/>
                    <a:pt x="83" y="36"/>
                    <a:pt x="82" y="36"/>
                  </a:cubicBezTo>
                  <a:cubicBezTo>
                    <a:pt x="81" y="34"/>
                    <a:pt x="80" y="33"/>
                    <a:pt x="79" y="32"/>
                  </a:cubicBezTo>
                  <a:cubicBezTo>
                    <a:pt x="82" y="33"/>
                    <a:pt x="86" y="32"/>
                    <a:pt x="89" y="31"/>
                  </a:cubicBezTo>
                  <a:cubicBezTo>
                    <a:pt x="90" y="30"/>
                    <a:pt x="90" y="30"/>
                    <a:pt x="89" y="29"/>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 name="Google Shape;772;p42">
              <a:extLst>
                <a:ext uri="{FF2B5EF4-FFF2-40B4-BE49-F238E27FC236}">
                  <a16:creationId xmlns:a16="http://schemas.microsoft.com/office/drawing/2014/main" id="{ECBC5EDA-4BC5-9303-1CD0-FEA353D81FA7}"/>
                </a:ext>
              </a:extLst>
            </p:cNvPr>
            <p:cNvSpPr/>
            <p:nvPr/>
          </p:nvSpPr>
          <p:spPr>
            <a:xfrm>
              <a:off x="2619474" y="1548612"/>
              <a:ext cx="121636" cy="152045"/>
            </a:xfrm>
            <a:custGeom>
              <a:avLst/>
              <a:gdLst/>
              <a:ahLst/>
              <a:cxnLst/>
              <a:rect l="l" t="t" r="r" b="b"/>
              <a:pathLst>
                <a:path w="41" h="52" extrusionOk="0">
                  <a:moveTo>
                    <a:pt x="40" y="0"/>
                  </a:moveTo>
                  <a:cubicBezTo>
                    <a:pt x="39" y="0"/>
                    <a:pt x="38" y="0"/>
                    <a:pt x="37" y="0"/>
                  </a:cubicBezTo>
                  <a:cubicBezTo>
                    <a:pt x="25" y="11"/>
                    <a:pt x="14" y="23"/>
                    <a:pt x="7" y="37"/>
                  </a:cubicBezTo>
                  <a:cubicBezTo>
                    <a:pt x="4" y="41"/>
                    <a:pt x="2" y="46"/>
                    <a:pt x="0" y="50"/>
                  </a:cubicBezTo>
                  <a:cubicBezTo>
                    <a:pt x="0" y="51"/>
                    <a:pt x="4" y="52"/>
                    <a:pt x="4" y="50"/>
                  </a:cubicBezTo>
                  <a:cubicBezTo>
                    <a:pt x="11" y="36"/>
                    <a:pt x="20" y="22"/>
                    <a:pt x="31" y="11"/>
                  </a:cubicBezTo>
                  <a:cubicBezTo>
                    <a:pt x="34" y="7"/>
                    <a:pt x="37" y="4"/>
                    <a:pt x="41" y="1"/>
                  </a:cubicBezTo>
                  <a:cubicBezTo>
                    <a:pt x="41" y="1"/>
                    <a:pt x="41" y="0"/>
                    <a:pt x="40" y="0"/>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773;p42">
              <a:extLst>
                <a:ext uri="{FF2B5EF4-FFF2-40B4-BE49-F238E27FC236}">
                  <a16:creationId xmlns:a16="http://schemas.microsoft.com/office/drawing/2014/main" id="{935AD77C-3455-8CB6-7E85-FA819DF544F0}"/>
                </a:ext>
              </a:extLst>
            </p:cNvPr>
            <p:cNvSpPr/>
            <p:nvPr/>
          </p:nvSpPr>
          <p:spPr>
            <a:xfrm>
              <a:off x="2931170" y="1867907"/>
              <a:ext cx="76023" cy="159650"/>
            </a:xfrm>
            <a:custGeom>
              <a:avLst/>
              <a:gdLst/>
              <a:ahLst/>
              <a:cxnLst/>
              <a:rect l="l" t="t" r="r" b="b"/>
              <a:pathLst>
                <a:path w="25" h="56" extrusionOk="0">
                  <a:moveTo>
                    <a:pt x="13" y="8"/>
                  </a:moveTo>
                  <a:cubicBezTo>
                    <a:pt x="10" y="5"/>
                    <a:pt x="7" y="2"/>
                    <a:pt x="3" y="0"/>
                  </a:cubicBezTo>
                  <a:cubicBezTo>
                    <a:pt x="3" y="0"/>
                    <a:pt x="1" y="0"/>
                    <a:pt x="1" y="0"/>
                  </a:cubicBezTo>
                  <a:cubicBezTo>
                    <a:pt x="0" y="1"/>
                    <a:pt x="0" y="1"/>
                    <a:pt x="1" y="2"/>
                  </a:cubicBezTo>
                  <a:cubicBezTo>
                    <a:pt x="8" y="6"/>
                    <a:pt x="14" y="14"/>
                    <a:pt x="17" y="23"/>
                  </a:cubicBezTo>
                  <a:cubicBezTo>
                    <a:pt x="20" y="33"/>
                    <a:pt x="19" y="44"/>
                    <a:pt x="15" y="54"/>
                  </a:cubicBezTo>
                  <a:cubicBezTo>
                    <a:pt x="14" y="56"/>
                    <a:pt x="18" y="56"/>
                    <a:pt x="18" y="55"/>
                  </a:cubicBezTo>
                  <a:cubicBezTo>
                    <a:pt x="25" y="39"/>
                    <a:pt x="24" y="21"/>
                    <a:pt x="13" y="8"/>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774;p42">
              <a:extLst>
                <a:ext uri="{FF2B5EF4-FFF2-40B4-BE49-F238E27FC236}">
                  <a16:creationId xmlns:a16="http://schemas.microsoft.com/office/drawing/2014/main" id="{28BB50CD-0B1E-657C-4005-0BFBCD4BC993}"/>
                </a:ext>
              </a:extLst>
            </p:cNvPr>
            <p:cNvSpPr/>
            <p:nvPr/>
          </p:nvSpPr>
          <p:spPr>
            <a:xfrm>
              <a:off x="3349293" y="2590124"/>
              <a:ext cx="144446" cy="220468"/>
            </a:xfrm>
            <a:custGeom>
              <a:avLst/>
              <a:gdLst/>
              <a:ahLst/>
              <a:cxnLst/>
              <a:rect l="l" t="t" r="r" b="b"/>
              <a:pathLst>
                <a:path w="52" h="77" extrusionOk="0">
                  <a:moveTo>
                    <a:pt x="19" y="17"/>
                  </a:moveTo>
                  <a:cubicBezTo>
                    <a:pt x="14" y="11"/>
                    <a:pt x="10" y="6"/>
                    <a:pt x="5" y="1"/>
                  </a:cubicBezTo>
                  <a:cubicBezTo>
                    <a:pt x="4" y="0"/>
                    <a:pt x="0" y="0"/>
                    <a:pt x="1" y="2"/>
                  </a:cubicBezTo>
                  <a:cubicBezTo>
                    <a:pt x="9" y="11"/>
                    <a:pt x="17" y="19"/>
                    <a:pt x="25" y="28"/>
                  </a:cubicBezTo>
                  <a:cubicBezTo>
                    <a:pt x="33" y="37"/>
                    <a:pt x="40" y="46"/>
                    <a:pt x="44" y="56"/>
                  </a:cubicBezTo>
                  <a:cubicBezTo>
                    <a:pt x="46" y="62"/>
                    <a:pt x="47" y="69"/>
                    <a:pt x="47" y="75"/>
                  </a:cubicBezTo>
                  <a:cubicBezTo>
                    <a:pt x="47" y="76"/>
                    <a:pt x="51" y="77"/>
                    <a:pt x="51" y="75"/>
                  </a:cubicBezTo>
                  <a:cubicBezTo>
                    <a:pt x="52" y="51"/>
                    <a:pt x="34" y="33"/>
                    <a:pt x="19" y="17"/>
                  </a:cubicBezTo>
                  <a:close/>
                </a:path>
              </a:pathLst>
            </a:custGeom>
            <a:solidFill>
              <a:srgbClr val="7D4B3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4" name="Google Shape;775;p42">
              <a:extLst>
                <a:ext uri="{FF2B5EF4-FFF2-40B4-BE49-F238E27FC236}">
                  <a16:creationId xmlns:a16="http://schemas.microsoft.com/office/drawing/2014/main" id="{746BD8D5-97B8-C586-22A8-9C3B01744ECF}"/>
                </a:ext>
              </a:extLst>
            </p:cNvPr>
            <p:cNvSpPr/>
            <p:nvPr/>
          </p:nvSpPr>
          <p:spPr>
            <a:xfrm>
              <a:off x="4223559" y="2331647"/>
              <a:ext cx="380115" cy="562567"/>
            </a:xfrm>
            <a:custGeom>
              <a:avLst/>
              <a:gdLst/>
              <a:ahLst/>
              <a:cxnLst/>
              <a:rect l="l" t="t" r="r" b="b"/>
              <a:pathLst>
                <a:path w="134" h="198" extrusionOk="0">
                  <a:moveTo>
                    <a:pt x="132" y="0"/>
                  </a:moveTo>
                  <a:cubicBezTo>
                    <a:pt x="131" y="0"/>
                    <a:pt x="130" y="0"/>
                    <a:pt x="129" y="1"/>
                  </a:cubicBezTo>
                  <a:cubicBezTo>
                    <a:pt x="117" y="11"/>
                    <a:pt x="106" y="23"/>
                    <a:pt x="97" y="36"/>
                  </a:cubicBezTo>
                  <a:cubicBezTo>
                    <a:pt x="88" y="48"/>
                    <a:pt x="81" y="61"/>
                    <a:pt x="74" y="74"/>
                  </a:cubicBezTo>
                  <a:cubicBezTo>
                    <a:pt x="67" y="88"/>
                    <a:pt x="60" y="101"/>
                    <a:pt x="53" y="115"/>
                  </a:cubicBezTo>
                  <a:cubicBezTo>
                    <a:pt x="46" y="128"/>
                    <a:pt x="39" y="142"/>
                    <a:pt x="32" y="155"/>
                  </a:cubicBezTo>
                  <a:cubicBezTo>
                    <a:pt x="24" y="168"/>
                    <a:pt x="16" y="180"/>
                    <a:pt x="6" y="191"/>
                  </a:cubicBezTo>
                  <a:cubicBezTo>
                    <a:pt x="4" y="193"/>
                    <a:pt x="3" y="194"/>
                    <a:pt x="2" y="196"/>
                  </a:cubicBezTo>
                  <a:cubicBezTo>
                    <a:pt x="0" y="197"/>
                    <a:pt x="5" y="198"/>
                    <a:pt x="6" y="197"/>
                  </a:cubicBezTo>
                  <a:cubicBezTo>
                    <a:pt x="16" y="186"/>
                    <a:pt x="25" y="174"/>
                    <a:pt x="33" y="161"/>
                  </a:cubicBezTo>
                  <a:cubicBezTo>
                    <a:pt x="41" y="148"/>
                    <a:pt x="48" y="135"/>
                    <a:pt x="55" y="122"/>
                  </a:cubicBezTo>
                  <a:cubicBezTo>
                    <a:pt x="61" y="108"/>
                    <a:pt x="68" y="94"/>
                    <a:pt x="75" y="81"/>
                  </a:cubicBezTo>
                  <a:cubicBezTo>
                    <a:pt x="82" y="68"/>
                    <a:pt x="89" y="55"/>
                    <a:pt x="98" y="42"/>
                  </a:cubicBezTo>
                  <a:cubicBezTo>
                    <a:pt x="107" y="29"/>
                    <a:pt x="117" y="17"/>
                    <a:pt x="128" y="6"/>
                  </a:cubicBezTo>
                  <a:cubicBezTo>
                    <a:pt x="130" y="5"/>
                    <a:pt x="131" y="3"/>
                    <a:pt x="133" y="2"/>
                  </a:cubicBezTo>
                  <a:cubicBezTo>
                    <a:pt x="134" y="1"/>
                    <a:pt x="133" y="0"/>
                    <a:pt x="132" y="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5" name="Google Shape;776;p42">
              <a:extLst>
                <a:ext uri="{FF2B5EF4-FFF2-40B4-BE49-F238E27FC236}">
                  <a16:creationId xmlns:a16="http://schemas.microsoft.com/office/drawing/2014/main" id="{A079A7CA-91E7-3191-BAAF-0DC541770208}"/>
                </a:ext>
              </a:extLst>
            </p:cNvPr>
            <p:cNvSpPr/>
            <p:nvPr/>
          </p:nvSpPr>
          <p:spPr>
            <a:xfrm>
              <a:off x="4139931" y="3243918"/>
              <a:ext cx="228068" cy="296491"/>
            </a:xfrm>
            <a:custGeom>
              <a:avLst/>
              <a:gdLst/>
              <a:ahLst/>
              <a:cxnLst/>
              <a:rect l="l" t="t" r="r" b="b"/>
              <a:pathLst>
                <a:path w="80" h="105" extrusionOk="0">
                  <a:moveTo>
                    <a:pt x="75" y="1"/>
                  </a:moveTo>
                  <a:cubicBezTo>
                    <a:pt x="60" y="31"/>
                    <a:pt x="42" y="58"/>
                    <a:pt x="21" y="83"/>
                  </a:cubicBezTo>
                  <a:cubicBezTo>
                    <a:pt x="15" y="90"/>
                    <a:pt x="8" y="97"/>
                    <a:pt x="2" y="103"/>
                  </a:cubicBezTo>
                  <a:cubicBezTo>
                    <a:pt x="0" y="105"/>
                    <a:pt x="5" y="105"/>
                    <a:pt x="6" y="104"/>
                  </a:cubicBezTo>
                  <a:cubicBezTo>
                    <a:pt x="29" y="81"/>
                    <a:pt x="49" y="55"/>
                    <a:pt x="66" y="27"/>
                  </a:cubicBezTo>
                  <a:cubicBezTo>
                    <a:pt x="70" y="19"/>
                    <a:pt x="75" y="10"/>
                    <a:pt x="79" y="2"/>
                  </a:cubicBezTo>
                  <a:cubicBezTo>
                    <a:pt x="80" y="0"/>
                    <a:pt x="75" y="0"/>
                    <a:pt x="75"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6" name="Google Shape;777;p42">
              <a:extLst>
                <a:ext uri="{FF2B5EF4-FFF2-40B4-BE49-F238E27FC236}">
                  <a16:creationId xmlns:a16="http://schemas.microsoft.com/office/drawing/2014/main" id="{642D8DFD-C65C-96DF-00E1-0B51B90CF108}"/>
                </a:ext>
              </a:extLst>
            </p:cNvPr>
            <p:cNvSpPr/>
            <p:nvPr/>
          </p:nvSpPr>
          <p:spPr>
            <a:xfrm>
              <a:off x="4573264" y="2894214"/>
              <a:ext cx="357311" cy="630989"/>
            </a:xfrm>
            <a:custGeom>
              <a:avLst/>
              <a:gdLst/>
              <a:ahLst/>
              <a:cxnLst/>
              <a:rect l="l" t="t" r="r" b="b"/>
              <a:pathLst>
                <a:path w="125" h="222" extrusionOk="0">
                  <a:moveTo>
                    <a:pt x="120" y="1"/>
                  </a:moveTo>
                  <a:cubicBezTo>
                    <a:pt x="109" y="32"/>
                    <a:pt x="97" y="62"/>
                    <a:pt x="83" y="92"/>
                  </a:cubicBezTo>
                  <a:cubicBezTo>
                    <a:pt x="70" y="121"/>
                    <a:pt x="54" y="150"/>
                    <a:pt x="35" y="177"/>
                  </a:cubicBezTo>
                  <a:cubicBezTo>
                    <a:pt x="25" y="192"/>
                    <a:pt x="14" y="206"/>
                    <a:pt x="2" y="220"/>
                  </a:cubicBezTo>
                  <a:cubicBezTo>
                    <a:pt x="0" y="222"/>
                    <a:pt x="5" y="222"/>
                    <a:pt x="6" y="221"/>
                  </a:cubicBezTo>
                  <a:cubicBezTo>
                    <a:pt x="27" y="197"/>
                    <a:pt x="46" y="170"/>
                    <a:pt x="62" y="142"/>
                  </a:cubicBezTo>
                  <a:cubicBezTo>
                    <a:pt x="79" y="113"/>
                    <a:pt x="93" y="84"/>
                    <a:pt x="105" y="53"/>
                  </a:cubicBezTo>
                  <a:cubicBezTo>
                    <a:pt x="112" y="36"/>
                    <a:pt x="119" y="19"/>
                    <a:pt x="125" y="2"/>
                  </a:cubicBezTo>
                  <a:cubicBezTo>
                    <a:pt x="125" y="0"/>
                    <a:pt x="121" y="0"/>
                    <a:pt x="120"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7" name="Google Shape;778;p42">
              <a:extLst>
                <a:ext uri="{FF2B5EF4-FFF2-40B4-BE49-F238E27FC236}">
                  <a16:creationId xmlns:a16="http://schemas.microsoft.com/office/drawing/2014/main" id="{51F5D268-1E4B-D36D-2767-7FB0B256A527}"/>
                </a:ext>
              </a:extLst>
            </p:cNvPr>
            <p:cNvSpPr/>
            <p:nvPr/>
          </p:nvSpPr>
          <p:spPr>
            <a:xfrm>
              <a:off x="5151037" y="2476088"/>
              <a:ext cx="68423" cy="547363"/>
            </a:xfrm>
            <a:custGeom>
              <a:avLst/>
              <a:gdLst/>
              <a:ahLst/>
              <a:cxnLst/>
              <a:rect l="l" t="t" r="r" b="b"/>
              <a:pathLst>
                <a:path w="23" h="192" extrusionOk="0">
                  <a:moveTo>
                    <a:pt x="10" y="77"/>
                  </a:moveTo>
                  <a:cubicBezTo>
                    <a:pt x="12" y="66"/>
                    <a:pt x="16" y="54"/>
                    <a:pt x="18" y="42"/>
                  </a:cubicBezTo>
                  <a:cubicBezTo>
                    <a:pt x="21" y="29"/>
                    <a:pt x="23" y="15"/>
                    <a:pt x="23" y="2"/>
                  </a:cubicBezTo>
                  <a:cubicBezTo>
                    <a:pt x="23" y="0"/>
                    <a:pt x="18" y="0"/>
                    <a:pt x="18" y="2"/>
                  </a:cubicBezTo>
                  <a:cubicBezTo>
                    <a:pt x="19" y="26"/>
                    <a:pt x="12" y="50"/>
                    <a:pt x="6" y="73"/>
                  </a:cubicBezTo>
                  <a:cubicBezTo>
                    <a:pt x="4" y="85"/>
                    <a:pt x="2" y="97"/>
                    <a:pt x="1" y="110"/>
                  </a:cubicBezTo>
                  <a:cubicBezTo>
                    <a:pt x="0" y="122"/>
                    <a:pt x="1" y="135"/>
                    <a:pt x="2" y="148"/>
                  </a:cubicBezTo>
                  <a:cubicBezTo>
                    <a:pt x="3" y="162"/>
                    <a:pt x="5" y="176"/>
                    <a:pt x="8" y="191"/>
                  </a:cubicBezTo>
                  <a:cubicBezTo>
                    <a:pt x="8" y="192"/>
                    <a:pt x="12" y="192"/>
                    <a:pt x="12" y="191"/>
                  </a:cubicBezTo>
                  <a:cubicBezTo>
                    <a:pt x="8" y="165"/>
                    <a:pt x="5" y="140"/>
                    <a:pt x="5" y="114"/>
                  </a:cubicBezTo>
                  <a:cubicBezTo>
                    <a:pt x="6" y="102"/>
                    <a:pt x="7" y="89"/>
                    <a:pt x="10" y="77"/>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8" name="Google Shape;779;p42">
              <a:extLst>
                <a:ext uri="{FF2B5EF4-FFF2-40B4-BE49-F238E27FC236}">
                  <a16:creationId xmlns:a16="http://schemas.microsoft.com/office/drawing/2014/main" id="{E57BA789-B181-CCB3-091F-3EB339203C1F}"/>
                </a:ext>
              </a:extLst>
            </p:cNvPr>
            <p:cNvSpPr/>
            <p:nvPr/>
          </p:nvSpPr>
          <p:spPr>
            <a:xfrm>
              <a:off x="5379106" y="2301238"/>
              <a:ext cx="91227" cy="509352"/>
            </a:xfrm>
            <a:custGeom>
              <a:avLst/>
              <a:gdLst/>
              <a:ahLst/>
              <a:cxnLst/>
              <a:rect l="l" t="t" r="r" b="b"/>
              <a:pathLst>
                <a:path w="31" h="177" extrusionOk="0">
                  <a:moveTo>
                    <a:pt x="21" y="36"/>
                  </a:moveTo>
                  <a:cubicBezTo>
                    <a:pt x="17" y="24"/>
                    <a:pt x="12" y="13"/>
                    <a:pt x="6" y="2"/>
                  </a:cubicBezTo>
                  <a:cubicBezTo>
                    <a:pt x="5" y="0"/>
                    <a:pt x="0" y="1"/>
                    <a:pt x="1" y="2"/>
                  </a:cubicBezTo>
                  <a:cubicBezTo>
                    <a:pt x="13" y="22"/>
                    <a:pt x="20" y="43"/>
                    <a:pt x="24" y="65"/>
                  </a:cubicBezTo>
                  <a:cubicBezTo>
                    <a:pt x="28" y="88"/>
                    <a:pt x="27" y="112"/>
                    <a:pt x="24" y="135"/>
                  </a:cubicBezTo>
                  <a:cubicBezTo>
                    <a:pt x="23" y="149"/>
                    <a:pt x="20" y="162"/>
                    <a:pt x="17" y="175"/>
                  </a:cubicBezTo>
                  <a:cubicBezTo>
                    <a:pt x="16" y="177"/>
                    <a:pt x="21" y="177"/>
                    <a:pt x="21" y="175"/>
                  </a:cubicBezTo>
                  <a:cubicBezTo>
                    <a:pt x="27" y="152"/>
                    <a:pt x="31" y="128"/>
                    <a:pt x="31" y="103"/>
                  </a:cubicBezTo>
                  <a:cubicBezTo>
                    <a:pt x="31" y="81"/>
                    <a:pt x="28" y="58"/>
                    <a:pt x="21" y="36"/>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9" name="Google Shape;780;p42">
              <a:extLst>
                <a:ext uri="{FF2B5EF4-FFF2-40B4-BE49-F238E27FC236}">
                  <a16:creationId xmlns:a16="http://schemas.microsoft.com/office/drawing/2014/main" id="{0E53E7BB-0E22-21E6-190F-919E5452544E}"/>
                </a:ext>
              </a:extLst>
            </p:cNvPr>
            <p:cNvSpPr/>
            <p:nvPr/>
          </p:nvSpPr>
          <p:spPr>
            <a:xfrm>
              <a:off x="3752217" y="2430474"/>
              <a:ext cx="159650" cy="729818"/>
            </a:xfrm>
            <a:custGeom>
              <a:avLst/>
              <a:gdLst/>
              <a:ahLst/>
              <a:cxnLst/>
              <a:rect l="l" t="t" r="r" b="b"/>
              <a:pathLst>
                <a:path w="57" h="256" extrusionOk="0">
                  <a:moveTo>
                    <a:pt x="55" y="100"/>
                  </a:moveTo>
                  <a:cubicBezTo>
                    <a:pt x="57" y="84"/>
                    <a:pt x="57" y="67"/>
                    <a:pt x="53" y="51"/>
                  </a:cubicBezTo>
                  <a:cubicBezTo>
                    <a:pt x="49" y="35"/>
                    <a:pt x="41" y="20"/>
                    <a:pt x="32" y="6"/>
                  </a:cubicBezTo>
                  <a:cubicBezTo>
                    <a:pt x="31" y="5"/>
                    <a:pt x="29" y="3"/>
                    <a:pt x="28" y="1"/>
                  </a:cubicBezTo>
                  <a:cubicBezTo>
                    <a:pt x="28" y="0"/>
                    <a:pt x="26" y="0"/>
                    <a:pt x="25" y="0"/>
                  </a:cubicBezTo>
                  <a:cubicBezTo>
                    <a:pt x="25" y="1"/>
                    <a:pt x="23" y="1"/>
                    <a:pt x="24" y="2"/>
                  </a:cubicBezTo>
                  <a:cubicBezTo>
                    <a:pt x="34" y="15"/>
                    <a:pt x="42" y="30"/>
                    <a:pt x="47" y="45"/>
                  </a:cubicBezTo>
                  <a:cubicBezTo>
                    <a:pt x="51" y="61"/>
                    <a:pt x="53" y="78"/>
                    <a:pt x="51" y="94"/>
                  </a:cubicBezTo>
                  <a:cubicBezTo>
                    <a:pt x="49" y="111"/>
                    <a:pt x="43" y="128"/>
                    <a:pt x="39" y="144"/>
                  </a:cubicBezTo>
                  <a:cubicBezTo>
                    <a:pt x="39" y="145"/>
                    <a:pt x="39" y="145"/>
                    <a:pt x="39" y="145"/>
                  </a:cubicBezTo>
                  <a:cubicBezTo>
                    <a:pt x="33" y="117"/>
                    <a:pt x="18" y="93"/>
                    <a:pt x="10" y="67"/>
                  </a:cubicBezTo>
                  <a:cubicBezTo>
                    <a:pt x="8" y="59"/>
                    <a:pt x="6" y="51"/>
                    <a:pt x="5" y="42"/>
                  </a:cubicBezTo>
                  <a:cubicBezTo>
                    <a:pt x="5" y="41"/>
                    <a:pt x="0" y="41"/>
                    <a:pt x="1" y="42"/>
                  </a:cubicBezTo>
                  <a:cubicBezTo>
                    <a:pt x="3" y="72"/>
                    <a:pt x="19" y="99"/>
                    <a:pt x="29" y="127"/>
                  </a:cubicBezTo>
                  <a:cubicBezTo>
                    <a:pt x="32" y="135"/>
                    <a:pt x="34" y="143"/>
                    <a:pt x="36" y="151"/>
                  </a:cubicBezTo>
                  <a:cubicBezTo>
                    <a:pt x="36" y="152"/>
                    <a:pt x="36" y="152"/>
                    <a:pt x="37" y="152"/>
                  </a:cubicBezTo>
                  <a:cubicBezTo>
                    <a:pt x="36" y="158"/>
                    <a:pt x="35" y="164"/>
                    <a:pt x="35" y="169"/>
                  </a:cubicBezTo>
                  <a:cubicBezTo>
                    <a:pt x="34" y="178"/>
                    <a:pt x="34" y="187"/>
                    <a:pt x="36" y="195"/>
                  </a:cubicBezTo>
                  <a:cubicBezTo>
                    <a:pt x="39" y="213"/>
                    <a:pt x="46" y="230"/>
                    <a:pt x="41" y="248"/>
                  </a:cubicBezTo>
                  <a:cubicBezTo>
                    <a:pt x="41" y="250"/>
                    <a:pt x="40" y="252"/>
                    <a:pt x="39" y="254"/>
                  </a:cubicBezTo>
                  <a:cubicBezTo>
                    <a:pt x="38" y="256"/>
                    <a:pt x="43" y="256"/>
                    <a:pt x="43" y="255"/>
                  </a:cubicBezTo>
                  <a:cubicBezTo>
                    <a:pt x="51" y="238"/>
                    <a:pt x="46" y="220"/>
                    <a:pt x="42" y="203"/>
                  </a:cubicBezTo>
                  <a:cubicBezTo>
                    <a:pt x="40" y="194"/>
                    <a:pt x="39" y="185"/>
                    <a:pt x="39" y="176"/>
                  </a:cubicBezTo>
                  <a:cubicBezTo>
                    <a:pt x="39" y="168"/>
                    <a:pt x="40" y="159"/>
                    <a:pt x="42" y="151"/>
                  </a:cubicBezTo>
                  <a:cubicBezTo>
                    <a:pt x="46" y="134"/>
                    <a:pt x="52" y="117"/>
                    <a:pt x="55" y="1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540" name="Picture 539">
            <a:extLst>
              <a:ext uri="{FF2B5EF4-FFF2-40B4-BE49-F238E27FC236}">
                <a16:creationId xmlns:a16="http://schemas.microsoft.com/office/drawing/2014/main" id="{6B205601-25A9-F33C-D916-DDE841275580}"/>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6367762" y="136939"/>
            <a:ext cx="2506250" cy="998833"/>
          </a:xfrm>
          <a:prstGeom prst="rect">
            <a:avLst/>
          </a:prstGeom>
        </p:spPr>
      </p:pic>
      <p:sp>
        <p:nvSpPr>
          <p:cNvPr id="542" name="Slide Number Placeholder 541">
            <a:extLst>
              <a:ext uri="{FF2B5EF4-FFF2-40B4-BE49-F238E27FC236}">
                <a16:creationId xmlns:a16="http://schemas.microsoft.com/office/drawing/2014/main" id="{0536AD6A-AAB8-BC91-C3DF-03489357FE2B}"/>
              </a:ext>
            </a:extLst>
          </p:cNvPr>
          <p:cNvSpPr>
            <a:spLocks noGrp="1"/>
          </p:cNvSpPr>
          <p:nvPr>
            <p:ph type="sldNum" sz="quarter" idx="4"/>
          </p:nvPr>
        </p:nvSpPr>
        <p:spPr/>
        <p:txBody>
          <a:bodyPr/>
          <a:lstStyle/>
          <a:p>
            <a:fld id="{9B734CDD-9A74-423D-886C-51C237F4B489}" type="slidenum">
              <a:rPr lang="en-IN" smtClean="0"/>
              <a:t>1</a:t>
            </a:fld>
            <a:endParaRPr lang="en-IN"/>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25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39"/>
          <p:cNvSpPr txBox="1">
            <a:spLocks noGrp="1"/>
          </p:cNvSpPr>
          <p:nvPr>
            <p:ph type="title"/>
          </p:nvPr>
        </p:nvSpPr>
        <p:spPr>
          <a:xfrm>
            <a:off x="1214865" y="179944"/>
            <a:ext cx="4095341" cy="56162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sz="2400" dirty="0"/>
              <a:t>What is Blockchain?</a:t>
            </a:r>
          </a:p>
        </p:txBody>
      </p:sp>
      <p:sp>
        <p:nvSpPr>
          <p:cNvPr id="565" name="Google Shape;565;p39"/>
          <p:cNvSpPr txBox="1">
            <a:spLocks noGrp="1"/>
          </p:cNvSpPr>
          <p:nvPr>
            <p:ph type="subTitle" idx="1"/>
          </p:nvPr>
        </p:nvSpPr>
        <p:spPr>
          <a:xfrm>
            <a:off x="1421877" y="1591174"/>
            <a:ext cx="2532324" cy="2390924"/>
          </a:xfrm>
          <a:prstGeom prst="rect">
            <a:avLst/>
          </a:prstGeom>
        </p:spPr>
        <p:txBody>
          <a:bodyPr spcFirstLastPara="1" wrap="square" lIns="91425" tIns="91425" rIns="91425" bIns="91425" anchor="t" anchorCtr="0">
            <a:noAutofit/>
          </a:bodyPr>
          <a:lstStyle/>
          <a:p>
            <a:pPr marL="0" indent="0">
              <a:buClr>
                <a:schemeClr val="dk1"/>
              </a:buClr>
              <a:buSzPts val="1100"/>
              <a:buNone/>
            </a:pPr>
            <a:r>
              <a:rPr lang="en-US" dirty="0"/>
              <a:t>Blockchain is a </a:t>
            </a:r>
            <a:r>
              <a:rPr lang="en-US" b="1" dirty="0"/>
              <a:t>secure, decentralized digital ledger</a:t>
            </a:r>
            <a:r>
              <a:rPr lang="en-US" dirty="0"/>
              <a:t> where data is stored in </a:t>
            </a:r>
            <a:r>
              <a:rPr lang="en-US" b="1" dirty="0"/>
              <a:t>linked blocks</a:t>
            </a:r>
            <a:r>
              <a:rPr lang="en-US" dirty="0"/>
              <a:t>. It ensures </a:t>
            </a:r>
            <a:r>
              <a:rPr lang="en-US" b="1" dirty="0"/>
              <a:t>transparency, security, and immutability</a:t>
            </a:r>
            <a:r>
              <a:rPr lang="en-US" dirty="0"/>
              <a:t> in transactions.</a:t>
            </a:r>
          </a:p>
        </p:txBody>
      </p:sp>
      <p:grpSp>
        <p:nvGrpSpPr>
          <p:cNvPr id="566" name="Google Shape;566;p39"/>
          <p:cNvGrpSpPr/>
          <p:nvPr/>
        </p:nvGrpSpPr>
        <p:grpSpPr>
          <a:xfrm>
            <a:off x="100440" y="3217582"/>
            <a:ext cx="1285448" cy="1996339"/>
            <a:chOff x="3485769" y="165540"/>
            <a:chExt cx="3035861" cy="4739285"/>
          </a:xfrm>
        </p:grpSpPr>
        <p:sp>
          <p:nvSpPr>
            <p:cNvPr id="567" name="Google Shape;567;p39"/>
            <p:cNvSpPr/>
            <p:nvPr/>
          </p:nvSpPr>
          <p:spPr>
            <a:xfrm>
              <a:off x="3485769" y="165540"/>
              <a:ext cx="2590960" cy="1644385"/>
            </a:xfrm>
            <a:custGeom>
              <a:avLst/>
              <a:gdLst/>
              <a:ahLst/>
              <a:cxnLst/>
              <a:rect l="l" t="t" r="r" b="b"/>
              <a:pathLst>
                <a:path w="997" h="633" extrusionOk="0">
                  <a:moveTo>
                    <a:pt x="982" y="247"/>
                  </a:moveTo>
                  <a:cubicBezTo>
                    <a:pt x="978" y="237"/>
                    <a:pt x="974" y="228"/>
                    <a:pt x="968" y="220"/>
                  </a:cubicBezTo>
                  <a:cubicBezTo>
                    <a:pt x="959" y="207"/>
                    <a:pt x="949" y="195"/>
                    <a:pt x="940" y="183"/>
                  </a:cubicBezTo>
                  <a:cubicBezTo>
                    <a:pt x="926" y="162"/>
                    <a:pt x="916" y="138"/>
                    <a:pt x="903" y="117"/>
                  </a:cubicBezTo>
                  <a:cubicBezTo>
                    <a:pt x="860" y="48"/>
                    <a:pt x="769" y="13"/>
                    <a:pt x="691" y="34"/>
                  </a:cubicBezTo>
                  <a:cubicBezTo>
                    <a:pt x="620" y="53"/>
                    <a:pt x="572" y="81"/>
                    <a:pt x="497" y="56"/>
                  </a:cubicBezTo>
                  <a:cubicBezTo>
                    <a:pt x="456" y="43"/>
                    <a:pt x="417" y="23"/>
                    <a:pt x="375" y="17"/>
                  </a:cubicBezTo>
                  <a:cubicBezTo>
                    <a:pt x="258" y="0"/>
                    <a:pt x="196" y="104"/>
                    <a:pt x="96" y="138"/>
                  </a:cubicBezTo>
                  <a:cubicBezTo>
                    <a:pt x="64" y="149"/>
                    <a:pt x="38" y="175"/>
                    <a:pt x="19" y="202"/>
                  </a:cubicBezTo>
                  <a:cubicBezTo>
                    <a:pt x="8" y="220"/>
                    <a:pt x="0" y="241"/>
                    <a:pt x="4" y="261"/>
                  </a:cubicBezTo>
                  <a:cubicBezTo>
                    <a:pt x="8" y="277"/>
                    <a:pt x="18" y="290"/>
                    <a:pt x="23" y="306"/>
                  </a:cubicBezTo>
                  <a:cubicBezTo>
                    <a:pt x="28" y="324"/>
                    <a:pt x="28" y="344"/>
                    <a:pt x="28" y="363"/>
                  </a:cubicBezTo>
                  <a:cubicBezTo>
                    <a:pt x="26" y="404"/>
                    <a:pt x="18" y="446"/>
                    <a:pt x="27" y="486"/>
                  </a:cubicBezTo>
                  <a:cubicBezTo>
                    <a:pt x="31" y="506"/>
                    <a:pt x="40" y="525"/>
                    <a:pt x="53" y="541"/>
                  </a:cubicBezTo>
                  <a:cubicBezTo>
                    <a:pt x="82" y="578"/>
                    <a:pt x="128" y="599"/>
                    <a:pt x="174" y="608"/>
                  </a:cubicBezTo>
                  <a:cubicBezTo>
                    <a:pt x="200" y="614"/>
                    <a:pt x="226" y="616"/>
                    <a:pt x="253" y="615"/>
                  </a:cubicBezTo>
                  <a:cubicBezTo>
                    <a:pt x="299" y="614"/>
                    <a:pt x="345" y="603"/>
                    <a:pt x="390" y="608"/>
                  </a:cubicBezTo>
                  <a:cubicBezTo>
                    <a:pt x="417" y="611"/>
                    <a:pt x="443" y="618"/>
                    <a:pt x="470" y="622"/>
                  </a:cubicBezTo>
                  <a:cubicBezTo>
                    <a:pt x="493" y="625"/>
                    <a:pt x="514" y="621"/>
                    <a:pt x="537" y="620"/>
                  </a:cubicBezTo>
                  <a:cubicBezTo>
                    <a:pt x="586" y="620"/>
                    <a:pt x="641" y="633"/>
                    <a:pt x="686" y="606"/>
                  </a:cubicBezTo>
                  <a:cubicBezTo>
                    <a:pt x="700" y="598"/>
                    <a:pt x="712" y="586"/>
                    <a:pt x="727" y="577"/>
                  </a:cubicBezTo>
                  <a:cubicBezTo>
                    <a:pt x="759" y="559"/>
                    <a:pt x="799" y="560"/>
                    <a:pt x="834" y="546"/>
                  </a:cubicBezTo>
                  <a:cubicBezTo>
                    <a:pt x="901" y="519"/>
                    <a:pt x="938" y="434"/>
                    <a:pt x="972" y="375"/>
                  </a:cubicBezTo>
                  <a:cubicBezTo>
                    <a:pt x="994" y="336"/>
                    <a:pt x="997" y="288"/>
                    <a:pt x="982" y="24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8" name="Google Shape;568;p39"/>
            <p:cNvSpPr/>
            <p:nvPr/>
          </p:nvSpPr>
          <p:spPr>
            <a:xfrm>
              <a:off x="4131041" y="593497"/>
              <a:ext cx="1540758" cy="1036379"/>
            </a:xfrm>
            <a:custGeom>
              <a:avLst/>
              <a:gdLst/>
              <a:ahLst/>
              <a:cxnLst/>
              <a:rect l="l" t="t" r="r" b="b"/>
              <a:pathLst>
                <a:path w="592" h="399" extrusionOk="0">
                  <a:moveTo>
                    <a:pt x="230" y="399"/>
                  </a:moveTo>
                  <a:cubicBezTo>
                    <a:pt x="219" y="389"/>
                    <a:pt x="209" y="378"/>
                    <a:pt x="200" y="366"/>
                  </a:cubicBezTo>
                  <a:cubicBezTo>
                    <a:pt x="196" y="367"/>
                    <a:pt x="192" y="368"/>
                    <a:pt x="189" y="369"/>
                  </a:cubicBezTo>
                  <a:cubicBezTo>
                    <a:pt x="151" y="378"/>
                    <a:pt x="118" y="377"/>
                    <a:pt x="91" y="367"/>
                  </a:cubicBezTo>
                  <a:cubicBezTo>
                    <a:pt x="77" y="362"/>
                    <a:pt x="62" y="354"/>
                    <a:pt x="47" y="342"/>
                  </a:cubicBezTo>
                  <a:cubicBezTo>
                    <a:pt x="23" y="323"/>
                    <a:pt x="9" y="304"/>
                    <a:pt x="5" y="284"/>
                  </a:cubicBezTo>
                  <a:cubicBezTo>
                    <a:pt x="0" y="263"/>
                    <a:pt x="6" y="243"/>
                    <a:pt x="13" y="225"/>
                  </a:cubicBezTo>
                  <a:cubicBezTo>
                    <a:pt x="19" y="205"/>
                    <a:pt x="27" y="188"/>
                    <a:pt x="34" y="174"/>
                  </a:cubicBezTo>
                  <a:cubicBezTo>
                    <a:pt x="28" y="145"/>
                    <a:pt x="31" y="111"/>
                    <a:pt x="44" y="89"/>
                  </a:cubicBezTo>
                  <a:cubicBezTo>
                    <a:pt x="60" y="61"/>
                    <a:pt x="88" y="38"/>
                    <a:pt x="122" y="23"/>
                  </a:cubicBezTo>
                  <a:cubicBezTo>
                    <a:pt x="150" y="10"/>
                    <a:pt x="183" y="3"/>
                    <a:pt x="222" y="1"/>
                  </a:cubicBezTo>
                  <a:cubicBezTo>
                    <a:pt x="249" y="0"/>
                    <a:pt x="270" y="2"/>
                    <a:pt x="290" y="6"/>
                  </a:cubicBezTo>
                  <a:cubicBezTo>
                    <a:pt x="291" y="6"/>
                    <a:pt x="292" y="7"/>
                    <a:pt x="293" y="7"/>
                  </a:cubicBezTo>
                  <a:cubicBezTo>
                    <a:pt x="306" y="10"/>
                    <a:pt x="326" y="15"/>
                    <a:pt x="334" y="25"/>
                  </a:cubicBezTo>
                  <a:cubicBezTo>
                    <a:pt x="339" y="32"/>
                    <a:pt x="336" y="42"/>
                    <a:pt x="330" y="48"/>
                  </a:cubicBezTo>
                  <a:cubicBezTo>
                    <a:pt x="325" y="53"/>
                    <a:pt x="317" y="56"/>
                    <a:pt x="310" y="58"/>
                  </a:cubicBezTo>
                  <a:cubicBezTo>
                    <a:pt x="309" y="58"/>
                    <a:pt x="307" y="59"/>
                    <a:pt x="306" y="59"/>
                  </a:cubicBezTo>
                  <a:cubicBezTo>
                    <a:pt x="277" y="68"/>
                    <a:pt x="247" y="73"/>
                    <a:pt x="218" y="79"/>
                  </a:cubicBezTo>
                  <a:cubicBezTo>
                    <a:pt x="182" y="85"/>
                    <a:pt x="145" y="92"/>
                    <a:pt x="110" y="104"/>
                  </a:cubicBezTo>
                  <a:cubicBezTo>
                    <a:pt x="83" y="114"/>
                    <a:pt x="59" y="137"/>
                    <a:pt x="39" y="175"/>
                  </a:cubicBezTo>
                  <a:cubicBezTo>
                    <a:pt x="41" y="181"/>
                    <a:pt x="43" y="187"/>
                    <a:pt x="45" y="193"/>
                  </a:cubicBezTo>
                  <a:cubicBezTo>
                    <a:pt x="52" y="208"/>
                    <a:pt x="66" y="219"/>
                    <a:pt x="77" y="228"/>
                  </a:cubicBezTo>
                  <a:cubicBezTo>
                    <a:pt x="81" y="231"/>
                    <a:pt x="81" y="231"/>
                    <a:pt x="81" y="231"/>
                  </a:cubicBezTo>
                  <a:cubicBezTo>
                    <a:pt x="109" y="254"/>
                    <a:pt x="137" y="277"/>
                    <a:pt x="160" y="305"/>
                  </a:cubicBezTo>
                  <a:cubicBezTo>
                    <a:pt x="170" y="317"/>
                    <a:pt x="179" y="329"/>
                    <a:pt x="188" y="341"/>
                  </a:cubicBezTo>
                  <a:cubicBezTo>
                    <a:pt x="192" y="348"/>
                    <a:pt x="197" y="354"/>
                    <a:pt x="202" y="361"/>
                  </a:cubicBezTo>
                  <a:cubicBezTo>
                    <a:pt x="241" y="350"/>
                    <a:pt x="276" y="330"/>
                    <a:pt x="304" y="305"/>
                  </a:cubicBezTo>
                  <a:cubicBezTo>
                    <a:pt x="338" y="274"/>
                    <a:pt x="361" y="234"/>
                    <a:pt x="368" y="192"/>
                  </a:cubicBezTo>
                  <a:cubicBezTo>
                    <a:pt x="369" y="187"/>
                    <a:pt x="370" y="181"/>
                    <a:pt x="369" y="174"/>
                  </a:cubicBezTo>
                  <a:cubicBezTo>
                    <a:pt x="354" y="204"/>
                    <a:pt x="335" y="229"/>
                    <a:pt x="313" y="246"/>
                  </a:cubicBezTo>
                  <a:cubicBezTo>
                    <a:pt x="288" y="267"/>
                    <a:pt x="258" y="278"/>
                    <a:pt x="226" y="279"/>
                  </a:cubicBezTo>
                  <a:cubicBezTo>
                    <a:pt x="197" y="280"/>
                    <a:pt x="145" y="268"/>
                    <a:pt x="124" y="241"/>
                  </a:cubicBezTo>
                  <a:cubicBezTo>
                    <a:pt x="115" y="228"/>
                    <a:pt x="113" y="214"/>
                    <a:pt x="118" y="199"/>
                  </a:cubicBezTo>
                  <a:cubicBezTo>
                    <a:pt x="127" y="173"/>
                    <a:pt x="162" y="157"/>
                    <a:pt x="182" y="149"/>
                  </a:cubicBezTo>
                  <a:cubicBezTo>
                    <a:pt x="236" y="126"/>
                    <a:pt x="300" y="126"/>
                    <a:pt x="353" y="151"/>
                  </a:cubicBezTo>
                  <a:cubicBezTo>
                    <a:pt x="359" y="153"/>
                    <a:pt x="364" y="156"/>
                    <a:pt x="368" y="161"/>
                  </a:cubicBezTo>
                  <a:cubicBezTo>
                    <a:pt x="369" y="162"/>
                    <a:pt x="369" y="162"/>
                    <a:pt x="370" y="163"/>
                  </a:cubicBezTo>
                  <a:cubicBezTo>
                    <a:pt x="372" y="158"/>
                    <a:pt x="373" y="152"/>
                    <a:pt x="373" y="147"/>
                  </a:cubicBezTo>
                  <a:cubicBezTo>
                    <a:pt x="373" y="133"/>
                    <a:pt x="361" y="123"/>
                    <a:pt x="351" y="116"/>
                  </a:cubicBezTo>
                  <a:cubicBezTo>
                    <a:pt x="346" y="112"/>
                    <a:pt x="340" y="109"/>
                    <a:pt x="334" y="107"/>
                  </a:cubicBezTo>
                  <a:cubicBezTo>
                    <a:pt x="257" y="119"/>
                    <a:pt x="257" y="119"/>
                    <a:pt x="257" y="119"/>
                  </a:cubicBezTo>
                  <a:cubicBezTo>
                    <a:pt x="244" y="121"/>
                    <a:pt x="230" y="122"/>
                    <a:pt x="221" y="112"/>
                  </a:cubicBezTo>
                  <a:cubicBezTo>
                    <a:pt x="220" y="110"/>
                    <a:pt x="220" y="110"/>
                    <a:pt x="220" y="110"/>
                  </a:cubicBezTo>
                  <a:cubicBezTo>
                    <a:pt x="222" y="109"/>
                    <a:pt x="222" y="109"/>
                    <a:pt x="222" y="109"/>
                  </a:cubicBezTo>
                  <a:cubicBezTo>
                    <a:pt x="256" y="89"/>
                    <a:pt x="298" y="87"/>
                    <a:pt x="334" y="102"/>
                  </a:cubicBezTo>
                  <a:cubicBezTo>
                    <a:pt x="391" y="93"/>
                    <a:pt x="391" y="93"/>
                    <a:pt x="391" y="93"/>
                  </a:cubicBezTo>
                  <a:cubicBezTo>
                    <a:pt x="401" y="91"/>
                    <a:pt x="413" y="89"/>
                    <a:pt x="425" y="94"/>
                  </a:cubicBezTo>
                  <a:cubicBezTo>
                    <a:pt x="437" y="99"/>
                    <a:pt x="446" y="112"/>
                    <a:pt x="449" y="127"/>
                  </a:cubicBezTo>
                  <a:cubicBezTo>
                    <a:pt x="451" y="139"/>
                    <a:pt x="448" y="152"/>
                    <a:pt x="442" y="168"/>
                  </a:cubicBezTo>
                  <a:cubicBezTo>
                    <a:pt x="431" y="194"/>
                    <a:pt x="413" y="217"/>
                    <a:pt x="396" y="239"/>
                  </a:cubicBezTo>
                  <a:cubicBezTo>
                    <a:pt x="389" y="248"/>
                    <a:pt x="382" y="257"/>
                    <a:pt x="375" y="266"/>
                  </a:cubicBezTo>
                  <a:cubicBezTo>
                    <a:pt x="370" y="273"/>
                    <a:pt x="366" y="283"/>
                    <a:pt x="372" y="288"/>
                  </a:cubicBezTo>
                  <a:cubicBezTo>
                    <a:pt x="377" y="292"/>
                    <a:pt x="387" y="287"/>
                    <a:pt x="393" y="280"/>
                  </a:cubicBezTo>
                  <a:cubicBezTo>
                    <a:pt x="425" y="248"/>
                    <a:pt x="454" y="211"/>
                    <a:pt x="478" y="172"/>
                  </a:cubicBezTo>
                  <a:cubicBezTo>
                    <a:pt x="479" y="171"/>
                    <a:pt x="480" y="169"/>
                    <a:pt x="481" y="168"/>
                  </a:cubicBezTo>
                  <a:cubicBezTo>
                    <a:pt x="490" y="153"/>
                    <a:pt x="499" y="137"/>
                    <a:pt x="513" y="127"/>
                  </a:cubicBezTo>
                  <a:cubicBezTo>
                    <a:pt x="529" y="116"/>
                    <a:pt x="554" y="114"/>
                    <a:pt x="568" y="129"/>
                  </a:cubicBezTo>
                  <a:cubicBezTo>
                    <a:pt x="571" y="132"/>
                    <a:pt x="573" y="135"/>
                    <a:pt x="575" y="138"/>
                  </a:cubicBezTo>
                  <a:cubicBezTo>
                    <a:pt x="580" y="146"/>
                    <a:pt x="585" y="153"/>
                    <a:pt x="592" y="153"/>
                  </a:cubicBezTo>
                  <a:cubicBezTo>
                    <a:pt x="592" y="157"/>
                    <a:pt x="592" y="157"/>
                    <a:pt x="592" y="157"/>
                  </a:cubicBezTo>
                  <a:cubicBezTo>
                    <a:pt x="582" y="157"/>
                    <a:pt x="577" y="149"/>
                    <a:pt x="571" y="141"/>
                  </a:cubicBezTo>
                  <a:cubicBezTo>
                    <a:pt x="569" y="138"/>
                    <a:pt x="567" y="135"/>
                    <a:pt x="565" y="132"/>
                  </a:cubicBezTo>
                  <a:cubicBezTo>
                    <a:pt x="553" y="119"/>
                    <a:pt x="530" y="121"/>
                    <a:pt x="516" y="131"/>
                  </a:cubicBezTo>
                  <a:cubicBezTo>
                    <a:pt x="502" y="141"/>
                    <a:pt x="493" y="156"/>
                    <a:pt x="484" y="170"/>
                  </a:cubicBezTo>
                  <a:cubicBezTo>
                    <a:pt x="484" y="172"/>
                    <a:pt x="483" y="173"/>
                    <a:pt x="482" y="174"/>
                  </a:cubicBezTo>
                  <a:cubicBezTo>
                    <a:pt x="458" y="214"/>
                    <a:pt x="429" y="251"/>
                    <a:pt x="396" y="284"/>
                  </a:cubicBezTo>
                  <a:cubicBezTo>
                    <a:pt x="388" y="292"/>
                    <a:pt x="377" y="298"/>
                    <a:pt x="369" y="291"/>
                  </a:cubicBezTo>
                  <a:cubicBezTo>
                    <a:pt x="361" y="284"/>
                    <a:pt x="365" y="272"/>
                    <a:pt x="371" y="263"/>
                  </a:cubicBezTo>
                  <a:cubicBezTo>
                    <a:pt x="378" y="254"/>
                    <a:pt x="385" y="245"/>
                    <a:pt x="392" y="236"/>
                  </a:cubicBezTo>
                  <a:cubicBezTo>
                    <a:pt x="409" y="215"/>
                    <a:pt x="427" y="192"/>
                    <a:pt x="438" y="166"/>
                  </a:cubicBezTo>
                  <a:cubicBezTo>
                    <a:pt x="444" y="151"/>
                    <a:pt x="446" y="139"/>
                    <a:pt x="444" y="127"/>
                  </a:cubicBezTo>
                  <a:cubicBezTo>
                    <a:pt x="442" y="114"/>
                    <a:pt x="434" y="102"/>
                    <a:pt x="423" y="98"/>
                  </a:cubicBezTo>
                  <a:cubicBezTo>
                    <a:pt x="413" y="94"/>
                    <a:pt x="401" y="96"/>
                    <a:pt x="391" y="97"/>
                  </a:cubicBezTo>
                  <a:cubicBezTo>
                    <a:pt x="342" y="105"/>
                    <a:pt x="342" y="105"/>
                    <a:pt x="342" y="105"/>
                  </a:cubicBezTo>
                  <a:cubicBezTo>
                    <a:pt x="346" y="107"/>
                    <a:pt x="350" y="110"/>
                    <a:pt x="354" y="112"/>
                  </a:cubicBezTo>
                  <a:cubicBezTo>
                    <a:pt x="364" y="119"/>
                    <a:pt x="377" y="131"/>
                    <a:pt x="378" y="147"/>
                  </a:cubicBezTo>
                  <a:cubicBezTo>
                    <a:pt x="378" y="154"/>
                    <a:pt x="375" y="162"/>
                    <a:pt x="372" y="168"/>
                  </a:cubicBezTo>
                  <a:cubicBezTo>
                    <a:pt x="375" y="177"/>
                    <a:pt x="374" y="186"/>
                    <a:pt x="373" y="193"/>
                  </a:cubicBezTo>
                  <a:cubicBezTo>
                    <a:pt x="365" y="236"/>
                    <a:pt x="342" y="277"/>
                    <a:pt x="307" y="309"/>
                  </a:cubicBezTo>
                  <a:cubicBezTo>
                    <a:pt x="279" y="334"/>
                    <a:pt x="244" y="353"/>
                    <a:pt x="205" y="365"/>
                  </a:cubicBezTo>
                  <a:cubicBezTo>
                    <a:pt x="214" y="376"/>
                    <a:pt x="223" y="387"/>
                    <a:pt x="233" y="396"/>
                  </a:cubicBezTo>
                  <a:lnTo>
                    <a:pt x="230" y="399"/>
                  </a:lnTo>
                  <a:close/>
                  <a:moveTo>
                    <a:pt x="36" y="181"/>
                  </a:moveTo>
                  <a:cubicBezTo>
                    <a:pt x="29" y="194"/>
                    <a:pt x="23" y="209"/>
                    <a:pt x="17" y="226"/>
                  </a:cubicBezTo>
                  <a:cubicBezTo>
                    <a:pt x="11" y="244"/>
                    <a:pt x="5" y="264"/>
                    <a:pt x="9" y="283"/>
                  </a:cubicBezTo>
                  <a:cubicBezTo>
                    <a:pt x="13" y="302"/>
                    <a:pt x="27" y="320"/>
                    <a:pt x="50" y="338"/>
                  </a:cubicBezTo>
                  <a:cubicBezTo>
                    <a:pt x="65" y="350"/>
                    <a:pt x="79" y="358"/>
                    <a:pt x="93" y="363"/>
                  </a:cubicBezTo>
                  <a:cubicBezTo>
                    <a:pt x="119" y="372"/>
                    <a:pt x="151" y="373"/>
                    <a:pt x="187" y="365"/>
                  </a:cubicBezTo>
                  <a:cubicBezTo>
                    <a:pt x="191" y="364"/>
                    <a:pt x="194" y="363"/>
                    <a:pt x="197" y="362"/>
                  </a:cubicBezTo>
                  <a:cubicBezTo>
                    <a:pt x="193" y="356"/>
                    <a:pt x="188" y="350"/>
                    <a:pt x="184" y="344"/>
                  </a:cubicBezTo>
                  <a:cubicBezTo>
                    <a:pt x="176" y="332"/>
                    <a:pt x="167" y="320"/>
                    <a:pt x="157" y="308"/>
                  </a:cubicBezTo>
                  <a:cubicBezTo>
                    <a:pt x="134" y="281"/>
                    <a:pt x="106" y="257"/>
                    <a:pt x="78" y="235"/>
                  </a:cubicBezTo>
                  <a:cubicBezTo>
                    <a:pt x="75" y="232"/>
                    <a:pt x="75" y="232"/>
                    <a:pt x="75" y="232"/>
                  </a:cubicBezTo>
                  <a:cubicBezTo>
                    <a:pt x="62" y="222"/>
                    <a:pt x="49" y="211"/>
                    <a:pt x="41" y="195"/>
                  </a:cubicBezTo>
                  <a:cubicBezTo>
                    <a:pt x="39" y="190"/>
                    <a:pt x="37" y="186"/>
                    <a:pt x="36" y="181"/>
                  </a:cubicBezTo>
                  <a:close/>
                  <a:moveTo>
                    <a:pt x="265" y="137"/>
                  </a:moveTo>
                  <a:cubicBezTo>
                    <a:pt x="237" y="137"/>
                    <a:pt x="209" y="142"/>
                    <a:pt x="183" y="153"/>
                  </a:cubicBezTo>
                  <a:cubicBezTo>
                    <a:pt x="165" y="161"/>
                    <a:pt x="131" y="176"/>
                    <a:pt x="123" y="200"/>
                  </a:cubicBezTo>
                  <a:cubicBezTo>
                    <a:pt x="118" y="214"/>
                    <a:pt x="120" y="227"/>
                    <a:pt x="128" y="238"/>
                  </a:cubicBezTo>
                  <a:cubicBezTo>
                    <a:pt x="147" y="264"/>
                    <a:pt x="198" y="275"/>
                    <a:pt x="226" y="275"/>
                  </a:cubicBezTo>
                  <a:cubicBezTo>
                    <a:pt x="284" y="273"/>
                    <a:pt x="334" y="236"/>
                    <a:pt x="367" y="169"/>
                  </a:cubicBezTo>
                  <a:cubicBezTo>
                    <a:pt x="367" y="168"/>
                    <a:pt x="367" y="168"/>
                    <a:pt x="367" y="168"/>
                  </a:cubicBezTo>
                  <a:cubicBezTo>
                    <a:pt x="367" y="167"/>
                    <a:pt x="366" y="165"/>
                    <a:pt x="365" y="164"/>
                  </a:cubicBezTo>
                  <a:cubicBezTo>
                    <a:pt x="361" y="160"/>
                    <a:pt x="356" y="157"/>
                    <a:pt x="352" y="155"/>
                  </a:cubicBezTo>
                  <a:cubicBezTo>
                    <a:pt x="325" y="143"/>
                    <a:pt x="295" y="137"/>
                    <a:pt x="265" y="137"/>
                  </a:cubicBezTo>
                  <a:close/>
                  <a:moveTo>
                    <a:pt x="239" y="5"/>
                  </a:moveTo>
                  <a:cubicBezTo>
                    <a:pt x="234" y="5"/>
                    <a:pt x="228" y="6"/>
                    <a:pt x="223" y="6"/>
                  </a:cubicBezTo>
                  <a:cubicBezTo>
                    <a:pt x="184" y="8"/>
                    <a:pt x="152" y="15"/>
                    <a:pt x="124" y="27"/>
                  </a:cubicBezTo>
                  <a:cubicBezTo>
                    <a:pt x="91" y="42"/>
                    <a:pt x="64" y="64"/>
                    <a:pt x="48" y="92"/>
                  </a:cubicBezTo>
                  <a:cubicBezTo>
                    <a:pt x="37" y="111"/>
                    <a:pt x="33" y="141"/>
                    <a:pt x="38" y="167"/>
                  </a:cubicBezTo>
                  <a:cubicBezTo>
                    <a:pt x="41" y="162"/>
                    <a:pt x="44" y="157"/>
                    <a:pt x="47" y="152"/>
                  </a:cubicBezTo>
                  <a:cubicBezTo>
                    <a:pt x="65" y="125"/>
                    <a:pt x="86" y="108"/>
                    <a:pt x="109" y="100"/>
                  </a:cubicBezTo>
                  <a:cubicBezTo>
                    <a:pt x="144" y="88"/>
                    <a:pt x="181" y="81"/>
                    <a:pt x="217" y="74"/>
                  </a:cubicBezTo>
                  <a:cubicBezTo>
                    <a:pt x="246" y="69"/>
                    <a:pt x="276" y="63"/>
                    <a:pt x="305" y="55"/>
                  </a:cubicBezTo>
                  <a:cubicBezTo>
                    <a:pt x="306" y="54"/>
                    <a:pt x="307" y="54"/>
                    <a:pt x="309" y="54"/>
                  </a:cubicBezTo>
                  <a:cubicBezTo>
                    <a:pt x="316" y="52"/>
                    <a:pt x="322" y="49"/>
                    <a:pt x="327" y="45"/>
                  </a:cubicBezTo>
                  <a:cubicBezTo>
                    <a:pt x="331" y="40"/>
                    <a:pt x="334" y="33"/>
                    <a:pt x="330" y="28"/>
                  </a:cubicBezTo>
                  <a:cubicBezTo>
                    <a:pt x="324" y="19"/>
                    <a:pt x="304" y="14"/>
                    <a:pt x="292" y="11"/>
                  </a:cubicBezTo>
                  <a:cubicBezTo>
                    <a:pt x="291" y="11"/>
                    <a:pt x="290" y="11"/>
                    <a:pt x="288" y="11"/>
                  </a:cubicBezTo>
                  <a:cubicBezTo>
                    <a:pt x="274" y="7"/>
                    <a:pt x="258" y="5"/>
                    <a:pt x="239" y="5"/>
                  </a:cubicBezTo>
                  <a:close/>
                  <a:moveTo>
                    <a:pt x="227" y="111"/>
                  </a:moveTo>
                  <a:cubicBezTo>
                    <a:pt x="234" y="117"/>
                    <a:pt x="246" y="116"/>
                    <a:pt x="256" y="114"/>
                  </a:cubicBezTo>
                  <a:cubicBezTo>
                    <a:pt x="325" y="103"/>
                    <a:pt x="325" y="103"/>
                    <a:pt x="325" y="103"/>
                  </a:cubicBezTo>
                  <a:cubicBezTo>
                    <a:pt x="293" y="92"/>
                    <a:pt x="257" y="95"/>
                    <a:pt x="227" y="1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9" name="Google Shape;569;p39"/>
            <p:cNvSpPr/>
            <p:nvPr/>
          </p:nvSpPr>
          <p:spPr>
            <a:xfrm>
              <a:off x="5996528" y="1388051"/>
              <a:ext cx="200369" cy="214187"/>
            </a:xfrm>
            <a:custGeom>
              <a:avLst/>
              <a:gdLst/>
              <a:ahLst/>
              <a:cxnLst/>
              <a:rect l="l" t="t" r="r" b="b"/>
              <a:pathLst>
                <a:path w="78" h="83" extrusionOk="0">
                  <a:moveTo>
                    <a:pt x="75" y="10"/>
                  </a:moveTo>
                  <a:cubicBezTo>
                    <a:pt x="72" y="3"/>
                    <a:pt x="65" y="0"/>
                    <a:pt x="57" y="0"/>
                  </a:cubicBezTo>
                  <a:cubicBezTo>
                    <a:pt x="52" y="1"/>
                    <a:pt x="44" y="4"/>
                    <a:pt x="40" y="9"/>
                  </a:cubicBezTo>
                  <a:cubicBezTo>
                    <a:pt x="39" y="9"/>
                    <a:pt x="39" y="9"/>
                    <a:pt x="39" y="9"/>
                  </a:cubicBezTo>
                  <a:cubicBezTo>
                    <a:pt x="27" y="23"/>
                    <a:pt x="14" y="37"/>
                    <a:pt x="6" y="54"/>
                  </a:cubicBezTo>
                  <a:cubicBezTo>
                    <a:pt x="3" y="60"/>
                    <a:pt x="0" y="69"/>
                    <a:pt x="2" y="76"/>
                  </a:cubicBezTo>
                  <a:cubicBezTo>
                    <a:pt x="5" y="83"/>
                    <a:pt x="14" y="83"/>
                    <a:pt x="21" y="83"/>
                  </a:cubicBezTo>
                  <a:cubicBezTo>
                    <a:pt x="38" y="83"/>
                    <a:pt x="49" y="69"/>
                    <a:pt x="59" y="56"/>
                  </a:cubicBezTo>
                  <a:cubicBezTo>
                    <a:pt x="64" y="49"/>
                    <a:pt x="68" y="41"/>
                    <a:pt x="72" y="33"/>
                  </a:cubicBezTo>
                  <a:cubicBezTo>
                    <a:pt x="75" y="26"/>
                    <a:pt x="78" y="18"/>
                    <a:pt x="75" y="1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0" name="Google Shape;570;p39"/>
            <p:cNvSpPr/>
            <p:nvPr/>
          </p:nvSpPr>
          <p:spPr>
            <a:xfrm>
              <a:off x="5630337" y="856046"/>
              <a:ext cx="642558" cy="725465"/>
            </a:xfrm>
            <a:custGeom>
              <a:avLst/>
              <a:gdLst/>
              <a:ahLst/>
              <a:cxnLst/>
              <a:rect l="l" t="t" r="r" b="b"/>
              <a:pathLst>
                <a:path w="245" h="280" extrusionOk="0">
                  <a:moveTo>
                    <a:pt x="244" y="220"/>
                  </a:moveTo>
                  <a:cubicBezTo>
                    <a:pt x="243" y="215"/>
                    <a:pt x="242" y="211"/>
                    <a:pt x="240" y="206"/>
                  </a:cubicBezTo>
                  <a:cubicBezTo>
                    <a:pt x="234" y="191"/>
                    <a:pt x="226" y="178"/>
                    <a:pt x="221" y="163"/>
                  </a:cubicBezTo>
                  <a:cubicBezTo>
                    <a:pt x="213" y="144"/>
                    <a:pt x="205" y="124"/>
                    <a:pt x="196" y="105"/>
                  </a:cubicBezTo>
                  <a:cubicBezTo>
                    <a:pt x="186" y="85"/>
                    <a:pt x="176" y="65"/>
                    <a:pt x="168" y="45"/>
                  </a:cubicBezTo>
                  <a:cubicBezTo>
                    <a:pt x="162" y="31"/>
                    <a:pt x="156" y="2"/>
                    <a:pt x="136" y="1"/>
                  </a:cubicBezTo>
                  <a:cubicBezTo>
                    <a:pt x="136" y="1"/>
                    <a:pt x="136" y="1"/>
                    <a:pt x="136" y="1"/>
                  </a:cubicBezTo>
                  <a:cubicBezTo>
                    <a:pt x="114" y="0"/>
                    <a:pt x="92" y="0"/>
                    <a:pt x="70" y="0"/>
                  </a:cubicBezTo>
                  <a:cubicBezTo>
                    <a:pt x="63" y="0"/>
                    <a:pt x="57" y="0"/>
                    <a:pt x="51" y="3"/>
                  </a:cubicBezTo>
                  <a:cubicBezTo>
                    <a:pt x="42" y="8"/>
                    <a:pt x="34" y="14"/>
                    <a:pt x="25" y="20"/>
                  </a:cubicBezTo>
                  <a:cubicBezTo>
                    <a:pt x="20" y="25"/>
                    <a:pt x="14" y="30"/>
                    <a:pt x="9" y="36"/>
                  </a:cubicBezTo>
                  <a:cubicBezTo>
                    <a:pt x="7" y="38"/>
                    <a:pt x="5" y="41"/>
                    <a:pt x="3" y="44"/>
                  </a:cubicBezTo>
                  <a:cubicBezTo>
                    <a:pt x="2" y="46"/>
                    <a:pt x="1" y="48"/>
                    <a:pt x="1" y="49"/>
                  </a:cubicBezTo>
                  <a:cubicBezTo>
                    <a:pt x="0" y="51"/>
                    <a:pt x="1" y="54"/>
                    <a:pt x="3" y="55"/>
                  </a:cubicBezTo>
                  <a:cubicBezTo>
                    <a:pt x="0" y="64"/>
                    <a:pt x="11" y="71"/>
                    <a:pt x="17" y="76"/>
                  </a:cubicBezTo>
                  <a:cubicBezTo>
                    <a:pt x="26" y="82"/>
                    <a:pt x="35" y="88"/>
                    <a:pt x="44" y="93"/>
                  </a:cubicBezTo>
                  <a:cubicBezTo>
                    <a:pt x="47" y="98"/>
                    <a:pt x="50" y="103"/>
                    <a:pt x="52" y="108"/>
                  </a:cubicBezTo>
                  <a:cubicBezTo>
                    <a:pt x="52" y="108"/>
                    <a:pt x="52" y="108"/>
                    <a:pt x="53" y="109"/>
                  </a:cubicBezTo>
                  <a:cubicBezTo>
                    <a:pt x="55" y="113"/>
                    <a:pt x="57" y="120"/>
                    <a:pt x="62" y="122"/>
                  </a:cubicBezTo>
                  <a:cubicBezTo>
                    <a:pt x="64" y="123"/>
                    <a:pt x="67" y="123"/>
                    <a:pt x="69" y="122"/>
                  </a:cubicBezTo>
                  <a:cubicBezTo>
                    <a:pt x="70" y="122"/>
                    <a:pt x="71" y="121"/>
                    <a:pt x="73" y="120"/>
                  </a:cubicBezTo>
                  <a:cubicBezTo>
                    <a:pt x="73" y="120"/>
                    <a:pt x="73" y="120"/>
                    <a:pt x="74" y="121"/>
                  </a:cubicBezTo>
                  <a:cubicBezTo>
                    <a:pt x="74" y="122"/>
                    <a:pt x="75" y="122"/>
                    <a:pt x="75" y="123"/>
                  </a:cubicBezTo>
                  <a:cubicBezTo>
                    <a:pt x="76" y="124"/>
                    <a:pt x="77" y="125"/>
                    <a:pt x="78" y="126"/>
                  </a:cubicBezTo>
                  <a:cubicBezTo>
                    <a:pt x="79" y="128"/>
                    <a:pt x="81" y="130"/>
                    <a:pt x="84" y="131"/>
                  </a:cubicBezTo>
                  <a:cubicBezTo>
                    <a:pt x="87" y="131"/>
                    <a:pt x="90" y="129"/>
                    <a:pt x="92" y="128"/>
                  </a:cubicBezTo>
                  <a:cubicBezTo>
                    <a:pt x="94" y="126"/>
                    <a:pt x="95" y="125"/>
                    <a:pt x="96" y="124"/>
                  </a:cubicBezTo>
                  <a:cubicBezTo>
                    <a:pt x="105" y="133"/>
                    <a:pt x="114" y="142"/>
                    <a:pt x="126" y="144"/>
                  </a:cubicBezTo>
                  <a:cubicBezTo>
                    <a:pt x="130" y="145"/>
                    <a:pt x="136" y="144"/>
                    <a:pt x="140" y="146"/>
                  </a:cubicBezTo>
                  <a:cubicBezTo>
                    <a:pt x="143" y="147"/>
                    <a:pt x="145" y="151"/>
                    <a:pt x="146" y="154"/>
                  </a:cubicBezTo>
                  <a:cubicBezTo>
                    <a:pt x="151" y="162"/>
                    <a:pt x="155" y="170"/>
                    <a:pt x="157" y="179"/>
                  </a:cubicBezTo>
                  <a:cubicBezTo>
                    <a:pt x="166" y="206"/>
                    <a:pt x="164" y="235"/>
                    <a:pt x="169" y="264"/>
                  </a:cubicBezTo>
                  <a:cubicBezTo>
                    <a:pt x="170" y="268"/>
                    <a:pt x="171" y="272"/>
                    <a:pt x="174" y="275"/>
                  </a:cubicBezTo>
                  <a:cubicBezTo>
                    <a:pt x="175" y="277"/>
                    <a:pt x="177" y="278"/>
                    <a:pt x="180" y="278"/>
                  </a:cubicBezTo>
                  <a:cubicBezTo>
                    <a:pt x="187" y="280"/>
                    <a:pt x="194" y="277"/>
                    <a:pt x="201" y="273"/>
                  </a:cubicBezTo>
                  <a:cubicBezTo>
                    <a:pt x="208" y="269"/>
                    <a:pt x="216" y="265"/>
                    <a:pt x="223" y="260"/>
                  </a:cubicBezTo>
                  <a:cubicBezTo>
                    <a:pt x="228" y="256"/>
                    <a:pt x="234" y="251"/>
                    <a:pt x="238" y="246"/>
                  </a:cubicBezTo>
                  <a:cubicBezTo>
                    <a:pt x="242" y="240"/>
                    <a:pt x="245" y="234"/>
                    <a:pt x="245" y="226"/>
                  </a:cubicBezTo>
                  <a:cubicBezTo>
                    <a:pt x="245" y="224"/>
                    <a:pt x="245" y="222"/>
                    <a:pt x="244" y="220"/>
                  </a:cubicBezTo>
                  <a:close/>
                  <a:moveTo>
                    <a:pt x="47" y="46"/>
                  </a:moveTo>
                  <a:cubicBezTo>
                    <a:pt x="46" y="51"/>
                    <a:pt x="46" y="55"/>
                    <a:pt x="45" y="60"/>
                  </a:cubicBezTo>
                  <a:cubicBezTo>
                    <a:pt x="43" y="57"/>
                    <a:pt x="41" y="55"/>
                    <a:pt x="38" y="53"/>
                  </a:cubicBezTo>
                  <a:cubicBezTo>
                    <a:pt x="37" y="53"/>
                    <a:pt x="30" y="49"/>
                    <a:pt x="30" y="49"/>
                  </a:cubicBezTo>
                  <a:cubicBezTo>
                    <a:pt x="30" y="49"/>
                    <a:pt x="31" y="48"/>
                    <a:pt x="31" y="48"/>
                  </a:cubicBezTo>
                  <a:cubicBezTo>
                    <a:pt x="37" y="44"/>
                    <a:pt x="42" y="40"/>
                    <a:pt x="47" y="36"/>
                  </a:cubicBezTo>
                  <a:cubicBezTo>
                    <a:pt x="47" y="35"/>
                    <a:pt x="48" y="34"/>
                    <a:pt x="49" y="34"/>
                  </a:cubicBezTo>
                  <a:cubicBezTo>
                    <a:pt x="48" y="38"/>
                    <a:pt x="48" y="42"/>
                    <a:pt x="47" y="46"/>
                  </a:cubicBezTo>
                  <a:close/>
                </a:path>
              </a:pathLst>
            </a:custGeom>
            <a:solidFill>
              <a:srgbClr val="A97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1" name="Google Shape;571;p39"/>
            <p:cNvSpPr/>
            <p:nvPr/>
          </p:nvSpPr>
          <p:spPr>
            <a:xfrm>
              <a:off x="5816888" y="1146232"/>
              <a:ext cx="55274" cy="48366"/>
            </a:xfrm>
            <a:custGeom>
              <a:avLst/>
              <a:gdLst/>
              <a:ahLst/>
              <a:cxnLst/>
              <a:rect l="l" t="t" r="r" b="b"/>
              <a:pathLst>
                <a:path w="20" h="18" extrusionOk="0">
                  <a:moveTo>
                    <a:pt x="13" y="3"/>
                  </a:moveTo>
                  <a:cubicBezTo>
                    <a:pt x="11" y="2"/>
                    <a:pt x="10" y="1"/>
                    <a:pt x="8" y="0"/>
                  </a:cubicBezTo>
                  <a:cubicBezTo>
                    <a:pt x="6" y="0"/>
                    <a:pt x="4" y="0"/>
                    <a:pt x="3" y="1"/>
                  </a:cubicBezTo>
                  <a:cubicBezTo>
                    <a:pt x="0" y="3"/>
                    <a:pt x="1" y="7"/>
                    <a:pt x="3" y="10"/>
                  </a:cubicBezTo>
                  <a:cubicBezTo>
                    <a:pt x="4" y="11"/>
                    <a:pt x="5" y="12"/>
                    <a:pt x="6" y="13"/>
                  </a:cubicBezTo>
                  <a:cubicBezTo>
                    <a:pt x="7" y="15"/>
                    <a:pt x="9" y="17"/>
                    <a:pt x="12" y="18"/>
                  </a:cubicBezTo>
                  <a:cubicBezTo>
                    <a:pt x="15" y="18"/>
                    <a:pt x="18" y="16"/>
                    <a:pt x="20" y="15"/>
                  </a:cubicBezTo>
                  <a:cubicBezTo>
                    <a:pt x="19" y="10"/>
                    <a:pt x="15" y="5"/>
                    <a:pt x="13" y="3"/>
                  </a:cubicBezTo>
                  <a:close/>
                </a:path>
              </a:pathLst>
            </a:custGeom>
            <a:solidFill>
              <a:srgbClr val="FFCE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2" name="Google Shape;572;p39"/>
            <p:cNvSpPr/>
            <p:nvPr/>
          </p:nvSpPr>
          <p:spPr>
            <a:xfrm>
              <a:off x="5637249" y="945863"/>
              <a:ext cx="48367" cy="41455"/>
            </a:xfrm>
            <a:custGeom>
              <a:avLst/>
              <a:gdLst/>
              <a:ahLst/>
              <a:cxnLst/>
              <a:rect l="l" t="t" r="r" b="b"/>
              <a:pathLst>
                <a:path w="19" h="15" extrusionOk="0">
                  <a:moveTo>
                    <a:pt x="12" y="0"/>
                  </a:moveTo>
                  <a:cubicBezTo>
                    <a:pt x="11" y="0"/>
                    <a:pt x="10" y="0"/>
                    <a:pt x="8" y="1"/>
                  </a:cubicBezTo>
                  <a:cubicBezTo>
                    <a:pt x="6" y="3"/>
                    <a:pt x="4" y="6"/>
                    <a:pt x="2" y="9"/>
                  </a:cubicBezTo>
                  <a:cubicBezTo>
                    <a:pt x="1" y="11"/>
                    <a:pt x="0" y="13"/>
                    <a:pt x="0" y="14"/>
                  </a:cubicBezTo>
                  <a:cubicBezTo>
                    <a:pt x="0" y="14"/>
                    <a:pt x="0" y="14"/>
                    <a:pt x="0" y="14"/>
                  </a:cubicBezTo>
                  <a:cubicBezTo>
                    <a:pt x="1" y="14"/>
                    <a:pt x="1" y="14"/>
                    <a:pt x="1" y="14"/>
                  </a:cubicBezTo>
                  <a:cubicBezTo>
                    <a:pt x="3" y="14"/>
                    <a:pt x="5" y="13"/>
                    <a:pt x="7" y="14"/>
                  </a:cubicBezTo>
                  <a:cubicBezTo>
                    <a:pt x="8" y="14"/>
                    <a:pt x="9" y="15"/>
                    <a:pt x="10" y="14"/>
                  </a:cubicBezTo>
                  <a:cubicBezTo>
                    <a:pt x="11" y="14"/>
                    <a:pt x="12" y="14"/>
                    <a:pt x="13" y="13"/>
                  </a:cubicBezTo>
                  <a:cubicBezTo>
                    <a:pt x="13" y="13"/>
                    <a:pt x="14" y="12"/>
                    <a:pt x="15" y="11"/>
                  </a:cubicBezTo>
                  <a:cubicBezTo>
                    <a:pt x="15" y="10"/>
                    <a:pt x="16" y="9"/>
                    <a:pt x="17" y="8"/>
                  </a:cubicBezTo>
                  <a:cubicBezTo>
                    <a:pt x="19" y="3"/>
                    <a:pt x="16" y="0"/>
                    <a:pt x="12" y="0"/>
                  </a:cubicBezTo>
                  <a:close/>
                </a:path>
              </a:pathLst>
            </a:custGeom>
            <a:solidFill>
              <a:srgbClr val="FFCE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3" name="Google Shape;573;p39"/>
            <p:cNvSpPr/>
            <p:nvPr/>
          </p:nvSpPr>
          <p:spPr>
            <a:xfrm>
              <a:off x="5858343" y="1132413"/>
              <a:ext cx="41455" cy="41455"/>
            </a:xfrm>
            <a:custGeom>
              <a:avLst/>
              <a:gdLst/>
              <a:ahLst/>
              <a:cxnLst/>
              <a:rect l="l" t="t" r="r" b="b"/>
              <a:pathLst>
                <a:path w="16" h="15" extrusionOk="0">
                  <a:moveTo>
                    <a:pt x="3" y="7"/>
                  </a:moveTo>
                  <a:cubicBezTo>
                    <a:pt x="4" y="8"/>
                    <a:pt x="5" y="10"/>
                    <a:pt x="6" y="11"/>
                  </a:cubicBezTo>
                  <a:cubicBezTo>
                    <a:pt x="8" y="13"/>
                    <a:pt x="9" y="15"/>
                    <a:pt x="11" y="15"/>
                  </a:cubicBezTo>
                  <a:cubicBezTo>
                    <a:pt x="12" y="15"/>
                    <a:pt x="13" y="14"/>
                    <a:pt x="14" y="14"/>
                  </a:cubicBezTo>
                  <a:cubicBezTo>
                    <a:pt x="15" y="12"/>
                    <a:pt x="16" y="10"/>
                    <a:pt x="16" y="8"/>
                  </a:cubicBezTo>
                  <a:cubicBezTo>
                    <a:pt x="15" y="7"/>
                    <a:pt x="13" y="5"/>
                    <a:pt x="11" y="4"/>
                  </a:cubicBezTo>
                  <a:cubicBezTo>
                    <a:pt x="10" y="2"/>
                    <a:pt x="9" y="1"/>
                    <a:pt x="7" y="1"/>
                  </a:cubicBezTo>
                  <a:cubicBezTo>
                    <a:pt x="5" y="0"/>
                    <a:pt x="4" y="0"/>
                    <a:pt x="2" y="1"/>
                  </a:cubicBezTo>
                  <a:cubicBezTo>
                    <a:pt x="0" y="2"/>
                    <a:pt x="0" y="3"/>
                    <a:pt x="2" y="4"/>
                  </a:cubicBezTo>
                  <a:cubicBezTo>
                    <a:pt x="2" y="5"/>
                    <a:pt x="3" y="6"/>
                    <a:pt x="3" y="7"/>
                  </a:cubicBezTo>
                  <a:close/>
                </a:path>
              </a:pathLst>
            </a:custGeom>
            <a:solidFill>
              <a:srgbClr val="FFCE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4" name="Google Shape;574;p39"/>
            <p:cNvSpPr/>
            <p:nvPr/>
          </p:nvSpPr>
          <p:spPr>
            <a:xfrm>
              <a:off x="5768522" y="1132413"/>
              <a:ext cx="41455" cy="41455"/>
            </a:xfrm>
            <a:custGeom>
              <a:avLst/>
              <a:gdLst/>
              <a:ahLst/>
              <a:cxnLst/>
              <a:rect l="l" t="t" r="r" b="b"/>
              <a:pathLst>
                <a:path w="16" h="15" extrusionOk="0">
                  <a:moveTo>
                    <a:pt x="9" y="4"/>
                  </a:moveTo>
                  <a:cubicBezTo>
                    <a:pt x="7" y="3"/>
                    <a:pt x="6" y="1"/>
                    <a:pt x="4" y="1"/>
                  </a:cubicBezTo>
                  <a:cubicBezTo>
                    <a:pt x="3" y="0"/>
                    <a:pt x="1" y="0"/>
                    <a:pt x="0" y="1"/>
                  </a:cubicBezTo>
                  <a:cubicBezTo>
                    <a:pt x="2" y="5"/>
                    <a:pt x="4" y="12"/>
                    <a:pt x="9" y="14"/>
                  </a:cubicBezTo>
                  <a:cubicBezTo>
                    <a:pt x="11" y="15"/>
                    <a:pt x="14" y="15"/>
                    <a:pt x="16" y="14"/>
                  </a:cubicBezTo>
                  <a:cubicBezTo>
                    <a:pt x="15" y="10"/>
                    <a:pt x="10" y="6"/>
                    <a:pt x="9" y="4"/>
                  </a:cubicBezTo>
                  <a:close/>
                </a:path>
              </a:pathLst>
            </a:custGeom>
            <a:solidFill>
              <a:srgbClr val="FFCE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5" name="Google Shape;575;p39"/>
            <p:cNvSpPr/>
            <p:nvPr/>
          </p:nvSpPr>
          <p:spPr>
            <a:xfrm>
              <a:off x="5816888" y="932045"/>
              <a:ext cx="138184" cy="248729"/>
            </a:xfrm>
            <a:custGeom>
              <a:avLst/>
              <a:gdLst/>
              <a:ahLst/>
              <a:cxnLst/>
              <a:rect l="l" t="t" r="r" b="b"/>
              <a:pathLst>
                <a:path w="53" h="94" extrusionOk="0">
                  <a:moveTo>
                    <a:pt x="52" y="38"/>
                  </a:moveTo>
                  <a:cubicBezTo>
                    <a:pt x="52" y="37"/>
                    <a:pt x="51" y="37"/>
                    <a:pt x="50" y="37"/>
                  </a:cubicBezTo>
                  <a:cubicBezTo>
                    <a:pt x="46" y="38"/>
                    <a:pt x="43" y="38"/>
                    <a:pt x="39" y="38"/>
                  </a:cubicBezTo>
                  <a:cubicBezTo>
                    <a:pt x="27" y="38"/>
                    <a:pt x="27" y="38"/>
                    <a:pt x="27" y="38"/>
                  </a:cubicBezTo>
                  <a:cubicBezTo>
                    <a:pt x="27" y="38"/>
                    <a:pt x="26" y="38"/>
                    <a:pt x="26" y="39"/>
                  </a:cubicBezTo>
                  <a:cubicBezTo>
                    <a:pt x="25" y="39"/>
                    <a:pt x="25" y="39"/>
                    <a:pt x="25" y="39"/>
                  </a:cubicBezTo>
                  <a:cubicBezTo>
                    <a:pt x="26" y="43"/>
                    <a:pt x="26" y="48"/>
                    <a:pt x="25" y="52"/>
                  </a:cubicBezTo>
                  <a:cubicBezTo>
                    <a:pt x="25" y="53"/>
                    <a:pt x="24" y="54"/>
                    <a:pt x="24" y="55"/>
                  </a:cubicBezTo>
                  <a:cubicBezTo>
                    <a:pt x="24" y="56"/>
                    <a:pt x="23" y="57"/>
                    <a:pt x="23" y="58"/>
                  </a:cubicBezTo>
                  <a:cubicBezTo>
                    <a:pt x="22" y="60"/>
                    <a:pt x="24" y="61"/>
                    <a:pt x="25" y="62"/>
                  </a:cubicBezTo>
                  <a:cubicBezTo>
                    <a:pt x="30" y="68"/>
                    <a:pt x="33" y="76"/>
                    <a:pt x="33" y="83"/>
                  </a:cubicBezTo>
                  <a:cubicBezTo>
                    <a:pt x="32" y="86"/>
                    <a:pt x="31" y="90"/>
                    <a:pt x="28" y="92"/>
                  </a:cubicBezTo>
                  <a:cubicBezTo>
                    <a:pt x="23" y="85"/>
                    <a:pt x="18" y="79"/>
                    <a:pt x="13" y="73"/>
                  </a:cubicBezTo>
                  <a:cubicBezTo>
                    <a:pt x="11" y="70"/>
                    <a:pt x="8" y="67"/>
                    <a:pt x="6" y="63"/>
                  </a:cubicBezTo>
                  <a:cubicBezTo>
                    <a:pt x="5" y="62"/>
                    <a:pt x="4" y="60"/>
                    <a:pt x="4" y="58"/>
                  </a:cubicBezTo>
                  <a:cubicBezTo>
                    <a:pt x="3" y="57"/>
                    <a:pt x="3" y="55"/>
                    <a:pt x="3" y="53"/>
                  </a:cubicBezTo>
                  <a:cubicBezTo>
                    <a:pt x="4" y="45"/>
                    <a:pt x="6" y="37"/>
                    <a:pt x="7" y="29"/>
                  </a:cubicBezTo>
                  <a:cubicBezTo>
                    <a:pt x="7" y="25"/>
                    <a:pt x="7" y="21"/>
                    <a:pt x="10" y="19"/>
                  </a:cubicBezTo>
                  <a:cubicBezTo>
                    <a:pt x="13" y="16"/>
                    <a:pt x="16" y="15"/>
                    <a:pt x="19" y="13"/>
                  </a:cubicBezTo>
                  <a:cubicBezTo>
                    <a:pt x="27" y="9"/>
                    <a:pt x="35" y="5"/>
                    <a:pt x="43" y="2"/>
                  </a:cubicBezTo>
                  <a:cubicBezTo>
                    <a:pt x="44" y="2"/>
                    <a:pt x="43" y="1"/>
                    <a:pt x="43" y="1"/>
                  </a:cubicBezTo>
                  <a:cubicBezTo>
                    <a:pt x="42" y="0"/>
                    <a:pt x="41" y="1"/>
                    <a:pt x="40" y="1"/>
                  </a:cubicBezTo>
                  <a:cubicBezTo>
                    <a:pt x="33" y="4"/>
                    <a:pt x="26" y="7"/>
                    <a:pt x="18" y="11"/>
                  </a:cubicBezTo>
                  <a:cubicBezTo>
                    <a:pt x="15" y="13"/>
                    <a:pt x="12" y="14"/>
                    <a:pt x="9" y="17"/>
                  </a:cubicBezTo>
                  <a:cubicBezTo>
                    <a:pt x="7" y="17"/>
                    <a:pt x="6" y="18"/>
                    <a:pt x="5" y="20"/>
                  </a:cubicBezTo>
                  <a:cubicBezTo>
                    <a:pt x="4" y="21"/>
                    <a:pt x="4" y="23"/>
                    <a:pt x="4" y="25"/>
                  </a:cubicBezTo>
                  <a:cubicBezTo>
                    <a:pt x="2" y="33"/>
                    <a:pt x="1" y="41"/>
                    <a:pt x="0" y="50"/>
                  </a:cubicBezTo>
                  <a:cubicBezTo>
                    <a:pt x="0" y="54"/>
                    <a:pt x="0" y="58"/>
                    <a:pt x="1" y="61"/>
                  </a:cubicBezTo>
                  <a:cubicBezTo>
                    <a:pt x="3" y="65"/>
                    <a:pt x="6" y="68"/>
                    <a:pt x="8" y="71"/>
                  </a:cubicBezTo>
                  <a:cubicBezTo>
                    <a:pt x="13" y="78"/>
                    <a:pt x="19" y="86"/>
                    <a:pt x="25" y="93"/>
                  </a:cubicBezTo>
                  <a:cubicBezTo>
                    <a:pt x="25" y="93"/>
                    <a:pt x="26" y="93"/>
                    <a:pt x="27" y="93"/>
                  </a:cubicBezTo>
                  <a:cubicBezTo>
                    <a:pt x="27" y="93"/>
                    <a:pt x="27" y="93"/>
                    <a:pt x="27" y="93"/>
                  </a:cubicBezTo>
                  <a:cubicBezTo>
                    <a:pt x="28" y="94"/>
                    <a:pt x="29" y="94"/>
                    <a:pt x="30" y="93"/>
                  </a:cubicBezTo>
                  <a:cubicBezTo>
                    <a:pt x="36" y="90"/>
                    <a:pt x="37" y="82"/>
                    <a:pt x="35" y="76"/>
                  </a:cubicBezTo>
                  <a:cubicBezTo>
                    <a:pt x="35" y="72"/>
                    <a:pt x="33" y="68"/>
                    <a:pt x="31" y="65"/>
                  </a:cubicBezTo>
                  <a:cubicBezTo>
                    <a:pt x="30" y="63"/>
                    <a:pt x="28" y="62"/>
                    <a:pt x="27" y="60"/>
                  </a:cubicBezTo>
                  <a:cubicBezTo>
                    <a:pt x="26" y="59"/>
                    <a:pt x="26" y="58"/>
                    <a:pt x="27" y="57"/>
                  </a:cubicBezTo>
                  <a:cubicBezTo>
                    <a:pt x="27" y="56"/>
                    <a:pt x="27" y="55"/>
                    <a:pt x="28" y="54"/>
                  </a:cubicBezTo>
                  <a:cubicBezTo>
                    <a:pt x="29" y="49"/>
                    <a:pt x="30" y="45"/>
                    <a:pt x="29" y="40"/>
                  </a:cubicBezTo>
                  <a:cubicBezTo>
                    <a:pt x="32" y="40"/>
                    <a:pt x="36" y="40"/>
                    <a:pt x="40" y="40"/>
                  </a:cubicBezTo>
                  <a:cubicBezTo>
                    <a:pt x="44" y="40"/>
                    <a:pt x="48" y="40"/>
                    <a:pt x="52" y="39"/>
                  </a:cubicBezTo>
                  <a:cubicBezTo>
                    <a:pt x="52" y="39"/>
                    <a:pt x="53" y="38"/>
                    <a:pt x="52" y="38"/>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6" name="Google Shape;576;p39"/>
            <p:cNvSpPr/>
            <p:nvPr/>
          </p:nvSpPr>
          <p:spPr>
            <a:xfrm>
              <a:off x="5948161" y="1042592"/>
              <a:ext cx="76003" cy="165821"/>
            </a:xfrm>
            <a:custGeom>
              <a:avLst/>
              <a:gdLst/>
              <a:ahLst/>
              <a:cxnLst/>
              <a:rect l="l" t="t" r="r" b="b"/>
              <a:pathLst>
                <a:path w="30" h="64" extrusionOk="0">
                  <a:moveTo>
                    <a:pt x="30" y="62"/>
                  </a:moveTo>
                  <a:cubicBezTo>
                    <a:pt x="22" y="59"/>
                    <a:pt x="17" y="51"/>
                    <a:pt x="14" y="43"/>
                  </a:cubicBezTo>
                  <a:cubicBezTo>
                    <a:pt x="10" y="35"/>
                    <a:pt x="7" y="26"/>
                    <a:pt x="5" y="17"/>
                  </a:cubicBezTo>
                  <a:cubicBezTo>
                    <a:pt x="4" y="12"/>
                    <a:pt x="4" y="6"/>
                    <a:pt x="4" y="1"/>
                  </a:cubicBezTo>
                  <a:cubicBezTo>
                    <a:pt x="4" y="0"/>
                    <a:pt x="0" y="0"/>
                    <a:pt x="0" y="1"/>
                  </a:cubicBezTo>
                  <a:cubicBezTo>
                    <a:pt x="0" y="11"/>
                    <a:pt x="2" y="20"/>
                    <a:pt x="5" y="29"/>
                  </a:cubicBezTo>
                  <a:cubicBezTo>
                    <a:pt x="7" y="38"/>
                    <a:pt x="11" y="47"/>
                    <a:pt x="17" y="54"/>
                  </a:cubicBezTo>
                  <a:cubicBezTo>
                    <a:pt x="19" y="58"/>
                    <a:pt x="23" y="62"/>
                    <a:pt x="27" y="64"/>
                  </a:cubicBezTo>
                  <a:cubicBezTo>
                    <a:pt x="28" y="64"/>
                    <a:pt x="29" y="64"/>
                    <a:pt x="30" y="64"/>
                  </a:cubicBezTo>
                  <a:cubicBezTo>
                    <a:pt x="30" y="63"/>
                    <a:pt x="30" y="63"/>
                    <a:pt x="30" y="62"/>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7" name="Google Shape;577;p39"/>
            <p:cNvSpPr/>
            <p:nvPr/>
          </p:nvSpPr>
          <p:spPr>
            <a:xfrm>
              <a:off x="5775433" y="904408"/>
              <a:ext cx="117458" cy="269460"/>
            </a:xfrm>
            <a:custGeom>
              <a:avLst/>
              <a:gdLst/>
              <a:ahLst/>
              <a:cxnLst/>
              <a:rect l="l" t="t" r="r" b="b"/>
              <a:pathLst>
                <a:path w="46" h="103" extrusionOk="0">
                  <a:moveTo>
                    <a:pt x="45" y="0"/>
                  </a:moveTo>
                  <a:cubicBezTo>
                    <a:pt x="44" y="0"/>
                    <a:pt x="43" y="0"/>
                    <a:pt x="42" y="0"/>
                  </a:cubicBezTo>
                  <a:cubicBezTo>
                    <a:pt x="34" y="3"/>
                    <a:pt x="26" y="7"/>
                    <a:pt x="19" y="11"/>
                  </a:cubicBezTo>
                  <a:cubicBezTo>
                    <a:pt x="12" y="14"/>
                    <a:pt x="4" y="18"/>
                    <a:pt x="2" y="25"/>
                  </a:cubicBezTo>
                  <a:cubicBezTo>
                    <a:pt x="1" y="29"/>
                    <a:pt x="1" y="33"/>
                    <a:pt x="1" y="37"/>
                  </a:cubicBezTo>
                  <a:cubicBezTo>
                    <a:pt x="0" y="41"/>
                    <a:pt x="0" y="45"/>
                    <a:pt x="0" y="50"/>
                  </a:cubicBezTo>
                  <a:cubicBezTo>
                    <a:pt x="0" y="54"/>
                    <a:pt x="0" y="59"/>
                    <a:pt x="0" y="63"/>
                  </a:cubicBezTo>
                  <a:cubicBezTo>
                    <a:pt x="0" y="68"/>
                    <a:pt x="1" y="71"/>
                    <a:pt x="2" y="75"/>
                  </a:cubicBezTo>
                  <a:cubicBezTo>
                    <a:pt x="5" y="80"/>
                    <a:pt x="8" y="85"/>
                    <a:pt x="10" y="89"/>
                  </a:cubicBezTo>
                  <a:cubicBezTo>
                    <a:pt x="13" y="94"/>
                    <a:pt x="15" y="99"/>
                    <a:pt x="19" y="102"/>
                  </a:cubicBezTo>
                  <a:cubicBezTo>
                    <a:pt x="20" y="103"/>
                    <a:pt x="20" y="103"/>
                    <a:pt x="21" y="103"/>
                  </a:cubicBezTo>
                  <a:cubicBezTo>
                    <a:pt x="21" y="102"/>
                    <a:pt x="21" y="102"/>
                    <a:pt x="21" y="102"/>
                  </a:cubicBezTo>
                  <a:cubicBezTo>
                    <a:pt x="21" y="101"/>
                    <a:pt x="21" y="101"/>
                    <a:pt x="20" y="100"/>
                  </a:cubicBezTo>
                  <a:cubicBezTo>
                    <a:pt x="19" y="99"/>
                    <a:pt x="19" y="97"/>
                    <a:pt x="18" y="95"/>
                  </a:cubicBezTo>
                  <a:cubicBezTo>
                    <a:pt x="16" y="94"/>
                    <a:pt x="15" y="92"/>
                    <a:pt x="14" y="90"/>
                  </a:cubicBezTo>
                  <a:cubicBezTo>
                    <a:pt x="12" y="86"/>
                    <a:pt x="10" y="82"/>
                    <a:pt x="8" y="78"/>
                  </a:cubicBezTo>
                  <a:cubicBezTo>
                    <a:pt x="6" y="74"/>
                    <a:pt x="4" y="71"/>
                    <a:pt x="3" y="67"/>
                  </a:cubicBezTo>
                  <a:cubicBezTo>
                    <a:pt x="3" y="62"/>
                    <a:pt x="3" y="58"/>
                    <a:pt x="3" y="54"/>
                  </a:cubicBezTo>
                  <a:cubicBezTo>
                    <a:pt x="4" y="49"/>
                    <a:pt x="4" y="45"/>
                    <a:pt x="4" y="41"/>
                  </a:cubicBezTo>
                  <a:cubicBezTo>
                    <a:pt x="4" y="37"/>
                    <a:pt x="4" y="33"/>
                    <a:pt x="5" y="29"/>
                  </a:cubicBezTo>
                  <a:cubicBezTo>
                    <a:pt x="5" y="25"/>
                    <a:pt x="7" y="22"/>
                    <a:pt x="10" y="19"/>
                  </a:cubicBezTo>
                  <a:cubicBezTo>
                    <a:pt x="12" y="17"/>
                    <a:pt x="16" y="15"/>
                    <a:pt x="19" y="13"/>
                  </a:cubicBezTo>
                  <a:cubicBezTo>
                    <a:pt x="28" y="9"/>
                    <a:pt x="36" y="5"/>
                    <a:pt x="45" y="1"/>
                  </a:cubicBezTo>
                  <a:cubicBezTo>
                    <a:pt x="46" y="1"/>
                    <a:pt x="45" y="0"/>
                    <a:pt x="45" y="0"/>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8" name="Google Shape;578;p39"/>
            <p:cNvSpPr/>
            <p:nvPr/>
          </p:nvSpPr>
          <p:spPr>
            <a:xfrm>
              <a:off x="5733978" y="883683"/>
              <a:ext cx="124366" cy="207275"/>
            </a:xfrm>
            <a:custGeom>
              <a:avLst/>
              <a:gdLst/>
              <a:ahLst/>
              <a:cxnLst/>
              <a:rect l="l" t="t" r="r" b="b"/>
              <a:pathLst>
                <a:path w="46" h="79" extrusionOk="0">
                  <a:moveTo>
                    <a:pt x="45" y="1"/>
                  </a:moveTo>
                  <a:cubicBezTo>
                    <a:pt x="39" y="5"/>
                    <a:pt x="32" y="8"/>
                    <a:pt x="26" y="12"/>
                  </a:cubicBezTo>
                  <a:cubicBezTo>
                    <a:pt x="23" y="14"/>
                    <a:pt x="21" y="15"/>
                    <a:pt x="18" y="17"/>
                  </a:cubicBezTo>
                  <a:cubicBezTo>
                    <a:pt x="16" y="18"/>
                    <a:pt x="13" y="20"/>
                    <a:pt x="12" y="22"/>
                  </a:cubicBezTo>
                  <a:cubicBezTo>
                    <a:pt x="10" y="25"/>
                    <a:pt x="10" y="28"/>
                    <a:pt x="9" y="31"/>
                  </a:cubicBezTo>
                  <a:cubicBezTo>
                    <a:pt x="9" y="34"/>
                    <a:pt x="8" y="37"/>
                    <a:pt x="8" y="41"/>
                  </a:cubicBezTo>
                  <a:cubicBezTo>
                    <a:pt x="7" y="44"/>
                    <a:pt x="7" y="46"/>
                    <a:pt x="7" y="49"/>
                  </a:cubicBezTo>
                  <a:cubicBezTo>
                    <a:pt x="6" y="51"/>
                    <a:pt x="6" y="52"/>
                    <a:pt x="6" y="54"/>
                  </a:cubicBezTo>
                  <a:cubicBezTo>
                    <a:pt x="6" y="56"/>
                    <a:pt x="6" y="58"/>
                    <a:pt x="5" y="60"/>
                  </a:cubicBezTo>
                  <a:cubicBezTo>
                    <a:pt x="5" y="63"/>
                    <a:pt x="5" y="67"/>
                    <a:pt x="5" y="70"/>
                  </a:cubicBezTo>
                  <a:cubicBezTo>
                    <a:pt x="4" y="72"/>
                    <a:pt x="4" y="75"/>
                    <a:pt x="5" y="78"/>
                  </a:cubicBezTo>
                  <a:cubicBezTo>
                    <a:pt x="6" y="79"/>
                    <a:pt x="3" y="79"/>
                    <a:pt x="2" y="78"/>
                  </a:cubicBezTo>
                  <a:cubicBezTo>
                    <a:pt x="0" y="76"/>
                    <a:pt x="1" y="72"/>
                    <a:pt x="1" y="69"/>
                  </a:cubicBezTo>
                  <a:cubicBezTo>
                    <a:pt x="1" y="65"/>
                    <a:pt x="2" y="62"/>
                    <a:pt x="2" y="58"/>
                  </a:cubicBezTo>
                  <a:cubicBezTo>
                    <a:pt x="2" y="56"/>
                    <a:pt x="2" y="55"/>
                    <a:pt x="3" y="53"/>
                  </a:cubicBezTo>
                  <a:cubicBezTo>
                    <a:pt x="3" y="52"/>
                    <a:pt x="3" y="50"/>
                    <a:pt x="3" y="49"/>
                  </a:cubicBezTo>
                  <a:cubicBezTo>
                    <a:pt x="4" y="45"/>
                    <a:pt x="4" y="41"/>
                    <a:pt x="5" y="37"/>
                  </a:cubicBezTo>
                  <a:cubicBezTo>
                    <a:pt x="5" y="34"/>
                    <a:pt x="6" y="31"/>
                    <a:pt x="6" y="27"/>
                  </a:cubicBezTo>
                  <a:cubicBezTo>
                    <a:pt x="7" y="25"/>
                    <a:pt x="8" y="22"/>
                    <a:pt x="10" y="20"/>
                  </a:cubicBezTo>
                  <a:cubicBezTo>
                    <a:pt x="12" y="18"/>
                    <a:pt x="14" y="17"/>
                    <a:pt x="17" y="15"/>
                  </a:cubicBezTo>
                  <a:cubicBezTo>
                    <a:pt x="19" y="13"/>
                    <a:pt x="22" y="12"/>
                    <a:pt x="25" y="10"/>
                  </a:cubicBezTo>
                  <a:cubicBezTo>
                    <a:pt x="31" y="7"/>
                    <a:pt x="37" y="3"/>
                    <a:pt x="42" y="0"/>
                  </a:cubicBezTo>
                  <a:cubicBezTo>
                    <a:pt x="43" y="0"/>
                    <a:pt x="44" y="0"/>
                    <a:pt x="45" y="0"/>
                  </a:cubicBezTo>
                  <a:cubicBezTo>
                    <a:pt x="45" y="1"/>
                    <a:pt x="46" y="1"/>
                    <a:pt x="45" y="1"/>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9" name="Google Shape;579;p39"/>
            <p:cNvSpPr/>
            <p:nvPr/>
          </p:nvSpPr>
          <p:spPr>
            <a:xfrm>
              <a:off x="5637249" y="980411"/>
              <a:ext cx="76004" cy="27637"/>
            </a:xfrm>
            <a:custGeom>
              <a:avLst/>
              <a:gdLst/>
              <a:ahLst/>
              <a:cxnLst/>
              <a:rect l="l" t="t" r="r" b="b"/>
              <a:pathLst>
                <a:path w="29" h="10" extrusionOk="0">
                  <a:moveTo>
                    <a:pt x="27" y="1"/>
                  </a:moveTo>
                  <a:cubicBezTo>
                    <a:pt x="27" y="0"/>
                    <a:pt x="26" y="0"/>
                    <a:pt x="25" y="1"/>
                  </a:cubicBezTo>
                  <a:cubicBezTo>
                    <a:pt x="19" y="5"/>
                    <a:pt x="11" y="8"/>
                    <a:pt x="3" y="7"/>
                  </a:cubicBezTo>
                  <a:cubicBezTo>
                    <a:pt x="2" y="7"/>
                    <a:pt x="1" y="7"/>
                    <a:pt x="1" y="8"/>
                  </a:cubicBezTo>
                  <a:cubicBezTo>
                    <a:pt x="0" y="9"/>
                    <a:pt x="1" y="9"/>
                    <a:pt x="2" y="9"/>
                  </a:cubicBezTo>
                  <a:cubicBezTo>
                    <a:pt x="11" y="10"/>
                    <a:pt x="20" y="7"/>
                    <a:pt x="28" y="2"/>
                  </a:cubicBezTo>
                  <a:cubicBezTo>
                    <a:pt x="29" y="1"/>
                    <a:pt x="28" y="1"/>
                    <a:pt x="27" y="1"/>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0" name="Google Shape;580;p39"/>
            <p:cNvSpPr/>
            <p:nvPr/>
          </p:nvSpPr>
          <p:spPr>
            <a:xfrm>
              <a:off x="3737215" y="1346595"/>
              <a:ext cx="2784415" cy="3558230"/>
            </a:xfrm>
            <a:custGeom>
              <a:avLst/>
              <a:gdLst/>
              <a:ahLst/>
              <a:cxnLst/>
              <a:rect l="l" t="t" r="r" b="b"/>
              <a:pathLst>
                <a:path w="1071" h="1369" extrusionOk="0">
                  <a:moveTo>
                    <a:pt x="125" y="1128"/>
                  </a:moveTo>
                  <a:cubicBezTo>
                    <a:pt x="152" y="1130"/>
                    <a:pt x="180" y="1125"/>
                    <a:pt x="206" y="1118"/>
                  </a:cubicBezTo>
                  <a:cubicBezTo>
                    <a:pt x="217" y="1115"/>
                    <a:pt x="211" y="1215"/>
                    <a:pt x="211" y="1228"/>
                  </a:cubicBezTo>
                  <a:cubicBezTo>
                    <a:pt x="211" y="1275"/>
                    <a:pt x="210" y="1322"/>
                    <a:pt x="210" y="1369"/>
                  </a:cubicBezTo>
                  <a:cubicBezTo>
                    <a:pt x="796" y="1369"/>
                    <a:pt x="796" y="1369"/>
                    <a:pt x="796" y="1369"/>
                  </a:cubicBezTo>
                  <a:cubicBezTo>
                    <a:pt x="797" y="1300"/>
                    <a:pt x="785" y="1231"/>
                    <a:pt x="786" y="1162"/>
                  </a:cubicBezTo>
                  <a:cubicBezTo>
                    <a:pt x="787" y="1096"/>
                    <a:pt x="788" y="1031"/>
                    <a:pt x="784" y="964"/>
                  </a:cubicBezTo>
                  <a:cubicBezTo>
                    <a:pt x="781" y="915"/>
                    <a:pt x="778" y="865"/>
                    <a:pt x="775" y="816"/>
                  </a:cubicBezTo>
                  <a:cubicBezTo>
                    <a:pt x="774" y="791"/>
                    <a:pt x="773" y="766"/>
                    <a:pt x="772" y="742"/>
                  </a:cubicBezTo>
                  <a:cubicBezTo>
                    <a:pt x="772" y="732"/>
                    <a:pt x="764" y="678"/>
                    <a:pt x="770" y="673"/>
                  </a:cubicBezTo>
                  <a:cubicBezTo>
                    <a:pt x="802" y="647"/>
                    <a:pt x="835" y="621"/>
                    <a:pt x="869" y="595"/>
                  </a:cubicBezTo>
                  <a:cubicBezTo>
                    <a:pt x="890" y="579"/>
                    <a:pt x="912" y="564"/>
                    <a:pt x="933" y="547"/>
                  </a:cubicBezTo>
                  <a:cubicBezTo>
                    <a:pt x="954" y="530"/>
                    <a:pt x="972" y="511"/>
                    <a:pt x="989" y="490"/>
                  </a:cubicBezTo>
                  <a:cubicBezTo>
                    <a:pt x="1005" y="470"/>
                    <a:pt x="1022" y="448"/>
                    <a:pt x="1036" y="426"/>
                  </a:cubicBezTo>
                  <a:cubicBezTo>
                    <a:pt x="1049" y="404"/>
                    <a:pt x="1059" y="381"/>
                    <a:pt x="1064" y="356"/>
                  </a:cubicBezTo>
                  <a:cubicBezTo>
                    <a:pt x="1070" y="331"/>
                    <a:pt x="1071" y="305"/>
                    <a:pt x="1068" y="280"/>
                  </a:cubicBezTo>
                  <a:cubicBezTo>
                    <a:pt x="1065" y="252"/>
                    <a:pt x="1058" y="225"/>
                    <a:pt x="1052" y="198"/>
                  </a:cubicBezTo>
                  <a:cubicBezTo>
                    <a:pt x="1045" y="166"/>
                    <a:pt x="1037" y="135"/>
                    <a:pt x="1030" y="103"/>
                  </a:cubicBezTo>
                  <a:cubicBezTo>
                    <a:pt x="1027" y="91"/>
                    <a:pt x="1026" y="75"/>
                    <a:pt x="1018" y="65"/>
                  </a:cubicBezTo>
                  <a:cubicBezTo>
                    <a:pt x="1012" y="58"/>
                    <a:pt x="1003" y="56"/>
                    <a:pt x="994" y="56"/>
                  </a:cubicBezTo>
                  <a:cubicBezTo>
                    <a:pt x="993" y="56"/>
                    <a:pt x="983" y="28"/>
                    <a:pt x="981" y="25"/>
                  </a:cubicBezTo>
                  <a:cubicBezTo>
                    <a:pt x="979" y="20"/>
                    <a:pt x="977" y="15"/>
                    <a:pt x="974" y="10"/>
                  </a:cubicBezTo>
                  <a:cubicBezTo>
                    <a:pt x="972" y="6"/>
                    <a:pt x="971" y="0"/>
                    <a:pt x="966" y="4"/>
                  </a:cubicBezTo>
                  <a:cubicBezTo>
                    <a:pt x="965" y="5"/>
                    <a:pt x="963" y="6"/>
                    <a:pt x="962" y="8"/>
                  </a:cubicBezTo>
                  <a:cubicBezTo>
                    <a:pt x="951" y="24"/>
                    <a:pt x="938" y="41"/>
                    <a:pt x="925" y="56"/>
                  </a:cubicBezTo>
                  <a:cubicBezTo>
                    <a:pt x="918" y="63"/>
                    <a:pt x="912" y="71"/>
                    <a:pt x="904" y="76"/>
                  </a:cubicBezTo>
                  <a:cubicBezTo>
                    <a:pt x="896" y="82"/>
                    <a:pt x="886" y="86"/>
                    <a:pt x="876" y="86"/>
                  </a:cubicBezTo>
                  <a:cubicBezTo>
                    <a:pt x="875" y="87"/>
                    <a:pt x="873" y="86"/>
                    <a:pt x="871" y="87"/>
                  </a:cubicBezTo>
                  <a:cubicBezTo>
                    <a:pt x="867" y="88"/>
                    <a:pt x="868" y="91"/>
                    <a:pt x="869" y="94"/>
                  </a:cubicBezTo>
                  <a:cubicBezTo>
                    <a:pt x="872" y="106"/>
                    <a:pt x="878" y="115"/>
                    <a:pt x="882" y="126"/>
                  </a:cubicBezTo>
                  <a:cubicBezTo>
                    <a:pt x="885" y="133"/>
                    <a:pt x="877" y="137"/>
                    <a:pt x="873" y="141"/>
                  </a:cubicBezTo>
                  <a:cubicBezTo>
                    <a:pt x="868" y="147"/>
                    <a:pt x="866" y="156"/>
                    <a:pt x="866" y="163"/>
                  </a:cubicBezTo>
                  <a:cubicBezTo>
                    <a:pt x="865" y="182"/>
                    <a:pt x="874" y="202"/>
                    <a:pt x="877" y="221"/>
                  </a:cubicBezTo>
                  <a:cubicBezTo>
                    <a:pt x="881" y="242"/>
                    <a:pt x="883" y="265"/>
                    <a:pt x="883" y="287"/>
                  </a:cubicBezTo>
                  <a:cubicBezTo>
                    <a:pt x="882" y="298"/>
                    <a:pt x="882" y="311"/>
                    <a:pt x="875" y="320"/>
                  </a:cubicBezTo>
                  <a:cubicBezTo>
                    <a:pt x="868" y="329"/>
                    <a:pt x="854" y="329"/>
                    <a:pt x="844" y="332"/>
                  </a:cubicBezTo>
                  <a:cubicBezTo>
                    <a:pt x="798" y="347"/>
                    <a:pt x="750" y="352"/>
                    <a:pt x="703" y="360"/>
                  </a:cubicBezTo>
                  <a:cubicBezTo>
                    <a:pt x="675" y="365"/>
                    <a:pt x="647" y="371"/>
                    <a:pt x="621" y="381"/>
                  </a:cubicBezTo>
                  <a:cubicBezTo>
                    <a:pt x="595" y="392"/>
                    <a:pt x="571" y="406"/>
                    <a:pt x="544" y="413"/>
                  </a:cubicBezTo>
                  <a:cubicBezTo>
                    <a:pt x="520" y="419"/>
                    <a:pt x="494" y="421"/>
                    <a:pt x="468" y="421"/>
                  </a:cubicBezTo>
                  <a:cubicBezTo>
                    <a:pt x="413" y="421"/>
                    <a:pt x="357" y="415"/>
                    <a:pt x="303" y="427"/>
                  </a:cubicBezTo>
                  <a:cubicBezTo>
                    <a:pt x="303" y="426"/>
                    <a:pt x="302" y="426"/>
                    <a:pt x="301" y="426"/>
                  </a:cubicBezTo>
                  <a:cubicBezTo>
                    <a:pt x="292" y="422"/>
                    <a:pt x="269" y="441"/>
                    <a:pt x="261" y="446"/>
                  </a:cubicBezTo>
                  <a:cubicBezTo>
                    <a:pt x="244" y="456"/>
                    <a:pt x="226" y="465"/>
                    <a:pt x="209" y="474"/>
                  </a:cubicBezTo>
                  <a:cubicBezTo>
                    <a:pt x="187" y="485"/>
                    <a:pt x="165" y="491"/>
                    <a:pt x="146" y="506"/>
                  </a:cubicBezTo>
                  <a:cubicBezTo>
                    <a:pt x="115" y="530"/>
                    <a:pt x="96" y="564"/>
                    <a:pt x="86" y="601"/>
                  </a:cubicBezTo>
                  <a:cubicBezTo>
                    <a:pt x="77" y="637"/>
                    <a:pt x="69" y="672"/>
                    <a:pt x="61" y="708"/>
                  </a:cubicBezTo>
                  <a:cubicBezTo>
                    <a:pt x="51" y="756"/>
                    <a:pt x="41" y="803"/>
                    <a:pt x="32" y="851"/>
                  </a:cubicBezTo>
                  <a:cubicBezTo>
                    <a:pt x="28" y="874"/>
                    <a:pt x="24" y="898"/>
                    <a:pt x="20" y="922"/>
                  </a:cubicBezTo>
                  <a:cubicBezTo>
                    <a:pt x="13" y="963"/>
                    <a:pt x="0" y="1005"/>
                    <a:pt x="17" y="1046"/>
                  </a:cubicBezTo>
                  <a:cubicBezTo>
                    <a:pt x="34" y="1089"/>
                    <a:pt x="79" y="1125"/>
                    <a:pt x="125" y="1128"/>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1" name="Google Shape;581;p39"/>
            <p:cNvSpPr/>
            <p:nvPr/>
          </p:nvSpPr>
          <p:spPr>
            <a:xfrm>
              <a:off x="4414317" y="2168790"/>
              <a:ext cx="905107" cy="462916"/>
            </a:xfrm>
            <a:custGeom>
              <a:avLst/>
              <a:gdLst/>
              <a:ahLst/>
              <a:cxnLst/>
              <a:rect l="l" t="t" r="r" b="b"/>
              <a:pathLst>
                <a:path w="348" h="180" extrusionOk="0">
                  <a:moveTo>
                    <a:pt x="347" y="100"/>
                  </a:moveTo>
                  <a:cubicBezTo>
                    <a:pt x="346" y="107"/>
                    <a:pt x="342" y="112"/>
                    <a:pt x="337" y="117"/>
                  </a:cubicBezTo>
                  <a:cubicBezTo>
                    <a:pt x="323" y="135"/>
                    <a:pt x="303" y="149"/>
                    <a:pt x="282" y="157"/>
                  </a:cubicBezTo>
                  <a:cubicBezTo>
                    <a:pt x="269" y="162"/>
                    <a:pt x="257" y="167"/>
                    <a:pt x="244" y="171"/>
                  </a:cubicBezTo>
                  <a:cubicBezTo>
                    <a:pt x="229" y="175"/>
                    <a:pt x="213" y="176"/>
                    <a:pt x="198" y="177"/>
                  </a:cubicBezTo>
                  <a:cubicBezTo>
                    <a:pt x="177" y="179"/>
                    <a:pt x="160" y="180"/>
                    <a:pt x="140" y="173"/>
                  </a:cubicBezTo>
                  <a:cubicBezTo>
                    <a:pt x="123" y="169"/>
                    <a:pt x="105" y="165"/>
                    <a:pt x="87" y="162"/>
                  </a:cubicBezTo>
                  <a:cubicBezTo>
                    <a:pt x="70" y="159"/>
                    <a:pt x="54" y="157"/>
                    <a:pt x="37" y="151"/>
                  </a:cubicBezTo>
                  <a:cubicBezTo>
                    <a:pt x="24" y="146"/>
                    <a:pt x="9" y="141"/>
                    <a:pt x="4" y="128"/>
                  </a:cubicBezTo>
                  <a:cubicBezTo>
                    <a:pt x="1" y="124"/>
                    <a:pt x="1" y="119"/>
                    <a:pt x="0" y="114"/>
                  </a:cubicBezTo>
                  <a:cubicBezTo>
                    <a:pt x="0" y="105"/>
                    <a:pt x="3" y="95"/>
                    <a:pt x="8" y="87"/>
                  </a:cubicBezTo>
                  <a:cubicBezTo>
                    <a:pt x="14" y="76"/>
                    <a:pt x="24" y="68"/>
                    <a:pt x="31" y="58"/>
                  </a:cubicBezTo>
                  <a:cubicBezTo>
                    <a:pt x="38" y="49"/>
                    <a:pt x="42" y="39"/>
                    <a:pt x="49" y="31"/>
                  </a:cubicBezTo>
                  <a:cubicBezTo>
                    <a:pt x="51" y="28"/>
                    <a:pt x="53" y="26"/>
                    <a:pt x="55" y="25"/>
                  </a:cubicBezTo>
                  <a:cubicBezTo>
                    <a:pt x="61" y="20"/>
                    <a:pt x="68" y="18"/>
                    <a:pt x="75" y="16"/>
                  </a:cubicBezTo>
                  <a:cubicBezTo>
                    <a:pt x="84" y="13"/>
                    <a:pt x="92" y="14"/>
                    <a:pt x="100" y="12"/>
                  </a:cubicBezTo>
                  <a:cubicBezTo>
                    <a:pt x="110" y="10"/>
                    <a:pt x="120" y="8"/>
                    <a:pt x="131" y="7"/>
                  </a:cubicBezTo>
                  <a:cubicBezTo>
                    <a:pt x="152" y="4"/>
                    <a:pt x="173" y="2"/>
                    <a:pt x="195" y="1"/>
                  </a:cubicBezTo>
                  <a:cubicBezTo>
                    <a:pt x="215" y="0"/>
                    <a:pt x="234" y="0"/>
                    <a:pt x="253" y="4"/>
                  </a:cubicBezTo>
                  <a:cubicBezTo>
                    <a:pt x="254" y="4"/>
                    <a:pt x="254" y="4"/>
                    <a:pt x="254" y="4"/>
                  </a:cubicBezTo>
                  <a:cubicBezTo>
                    <a:pt x="273" y="8"/>
                    <a:pt x="291" y="17"/>
                    <a:pt x="304" y="32"/>
                  </a:cubicBezTo>
                  <a:cubicBezTo>
                    <a:pt x="305" y="34"/>
                    <a:pt x="307" y="36"/>
                    <a:pt x="308" y="38"/>
                  </a:cubicBezTo>
                  <a:cubicBezTo>
                    <a:pt x="313" y="44"/>
                    <a:pt x="317" y="51"/>
                    <a:pt x="322" y="57"/>
                  </a:cubicBezTo>
                  <a:cubicBezTo>
                    <a:pt x="327" y="63"/>
                    <a:pt x="334" y="69"/>
                    <a:pt x="339" y="76"/>
                  </a:cubicBezTo>
                  <a:cubicBezTo>
                    <a:pt x="345" y="83"/>
                    <a:pt x="348" y="92"/>
                    <a:pt x="347" y="10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2" name="Google Shape;582;p39"/>
            <p:cNvSpPr/>
            <p:nvPr/>
          </p:nvSpPr>
          <p:spPr>
            <a:xfrm>
              <a:off x="4531775" y="2168790"/>
              <a:ext cx="690922" cy="317822"/>
            </a:xfrm>
            <a:custGeom>
              <a:avLst/>
              <a:gdLst/>
              <a:ahLst/>
              <a:cxnLst/>
              <a:rect l="l" t="t" r="r" b="b"/>
              <a:pathLst>
                <a:path w="265" h="124" extrusionOk="0">
                  <a:moveTo>
                    <a:pt x="252" y="77"/>
                  </a:moveTo>
                  <a:cubicBezTo>
                    <a:pt x="238" y="95"/>
                    <a:pt x="217" y="106"/>
                    <a:pt x="196" y="115"/>
                  </a:cubicBezTo>
                  <a:cubicBezTo>
                    <a:pt x="186" y="119"/>
                    <a:pt x="175" y="123"/>
                    <a:pt x="163" y="123"/>
                  </a:cubicBezTo>
                  <a:cubicBezTo>
                    <a:pt x="151" y="124"/>
                    <a:pt x="139" y="123"/>
                    <a:pt x="126" y="122"/>
                  </a:cubicBezTo>
                  <a:cubicBezTo>
                    <a:pt x="103" y="120"/>
                    <a:pt x="79" y="118"/>
                    <a:pt x="56" y="112"/>
                  </a:cubicBezTo>
                  <a:cubicBezTo>
                    <a:pt x="37" y="107"/>
                    <a:pt x="12" y="101"/>
                    <a:pt x="6" y="79"/>
                  </a:cubicBezTo>
                  <a:cubicBezTo>
                    <a:pt x="0" y="59"/>
                    <a:pt x="8" y="39"/>
                    <a:pt x="23" y="26"/>
                  </a:cubicBezTo>
                  <a:cubicBezTo>
                    <a:pt x="41" y="10"/>
                    <a:pt x="64" y="10"/>
                    <a:pt x="86" y="7"/>
                  </a:cubicBezTo>
                  <a:cubicBezTo>
                    <a:pt x="107" y="4"/>
                    <a:pt x="128" y="2"/>
                    <a:pt x="150" y="1"/>
                  </a:cubicBezTo>
                  <a:cubicBezTo>
                    <a:pt x="164" y="0"/>
                    <a:pt x="178" y="0"/>
                    <a:pt x="192" y="1"/>
                  </a:cubicBezTo>
                  <a:cubicBezTo>
                    <a:pt x="205" y="3"/>
                    <a:pt x="215" y="8"/>
                    <a:pt x="227" y="13"/>
                  </a:cubicBezTo>
                  <a:cubicBezTo>
                    <a:pt x="233" y="15"/>
                    <a:pt x="238" y="17"/>
                    <a:pt x="243" y="20"/>
                  </a:cubicBezTo>
                  <a:cubicBezTo>
                    <a:pt x="261" y="33"/>
                    <a:pt x="265" y="60"/>
                    <a:pt x="252" y="77"/>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3" name="Google Shape;583;p39"/>
            <p:cNvSpPr/>
            <p:nvPr/>
          </p:nvSpPr>
          <p:spPr>
            <a:xfrm>
              <a:off x="4331406" y="3916810"/>
              <a:ext cx="345462" cy="241823"/>
            </a:xfrm>
            <a:custGeom>
              <a:avLst/>
              <a:gdLst/>
              <a:ahLst/>
              <a:cxnLst/>
              <a:rect l="l" t="t" r="r" b="b"/>
              <a:pathLst>
                <a:path w="133" h="95" extrusionOk="0">
                  <a:moveTo>
                    <a:pt x="78" y="92"/>
                  </a:moveTo>
                  <a:cubicBezTo>
                    <a:pt x="65" y="95"/>
                    <a:pt x="50" y="93"/>
                    <a:pt x="38" y="85"/>
                  </a:cubicBezTo>
                  <a:cubicBezTo>
                    <a:pt x="37" y="85"/>
                    <a:pt x="37" y="85"/>
                    <a:pt x="37" y="85"/>
                  </a:cubicBezTo>
                  <a:cubicBezTo>
                    <a:pt x="26" y="78"/>
                    <a:pt x="18" y="67"/>
                    <a:pt x="13" y="55"/>
                  </a:cubicBezTo>
                  <a:cubicBezTo>
                    <a:pt x="8" y="45"/>
                    <a:pt x="4" y="33"/>
                    <a:pt x="2" y="22"/>
                  </a:cubicBezTo>
                  <a:cubicBezTo>
                    <a:pt x="1" y="18"/>
                    <a:pt x="1" y="15"/>
                    <a:pt x="1" y="11"/>
                  </a:cubicBezTo>
                  <a:cubicBezTo>
                    <a:pt x="0" y="8"/>
                    <a:pt x="8" y="7"/>
                    <a:pt x="11" y="9"/>
                  </a:cubicBezTo>
                  <a:cubicBezTo>
                    <a:pt x="17" y="6"/>
                    <a:pt x="24" y="5"/>
                    <a:pt x="31" y="4"/>
                  </a:cubicBezTo>
                  <a:cubicBezTo>
                    <a:pt x="46" y="2"/>
                    <a:pt x="61" y="0"/>
                    <a:pt x="76" y="2"/>
                  </a:cubicBezTo>
                  <a:cubicBezTo>
                    <a:pt x="88" y="3"/>
                    <a:pt x="100" y="6"/>
                    <a:pt x="110" y="11"/>
                  </a:cubicBezTo>
                  <a:cubicBezTo>
                    <a:pt x="117" y="15"/>
                    <a:pt x="124" y="21"/>
                    <a:pt x="128" y="28"/>
                  </a:cubicBezTo>
                  <a:cubicBezTo>
                    <a:pt x="129" y="28"/>
                    <a:pt x="129" y="29"/>
                    <a:pt x="130" y="30"/>
                  </a:cubicBezTo>
                  <a:cubicBezTo>
                    <a:pt x="133" y="60"/>
                    <a:pt x="105" y="87"/>
                    <a:pt x="78" y="92"/>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4" name="Google Shape;584;p39"/>
            <p:cNvSpPr/>
            <p:nvPr/>
          </p:nvSpPr>
          <p:spPr>
            <a:xfrm>
              <a:off x="4407410" y="1526234"/>
              <a:ext cx="677103" cy="670191"/>
            </a:xfrm>
            <a:custGeom>
              <a:avLst/>
              <a:gdLst/>
              <a:ahLst/>
              <a:cxnLst/>
              <a:rect l="l" t="t" r="r" b="b"/>
              <a:pathLst>
                <a:path w="260" h="257" extrusionOk="0">
                  <a:moveTo>
                    <a:pt x="110" y="256"/>
                  </a:moveTo>
                  <a:cubicBezTo>
                    <a:pt x="114" y="255"/>
                    <a:pt x="118" y="255"/>
                    <a:pt x="122" y="254"/>
                  </a:cubicBezTo>
                  <a:cubicBezTo>
                    <a:pt x="147" y="250"/>
                    <a:pt x="173" y="242"/>
                    <a:pt x="194" y="227"/>
                  </a:cubicBezTo>
                  <a:cubicBezTo>
                    <a:pt x="208" y="217"/>
                    <a:pt x="220" y="204"/>
                    <a:pt x="231" y="191"/>
                  </a:cubicBezTo>
                  <a:cubicBezTo>
                    <a:pt x="241" y="177"/>
                    <a:pt x="250" y="162"/>
                    <a:pt x="255" y="146"/>
                  </a:cubicBezTo>
                  <a:cubicBezTo>
                    <a:pt x="258" y="135"/>
                    <a:pt x="260" y="123"/>
                    <a:pt x="260" y="111"/>
                  </a:cubicBezTo>
                  <a:cubicBezTo>
                    <a:pt x="260" y="91"/>
                    <a:pt x="257" y="70"/>
                    <a:pt x="242" y="57"/>
                  </a:cubicBezTo>
                  <a:cubicBezTo>
                    <a:pt x="236" y="52"/>
                    <a:pt x="230" y="49"/>
                    <a:pt x="224" y="44"/>
                  </a:cubicBezTo>
                  <a:cubicBezTo>
                    <a:pt x="218" y="39"/>
                    <a:pt x="216" y="34"/>
                    <a:pt x="213" y="27"/>
                  </a:cubicBezTo>
                  <a:cubicBezTo>
                    <a:pt x="208" y="17"/>
                    <a:pt x="199" y="9"/>
                    <a:pt x="188" y="7"/>
                  </a:cubicBezTo>
                  <a:cubicBezTo>
                    <a:pt x="182" y="6"/>
                    <a:pt x="176" y="6"/>
                    <a:pt x="170" y="5"/>
                  </a:cubicBezTo>
                  <a:cubicBezTo>
                    <a:pt x="164" y="4"/>
                    <a:pt x="158" y="2"/>
                    <a:pt x="153" y="2"/>
                  </a:cubicBezTo>
                  <a:cubicBezTo>
                    <a:pt x="136" y="0"/>
                    <a:pt x="121" y="13"/>
                    <a:pt x="105" y="17"/>
                  </a:cubicBezTo>
                  <a:cubicBezTo>
                    <a:pt x="98" y="19"/>
                    <a:pt x="91" y="19"/>
                    <a:pt x="84" y="20"/>
                  </a:cubicBezTo>
                  <a:cubicBezTo>
                    <a:pt x="69" y="23"/>
                    <a:pt x="57" y="31"/>
                    <a:pt x="48" y="43"/>
                  </a:cubicBezTo>
                  <a:cubicBezTo>
                    <a:pt x="46" y="46"/>
                    <a:pt x="44" y="50"/>
                    <a:pt x="41" y="53"/>
                  </a:cubicBezTo>
                  <a:cubicBezTo>
                    <a:pt x="38" y="56"/>
                    <a:pt x="34" y="57"/>
                    <a:pt x="31" y="60"/>
                  </a:cubicBezTo>
                  <a:cubicBezTo>
                    <a:pt x="18" y="70"/>
                    <a:pt x="18" y="89"/>
                    <a:pt x="12" y="105"/>
                  </a:cubicBezTo>
                  <a:cubicBezTo>
                    <a:pt x="9" y="112"/>
                    <a:pt x="4" y="120"/>
                    <a:pt x="2" y="128"/>
                  </a:cubicBezTo>
                  <a:cubicBezTo>
                    <a:pt x="0" y="137"/>
                    <a:pt x="2" y="147"/>
                    <a:pt x="3" y="157"/>
                  </a:cubicBezTo>
                  <a:cubicBezTo>
                    <a:pt x="6" y="170"/>
                    <a:pt x="8" y="184"/>
                    <a:pt x="14" y="197"/>
                  </a:cubicBezTo>
                  <a:cubicBezTo>
                    <a:pt x="17" y="203"/>
                    <a:pt x="22" y="208"/>
                    <a:pt x="26" y="214"/>
                  </a:cubicBezTo>
                  <a:cubicBezTo>
                    <a:pt x="29" y="218"/>
                    <a:pt x="31" y="225"/>
                    <a:pt x="34" y="230"/>
                  </a:cubicBezTo>
                  <a:cubicBezTo>
                    <a:pt x="36" y="233"/>
                    <a:pt x="38" y="237"/>
                    <a:pt x="40" y="241"/>
                  </a:cubicBezTo>
                  <a:cubicBezTo>
                    <a:pt x="46" y="249"/>
                    <a:pt x="55" y="249"/>
                    <a:pt x="65" y="252"/>
                  </a:cubicBezTo>
                  <a:cubicBezTo>
                    <a:pt x="73" y="254"/>
                    <a:pt x="81" y="256"/>
                    <a:pt x="89" y="256"/>
                  </a:cubicBezTo>
                  <a:cubicBezTo>
                    <a:pt x="96" y="257"/>
                    <a:pt x="103" y="257"/>
                    <a:pt x="110" y="256"/>
                  </a:cubicBezTo>
                  <a:close/>
                </a:path>
              </a:pathLst>
            </a:custGeom>
            <a:solidFill>
              <a:srgbClr val="824A2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5" name="Google Shape;585;p39"/>
            <p:cNvSpPr/>
            <p:nvPr/>
          </p:nvSpPr>
          <p:spPr>
            <a:xfrm>
              <a:off x="4614686" y="2106605"/>
              <a:ext cx="456007" cy="490554"/>
            </a:xfrm>
            <a:custGeom>
              <a:avLst/>
              <a:gdLst/>
              <a:ahLst/>
              <a:cxnLst/>
              <a:rect l="l" t="t" r="r" b="b"/>
              <a:pathLst>
                <a:path w="176" h="190" extrusionOk="0">
                  <a:moveTo>
                    <a:pt x="176" y="135"/>
                  </a:moveTo>
                  <a:cubicBezTo>
                    <a:pt x="172" y="138"/>
                    <a:pt x="167" y="141"/>
                    <a:pt x="163" y="145"/>
                  </a:cubicBezTo>
                  <a:cubicBezTo>
                    <a:pt x="159" y="148"/>
                    <a:pt x="155" y="152"/>
                    <a:pt x="152" y="155"/>
                  </a:cubicBezTo>
                  <a:cubicBezTo>
                    <a:pt x="140" y="166"/>
                    <a:pt x="140" y="166"/>
                    <a:pt x="140" y="166"/>
                  </a:cubicBezTo>
                  <a:cubicBezTo>
                    <a:pt x="132" y="174"/>
                    <a:pt x="123" y="182"/>
                    <a:pt x="115" y="190"/>
                  </a:cubicBezTo>
                  <a:cubicBezTo>
                    <a:pt x="98" y="179"/>
                    <a:pt x="80" y="169"/>
                    <a:pt x="62" y="160"/>
                  </a:cubicBezTo>
                  <a:cubicBezTo>
                    <a:pt x="56" y="157"/>
                    <a:pt x="51" y="154"/>
                    <a:pt x="45" y="151"/>
                  </a:cubicBezTo>
                  <a:cubicBezTo>
                    <a:pt x="33" y="145"/>
                    <a:pt x="21" y="139"/>
                    <a:pt x="8" y="133"/>
                  </a:cubicBezTo>
                  <a:cubicBezTo>
                    <a:pt x="5" y="132"/>
                    <a:pt x="3" y="131"/>
                    <a:pt x="0" y="129"/>
                  </a:cubicBezTo>
                  <a:cubicBezTo>
                    <a:pt x="3" y="107"/>
                    <a:pt x="11" y="87"/>
                    <a:pt x="10" y="64"/>
                  </a:cubicBezTo>
                  <a:cubicBezTo>
                    <a:pt x="10" y="57"/>
                    <a:pt x="9" y="49"/>
                    <a:pt x="10" y="42"/>
                  </a:cubicBezTo>
                  <a:cubicBezTo>
                    <a:pt x="12" y="35"/>
                    <a:pt x="16" y="27"/>
                    <a:pt x="23" y="25"/>
                  </a:cubicBezTo>
                  <a:cubicBezTo>
                    <a:pt x="29" y="23"/>
                    <a:pt x="35" y="20"/>
                    <a:pt x="41" y="17"/>
                  </a:cubicBezTo>
                  <a:cubicBezTo>
                    <a:pt x="49" y="14"/>
                    <a:pt x="57" y="13"/>
                    <a:pt x="66" y="11"/>
                  </a:cubicBezTo>
                  <a:cubicBezTo>
                    <a:pt x="82" y="8"/>
                    <a:pt x="97" y="3"/>
                    <a:pt x="113" y="1"/>
                  </a:cubicBezTo>
                  <a:cubicBezTo>
                    <a:pt x="127" y="0"/>
                    <a:pt x="157" y="1"/>
                    <a:pt x="164" y="16"/>
                  </a:cubicBezTo>
                  <a:cubicBezTo>
                    <a:pt x="164" y="17"/>
                    <a:pt x="165" y="19"/>
                    <a:pt x="165" y="20"/>
                  </a:cubicBezTo>
                  <a:cubicBezTo>
                    <a:pt x="165" y="23"/>
                    <a:pt x="165" y="27"/>
                    <a:pt x="165" y="30"/>
                  </a:cubicBezTo>
                  <a:cubicBezTo>
                    <a:pt x="166" y="53"/>
                    <a:pt x="169" y="76"/>
                    <a:pt x="172" y="99"/>
                  </a:cubicBezTo>
                  <a:cubicBezTo>
                    <a:pt x="174" y="111"/>
                    <a:pt x="175" y="123"/>
                    <a:pt x="176" y="135"/>
                  </a:cubicBezTo>
                  <a:close/>
                </a:path>
              </a:pathLst>
            </a:custGeom>
            <a:solidFill>
              <a:srgbClr val="A97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6" name="Google Shape;586;p39"/>
            <p:cNvSpPr/>
            <p:nvPr/>
          </p:nvSpPr>
          <p:spPr>
            <a:xfrm>
              <a:off x="4711415" y="2161878"/>
              <a:ext cx="352371" cy="255642"/>
            </a:xfrm>
            <a:custGeom>
              <a:avLst/>
              <a:gdLst/>
              <a:ahLst/>
              <a:cxnLst/>
              <a:rect l="l" t="t" r="r" b="b"/>
              <a:pathLst>
                <a:path w="136" h="100" extrusionOk="0">
                  <a:moveTo>
                    <a:pt x="136" y="77"/>
                  </a:moveTo>
                  <a:cubicBezTo>
                    <a:pt x="136" y="77"/>
                    <a:pt x="136" y="77"/>
                    <a:pt x="136" y="77"/>
                  </a:cubicBezTo>
                  <a:cubicBezTo>
                    <a:pt x="117" y="95"/>
                    <a:pt x="84" y="100"/>
                    <a:pt x="60" y="96"/>
                  </a:cubicBezTo>
                  <a:cubicBezTo>
                    <a:pt x="47" y="95"/>
                    <a:pt x="35" y="90"/>
                    <a:pt x="26" y="82"/>
                  </a:cubicBezTo>
                  <a:cubicBezTo>
                    <a:pt x="12" y="71"/>
                    <a:pt x="0" y="55"/>
                    <a:pt x="6" y="37"/>
                  </a:cubicBezTo>
                  <a:cubicBezTo>
                    <a:pt x="8" y="29"/>
                    <a:pt x="14" y="22"/>
                    <a:pt x="21" y="17"/>
                  </a:cubicBezTo>
                  <a:cubicBezTo>
                    <a:pt x="36" y="5"/>
                    <a:pt x="56" y="0"/>
                    <a:pt x="75" y="0"/>
                  </a:cubicBezTo>
                  <a:cubicBezTo>
                    <a:pt x="84" y="0"/>
                    <a:pt x="94" y="2"/>
                    <a:pt x="103" y="4"/>
                  </a:cubicBezTo>
                  <a:cubicBezTo>
                    <a:pt x="112" y="7"/>
                    <a:pt x="121" y="6"/>
                    <a:pt x="129" y="8"/>
                  </a:cubicBezTo>
                  <a:cubicBezTo>
                    <a:pt x="130" y="31"/>
                    <a:pt x="133" y="54"/>
                    <a:pt x="136" y="77"/>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7" name="Google Shape;587;p39"/>
            <p:cNvSpPr/>
            <p:nvPr/>
          </p:nvSpPr>
          <p:spPr>
            <a:xfrm>
              <a:off x="4504139" y="1629874"/>
              <a:ext cx="621828" cy="773831"/>
            </a:xfrm>
            <a:custGeom>
              <a:avLst/>
              <a:gdLst/>
              <a:ahLst/>
              <a:cxnLst/>
              <a:rect l="l" t="t" r="r" b="b"/>
              <a:pathLst>
                <a:path w="238" h="298" extrusionOk="0">
                  <a:moveTo>
                    <a:pt x="200" y="37"/>
                  </a:moveTo>
                  <a:cubicBezTo>
                    <a:pt x="180" y="15"/>
                    <a:pt x="151" y="0"/>
                    <a:pt x="122" y="0"/>
                  </a:cubicBezTo>
                  <a:cubicBezTo>
                    <a:pt x="92" y="0"/>
                    <a:pt x="62" y="14"/>
                    <a:pt x="39" y="34"/>
                  </a:cubicBezTo>
                  <a:cubicBezTo>
                    <a:pt x="25" y="47"/>
                    <a:pt x="13" y="62"/>
                    <a:pt x="6" y="79"/>
                  </a:cubicBezTo>
                  <a:cubicBezTo>
                    <a:pt x="3" y="86"/>
                    <a:pt x="0" y="95"/>
                    <a:pt x="0" y="102"/>
                  </a:cubicBezTo>
                  <a:cubicBezTo>
                    <a:pt x="0" y="110"/>
                    <a:pt x="3" y="117"/>
                    <a:pt x="5" y="124"/>
                  </a:cubicBezTo>
                  <a:cubicBezTo>
                    <a:pt x="10" y="139"/>
                    <a:pt x="15" y="152"/>
                    <a:pt x="21" y="166"/>
                  </a:cubicBezTo>
                  <a:cubicBezTo>
                    <a:pt x="28" y="182"/>
                    <a:pt x="35" y="199"/>
                    <a:pt x="44" y="213"/>
                  </a:cubicBezTo>
                  <a:cubicBezTo>
                    <a:pt x="56" y="231"/>
                    <a:pt x="69" y="246"/>
                    <a:pt x="86" y="259"/>
                  </a:cubicBezTo>
                  <a:cubicBezTo>
                    <a:pt x="116" y="280"/>
                    <a:pt x="162" y="298"/>
                    <a:pt x="197" y="276"/>
                  </a:cubicBezTo>
                  <a:cubicBezTo>
                    <a:pt x="201" y="273"/>
                    <a:pt x="206" y="270"/>
                    <a:pt x="210" y="267"/>
                  </a:cubicBezTo>
                  <a:cubicBezTo>
                    <a:pt x="225" y="253"/>
                    <a:pt x="231" y="232"/>
                    <a:pt x="234" y="212"/>
                  </a:cubicBezTo>
                  <a:cubicBezTo>
                    <a:pt x="238" y="185"/>
                    <a:pt x="235" y="160"/>
                    <a:pt x="229" y="133"/>
                  </a:cubicBezTo>
                  <a:cubicBezTo>
                    <a:pt x="227" y="119"/>
                    <a:pt x="221" y="107"/>
                    <a:pt x="217" y="93"/>
                  </a:cubicBezTo>
                  <a:cubicBezTo>
                    <a:pt x="212" y="75"/>
                    <a:pt x="213" y="52"/>
                    <a:pt x="200" y="37"/>
                  </a:cubicBezTo>
                  <a:close/>
                </a:path>
              </a:pathLst>
            </a:custGeom>
            <a:solidFill>
              <a:srgbClr val="A97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8" name="Google Shape;588;p39"/>
            <p:cNvSpPr/>
            <p:nvPr/>
          </p:nvSpPr>
          <p:spPr>
            <a:xfrm>
              <a:off x="4490320" y="1574601"/>
              <a:ext cx="573465" cy="497462"/>
            </a:xfrm>
            <a:custGeom>
              <a:avLst/>
              <a:gdLst/>
              <a:ahLst/>
              <a:cxnLst/>
              <a:rect l="l" t="t" r="r" b="b"/>
              <a:pathLst>
                <a:path w="221" h="192" extrusionOk="0">
                  <a:moveTo>
                    <a:pt x="190" y="30"/>
                  </a:moveTo>
                  <a:cubicBezTo>
                    <a:pt x="187" y="28"/>
                    <a:pt x="184" y="26"/>
                    <a:pt x="181" y="23"/>
                  </a:cubicBezTo>
                  <a:cubicBezTo>
                    <a:pt x="174" y="16"/>
                    <a:pt x="168" y="9"/>
                    <a:pt x="159" y="6"/>
                  </a:cubicBezTo>
                  <a:cubicBezTo>
                    <a:pt x="148" y="2"/>
                    <a:pt x="136" y="1"/>
                    <a:pt x="125" y="0"/>
                  </a:cubicBezTo>
                  <a:cubicBezTo>
                    <a:pt x="108" y="0"/>
                    <a:pt x="89" y="7"/>
                    <a:pt x="73" y="12"/>
                  </a:cubicBezTo>
                  <a:cubicBezTo>
                    <a:pt x="67" y="15"/>
                    <a:pt x="60" y="16"/>
                    <a:pt x="54" y="20"/>
                  </a:cubicBezTo>
                  <a:cubicBezTo>
                    <a:pt x="48" y="24"/>
                    <a:pt x="42" y="30"/>
                    <a:pt x="36" y="35"/>
                  </a:cubicBezTo>
                  <a:cubicBezTo>
                    <a:pt x="16" y="55"/>
                    <a:pt x="4" y="82"/>
                    <a:pt x="1" y="110"/>
                  </a:cubicBezTo>
                  <a:cubicBezTo>
                    <a:pt x="0" y="127"/>
                    <a:pt x="1" y="144"/>
                    <a:pt x="6" y="160"/>
                  </a:cubicBezTo>
                  <a:cubicBezTo>
                    <a:pt x="7" y="167"/>
                    <a:pt x="10" y="174"/>
                    <a:pt x="14" y="180"/>
                  </a:cubicBezTo>
                  <a:cubicBezTo>
                    <a:pt x="17" y="185"/>
                    <a:pt x="23" y="189"/>
                    <a:pt x="29" y="190"/>
                  </a:cubicBezTo>
                  <a:cubicBezTo>
                    <a:pt x="35" y="192"/>
                    <a:pt x="39" y="186"/>
                    <a:pt x="40" y="180"/>
                  </a:cubicBezTo>
                  <a:cubicBezTo>
                    <a:pt x="41" y="175"/>
                    <a:pt x="40" y="170"/>
                    <a:pt x="39" y="165"/>
                  </a:cubicBezTo>
                  <a:cubicBezTo>
                    <a:pt x="36" y="155"/>
                    <a:pt x="34" y="144"/>
                    <a:pt x="31" y="134"/>
                  </a:cubicBezTo>
                  <a:cubicBezTo>
                    <a:pt x="28" y="118"/>
                    <a:pt x="26" y="105"/>
                    <a:pt x="41" y="95"/>
                  </a:cubicBezTo>
                  <a:cubicBezTo>
                    <a:pt x="45" y="93"/>
                    <a:pt x="49" y="90"/>
                    <a:pt x="54" y="91"/>
                  </a:cubicBezTo>
                  <a:cubicBezTo>
                    <a:pt x="56" y="91"/>
                    <a:pt x="59" y="93"/>
                    <a:pt x="61" y="93"/>
                  </a:cubicBezTo>
                  <a:cubicBezTo>
                    <a:pt x="66" y="95"/>
                    <a:pt x="72" y="96"/>
                    <a:pt x="77" y="96"/>
                  </a:cubicBezTo>
                  <a:cubicBezTo>
                    <a:pt x="83" y="97"/>
                    <a:pt x="89" y="98"/>
                    <a:pt x="95" y="95"/>
                  </a:cubicBezTo>
                  <a:cubicBezTo>
                    <a:pt x="104" y="92"/>
                    <a:pt x="109" y="81"/>
                    <a:pt x="118" y="76"/>
                  </a:cubicBezTo>
                  <a:cubicBezTo>
                    <a:pt x="126" y="72"/>
                    <a:pt x="136" y="74"/>
                    <a:pt x="145" y="71"/>
                  </a:cubicBezTo>
                  <a:cubicBezTo>
                    <a:pt x="155" y="68"/>
                    <a:pt x="163" y="60"/>
                    <a:pt x="166" y="50"/>
                  </a:cubicBezTo>
                  <a:cubicBezTo>
                    <a:pt x="167" y="47"/>
                    <a:pt x="168" y="44"/>
                    <a:pt x="170" y="42"/>
                  </a:cubicBezTo>
                  <a:cubicBezTo>
                    <a:pt x="172" y="40"/>
                    <a:pt x="176" y="39"/>
                    <a:pt x="179" y="40"/>
                  </a:cubicBezTo>
                  <a:cubicBezTo>
                    <a:pt x="182" y="41"/>
                    <a:pt x="185" y="43"/>
                    <a:pt x="188" y="45"/>
                  </a:cubicBezTo>
                  <a:cubicBezTo>
                    <a:pt x="194" y="49"/>
                    <a:pt x="197" y="54"/>
                    <a:pt x="201" y="59"/>
                  </a:cubicBezTo>
                  <a:cubicBezTo>
                    <a:pt x="203" y="62"/>
                    <a:pt x="205" y="65"/>
                    <a:pt x="208" y="67"/>
                  </a:cubicBezTo>
                  <a:cubicBezTo>
                    <a:pt x="208" y="67"/>
                    <a:pt x="214" y="71"/>
                    <a:pt x="214" y="71"/>
                  </a:cubicBezTo>
                  <a:cubicBezTo>
                    <a:pt x="221" y="73"/>
                    <a:pt x="215" y="60"/>
                    <a:pt x="214" y="58"/>
                  </a:cubicBezTo>
                  <a:cubicBezTo>
                    <a:pt x="211" y="52"/>
                    <a:pt x="207" y="46"/>
                    <a:pt x="202" y="41"/>
                  </a:cubicBezTo>
                  <a:cubicBezTo>
                    <a:pt x="198" y="37"/>
                    <a:pt x="194" y="34"/>
                    <a:pt x="190" y="30"/>
                  </a:cubicBezTo>
                  <a:close/>
                </a:path>
              </a:pathLst>
            </a:custGeom>
            <a:solidFill>
              <a:srgbClr val="824A2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9" name="Google Shape;589;p39"/>
            <p:cNvSpPr/>
            <p:nvPr/>
          </p:nvSpPr>
          <p:spPr>
            <a:xfrm>
              <a:off x="4490320" y="2009877"/>
              <a:ext cx="179640" cy="207276"/>
            </a:xfrm>
            <a:custGeom>
              <a:avLst/>
              <a:gdLst/>
              <a:ahLst/>
              <a:cxnLst/>
              <a:rect l="l" t="t" r="r" b="b"/>
              <a:pathLst>
                <a:path w="67" h="81" extrusionOk="0">
                  <a:moveTo>
                    <a:pt x="35" y="9"/>
                  </a:moveTo>
                  <a:cubicBezTo>
                    <a:pt x="7" y="0"/>
                    <a:pt x="0" y="28"/>
                    <a:pt x="7" y="43"/>
                  </a:cubicBezTo>
                  <a:cubicBezTo>
                    <a:pt x="11" y="52"/>
                    <a:pt x="20" y="60"/>
                    <a:pt x="28" y="67"/>
                  </a:cubicBezTo>
                  <a:cubicBezTo>
                    <a:pt x="35" y="73"/>
                    <a:pt x="48" y="81"/>
                    <a:pt x="59" y="73"/>
                  </a:cubicBezTo>
                  <a:cubicBezTo>
                    <a:pt x="64" y="70"/>
                    <a:pt x="65" y="65"/>
                    <a:pt x="65" y="61"/>
                  </a:cubicBezTo>
                  <a:cubicBezTo>
                    <a:pt x="67" y="45"/>
                    <a:pt x="60" y="27"/>
                    <a:pt x="47" y="16"/>
                  </a:cubicBezTo>
                  <a:cubicBezTo>
                    <a:pt x="43" y="13"/>
                    <a:pt x="39" y="10"/>
                    <a:pt x="35" y="9"/>
                  </a:cubicBezTo>
                  <a:close/>
                </a:path>
              </a:pathLst>
            </a:custGeom>
            <a:solidFill>
              <a:srgbClr val="A97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0" name="Google Shape;590;p39"/>
            <p:cNvSpPr/>
            <p:nvPr/>
          </p:nvSpPr>
          <p:spPr>
            <a:xfrm>
              <a:off x="4725233" y="1975333"/>
              <a:ext cx="55274" cy="69092"/>
            </a:xfrm>
            <a:custGeom>
              <a:avLst/>
              <a:gdLst/>
              <a:ahLst/>
              <a:cxnLst/>
              <a:rect l="l" t="t" r="r" b="b"/>
              <a:pathLst>
                <a:path w="23" h="26" extrusionOk="0">
                  <a:moveTo>
                    <a:pt x="1" y="16"/>
                  </a:moveTo>
                  <a:cubicBezTo>
                    <a:pt x="0" y="11"/>
                    <a:pt x="0" y="5"/>
                    <a:pt x="5" y="2"/>
                  </a:cubicBezTo>
                  <a:cubicBezTo>
                    <a:pt x="9" y="0"/>
                    <a:pt x="14" y="1"/>
                    <a:pt x="16" y="3"/>
                  </a:cubicBezTo>
                  <a:cubicBezTo>
                    <a:pt x="18" y="4"/>
                    <a:pt x="19" y="6"/>
                    <a:pt x="19" y="8"/>
                  </a:cubicBezTo>
                  <a:cubicBezTo>
                    <a:pt x="21" y="12"/>
                    <a:pt x="23" y="17"/>
                    <a:pt x="20" y="21"/>
                  </a:cubicBezTo>
                  <a:cubicBezTo>
                    <a:pt x="18" y="24"/>
                    <a:pt x="15" y="26"/>
                    <a:pt x="12" y="25"/>
                  </a:cubicBezTo>
                  <a:cubicBezTo>
                    <a:pt x="5" y="24"/>
                    <a:pt x="2" y="22"/>
                    <a:pt x="1" y="16"/>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1" name="Google Shape;591;p39"/>
            <p:cNvSpPr/>
            <p:nvPr/>
          </p:nvSpPr>
          <p:spPr>
            <a:xfrm>
              <a:off x="4904873" y="1844056"/>
              <a:ext cx="152002" cy="41455"/>
            </a:xfrm>
            <a:custGeom>
              <a:avLst/>
              <a:gdLst/>
              <a:ahLst/>
              <a:cxnLst/>
              <a:rect l="l" t="t" r="r" b="b"/>
              <a:pathLst>
                <a:path w="61" h="16" extrusionOk="0">
                  <a:moveTo>
                    <a:pt x="9" y="15"/>
                  </a:moveTo>
                  <a:cubicBezTo>
                    <a:pt x="7" y="16"/>
                    <a:pt x="4" y="14"/>
                    <a:pt x="4" y="12"/>
                  </a:cubicBezTo>
                  <a:cubicBezTo>
                    <a:pt x="4" y="9"/>
                    <a:pt x="5" y="7"/>
                    <a:pt x="7" y="6"/>
                  </a:cubicBezTo>
                  <a:cubicBezTo>
                    <a:pt x="10" y="3"/>
                    <a:pt x="15" y="2"/>
                    <a:pt x="19" y="1"/>
                  </a:cubicBezTo>
                  <a:cubicBezTo>
                    <a:pt x="24" y="1"/>
                    <a:pt x="30" y="0"/>
                    <a:pt x="35" y="0"/>
                  </a:cubicBezTo>
                  <a:cubicBezTo>
                    <a:pt x="37" y="1"/>
                    <a:pt x="40" y="1"/>
                    <a:pt x="42" y="1"/>
                  </a:cubicBezTo>
                  <a:cubicBezTo>
                    <a:pt x="47" y="1"/>
                    <a:pt x="52" y="2"/>
                    <a:pt x="56" y="5"/>
                  </a:cubicBezTo>
                  <a:cubicBezTo>
                    <a:pt x="61" y="8"/>
                    <a:pt x="58" y="12"/>
                    <a:pt x="53" y="11"/>
                  </a:cubicBezTo>
                  <a:cubicBezTo>
                    <a:pt x="40" y="10"/>
                    <a:pt x="27" y="11"/>
                    <a:pt x="15" y="15"/>
                  </a:cubicBezTo>
                  <a:cubicBezTo>
                    <a:pt x="13" y="16"/>
                    <a:pt x="11" y="16"/>
                    <a:pt x="9" y="16"/>
                  </a:cubicBezTo>
                  <a:cubicBezTo>
                    <a:pt x="0" y="16"/>
                    <a:pt x="6" y="6"/>
                    <a:pt x="10" y="4"/>
                  </a:cubicBezTo>
                  <a:cubicBezTo>
                    <a:pt x="11" y="3"/>
                    <a:pt x="11" y="3"/>
                    <a:pt x="11" y="3"/>
                  </a:cubicBezTo>
                  <a:lnTo>
                    <a:pt x="9" y="15"/>
                  </a:lnTo>
                  <a:close/>
                </a:path>
              </a:pathLst>
            </a:custGeom>
            <a:solidFill>
              <a:srgbClr val="824A2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2" name="Google Shape;592;p39"/>
            <p:cNvSpPr/>
            <p:nvPr/>
          </p:nvSpPr>
          <p:spPr>
            <a:xfrm>
              <a:off x="4649234" y="1906241"/>
              <a:ext cx="138184" cy="103640"/>
            </a:xfrm>
            <a:custGeom>
              <a:avLst/>
              <a:gdLst/>
              <a:ahLst/>
              <a:cxnLst/>
              <a:rect l="l" t="t" r="r" b="b"/>
              <a:pathLst>
                <a:path w="53" h="39" extrusionOk="0">
                  <a:moveTo>
                    <a:pt x="18" y="11"/>
                  </a:moveTo>
                  <a:cubicBezTo>
                    <a:pt x="10" y="18"/>
                    <a:pt x="1" y="25"/>
                    <a:pt x="0" y="36"/>
                  </a:cubicBezTo>
                  <a:cubicBezTo>
                    <a:pt x="0" y="37"/>
                    <a:pt x="0" y="37"/>
                    <a:pt x="0" y="38"/>
                  </a:cubicBezTo>
                  <a:cubicBezTo>
                    <a:pt x="0" y="39"/>
                    <a:pt x="2" y="38"/>
                    <a:pt x="3" y="38"/>
                  </a:cubicBezTo>
                  <a:cubicBezTo>
                    <a:pt x="11" y="34"/>
                    <a:pt x="16" y="28"/>
                    <a:pt x="23" y="23"/>
                  </a:cubicBezTo>
                  <a:cubicBezTo>
                    <a:pt x="31" y="18"/>
                    <a:pt x="40" y="15"/>
                    <a:pt x="48" y="10"/>
                  </a:cubicBezTo>
                  <a:cubicBezTo>
                    <a:pt x="50" y="9"/>
                    <a:pt x="51" y="9"/>
                    <a:pt x="52" y="7"/>
                  </a:cubicBezTo>
                  <a:cubicBezTo>
                    <a:pt x="53" y="6"/>
                    <a:pt x="53" y="4"/>
                    <a:pt x="53" y="2"/>
                  </a:cubicBezTo>
                  <a:cubicBezTo>
                    <a:pt x="52" y="1"/>
                    <a:pt x="49" y="0"/>
                    <a:pt x="47" y="0"/>
                  </a:cubicBezTo>
                  <a:cubicBezTo>
                    <a:pt x="36" y="0"/>
                    <a:pt x="27" y="4"/>
                    <a:pt x="18" y="11"/>
                  </a:cubicBezTo>
                  <a:close/>
                </a:path>
              </a:pathLst>
            </a:custGeom>
            <a:solidFill>
              <a:srgbClr val="824A2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3" name="Google Shape;593;p39"/>
            <p:cNvSpPr/>
            <p:nvPr/>
          </p:nvSpPr>
          <p:spPr>
            <a:xfrm>
              <a:off x="4980876" y="1906241"/>
              <a:ext cx="62185" cy="62185"/>
            </a:xfrm>
            <a:custGeom>
              <a:avLst/>
              <a:gdLst/>
              <a:ahLst/>
              <a:cxnLst/>
              <a:rect l="l" t="t" r="r" b="b"/>
              <a:pathLst>
                <a:path w="23" h="25" extrusionOk="0">
                  <a:moveTo>
                    <a:pt x="21" y="9"/>
                  </a:moveTo>
                  <a:cubicBezTo>
                    <a:pt x="18" y="4"/>
                    <a:pt x="15" y="0"/>
                    <a:pt x="9" y="0"/>
                  </a:cubicBezTo>
                  <a:cubicBezTo>
                    <a:pt x="5" y="1"/>
                    <a:pt x="1" y="4"/>
                    <a:pt x="1" y="7"/>
                  </a:cubicBezTo>
                  <a:cubicBezTo>
                    <a:pt x="0" y="9"/>
                    <a:pt x="0" y="11"/>
                    <a:pt x="1" y="13"/>
                  </a:cubicBezTo>
                  <a:cubicBezTo>
                    <a:pt x="2" y="17"/>
                    <a:pt x="4" y="23"/>
                    <a:pt x="8" y="24"/>
                  </a:cubicBezTo>
                  <a:cubicBezTo>
                    <a:pt x="11" y="25"/>
                    <a:pt x="15" y="25"/>
                    <a:pt x="17" y="23"/>
                  </a:cubicBezTo>
                  <a:cubicBezTo>
                    <a:pt x="22" y="18"/>
                    <a:pt x="23" y="14"/>
                    <a:pt x="21" y="9"/>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4" name="Google Shape;594;p39"/>
            <p:cNvSpPr/>
            <p:nvPr/>
          </p:nvSpPr>
          <p:spPr>
            <a:xfrm>
              <a:off x="4835781" y="2154971"/>
              <a:ext cx="193458" cy="89822"/>
            </a:xfrm>
            <a:custGeom>
              <a:avLst/>
              <a:gdLst/>
              <a:ahLst/>
              <a:cxnLst/>
              <a:rect l="l" t="t" r="r" b="b"/>
              <a:pathLst>
                <a:path w="75" h="35" extrusionOk="0">
                  <a:moveTo>
                    <a:pt x="73" y="1"/>
                  </a:moveTo>
                  <a:cubicBezTo>
                    <a:pt x="72" y="0"/>
                    <a:pt x="71" y="0"/>
                    <a:pt x="70" y="1"/>
                  </a:cubicBezTo>
                  <a:cubicBezTo>
                    <a:pt x="69" y="1"/>
                    <a:pt x="6" y="20"/>
                    <a:pt x="6" y="20"/>
                  </a:cubicBezTo>
                  <a:cubicBezTo>
                    <a:pt x="0" y="22"/>
                    <a:pt x="4" y="25"/>
                    <a:pt x="8" y="28"/>
                  </a:cubicBezTo>
                  <a:cubicBezTo>
                    <a:pt x="11" y="29"/>
                    <a:pt x="14" y="31"/>
                    <a:pt x="16" y="32"/>
                  </a:cubicBezTo>
                  <a:cubicBezTo>
                    <a:pt x="22" y="34"/>
                    <a:pt x="28" y="35"/>
                    <a:pt x="34" y="35"/>
                  </a:cubicBezTo>
                  <a:cubicBezTo>
                    <a:pt x="46" y="34"/>
                    <a:pt x="57" y="29"/>
                    <a:pt x="65" y="20"/>
                  </a:cubicBezTo>
                  <a:cubicBezTo>
                    <a:pt x="68" y="16"/>
                    <a:pt x="71" y="12"/>
                    <a:pt x="73" y="8"/>
                  </a:cubicBezTo>
                  <a:cubicBezTo>
                    <a:pt x="74" y="5"/>
                    <a:pt x="75" y="2"/>
                    <a:pt x="73" y="1"/>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5" name="Google Shape;595;p39"/>
            <p:cNvSpPr/>
            <p:nvPr/>
          </p:nvSpPr>
          <p:spPr>
            <a:xfrm>
              <a:off x="4863417" y="1933878"/>
              <a:ext cx="110547" cy="207276"/>
            </a:xfrm>
            <a:custGeom>
              <a:avLst/>
              <a:gdLst/>
              <a:ahLst/>
              <a:cxnLst/>
              <a:rect l="l" t="t" r="r" b="b"/>
              <a:pathLst>
                <a:path w="41" h="80" extrusionOk="0">
                  <a:moveTo>
                    <a:pt x="39" y="54"/>
                  </a:moveTo>
                  <a:cubicBezTo>
                    <a:pt x="38" y="51"/>
                    <a:pt x="36" y="49"/>
                    <a:pt x="34" y="47"/>
                  </a:cubicBezTo>
                  <a:cubicBezTo>
                    <a:pt x="32" y="44"/>
                    <a:pt x="29" y="41"/>
                    <a:pt x="27" y="39"/>
                  </a:cubicBezTo>
                  <a:cubicBezTo>
                    <a:pt x="23" y="34"/>
                    <a:pt x="19" y="28"/>
                    <a:pt x="16" y="23"/>
                  </a:cubicBezTo>
                  <a:cubicBezTo>
                    <a:pt x="12" y="16"/>
                    <a:pt x="9" y="9"/>
                    <a:pt x="5" y="2"/>
                  </a:cubicBezTo>
                  <a:cubicBezTo>
                    <a:pt x="5" y="0"/>
                    <a:pt x="0" y="2"/>
                    <a:pt x="1" y="4"/>
                  </a:cubicBezTo>
                  <a:cubicBezTo>
                    <a:pt x="3" y="10"/>
                    <a:pt x="6" y="16"/>
                    <a:pt x="9" y="22"/>
                  </a:cubicBezTo>
                  <a:cubicBezTo>
                    <a:pt x="13" y="27"/>
                    <a:pt x="16" y="32"/>
                    <a:pt x="20" y="37"/>
                  </a:cubicBezTo>
                  <a:cubicBezTo>
                    <a:pt x="24" y="42"/>
                    <a:pt x="28" y="47"/>
                    <a:pt x="32" y="52"/>
                  </a:cubicBezTo>
                  <a:cubicBezTo>
                    <a:pt x="33" y="54"/>
                    <a:pt x="35" y="56"/>
                    <a:pt x="36" y="58"/>
                  </a:cubicBezTo>
                  <a:cubicBezTo>
                    <a:pt x="37" y="61"/>
                    <a:pt x="36" y="63"/>
                    <a:pt x="34" y="65"/>
                  </a:cubicBezTo>
                  <a:cubicBezTo>
                    <a:pt x="30" y="70"/>
                    <a:pt x="25" y="74"/>
                    <a:pt x="20" y="77"/>
                  </a:cubicBezTo>
                  <a:cubicBezTo>
                    <a:pt x="19" y="77"/>
                    <a:pt x="18" y="78"/>
                    <a:pt x="18" y="79"/>
                  </a:cubicBezTo>
                  <a:cubicBezTo>
                    <a:pt x="19" y="80"/>
                    <a:pt x="21" y="80"/>
                    <a:pt x="21" y="80"/>
                  </a:cubicBezTo>
                  <a:cubicBezTo>
                    <a:pt x="27" y="77"/>
                    <a:pt x="32" y="73"/>
                    <a:pt x="36" y="68"/>
                  </a:cubicBezTo>
                  <a:cubicBezTo>
                    <a:pt x="38" y="66"/>
                    <a:pt x="40" y="64"/>
                    <a:pt x="41" y="61"/>
                  </a:cubicBezTo>
                  <a:cubicBezTo>
                    <a:pt x="41" y="59"/>
                    <a:pt x="40" y="56"/>
                    <a:pt x="39" y="54"/>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6" name="Google Shape;596;p39"/>
            <p:cNvSpPr/>
            <p:nvPr/>
          </p:nvSpPr>
          <p:spPr>
            <a:xfrm>
              <a:off x="4828874" y="1636781"/>
              <a:ext cx="76004" cy="110547"/>
            </a:xfrm>
            <a:custGeom>
              <a:avLst/>
              <a:gdLst/>
              <a:ahLst/>
              <a:cxnLst/>
              <a:rect l="l" t="t" r="r" b="b"/>
              <a:pathLst>
                <a:path w="29" h="41" extrusionOk="0">
                  <a:moveTo>
                    <a:pt x="24" y="2"/>
                  </a:moveTo>
                  <a:cubicBezTo>
                    <a:pt x="21" y="9"/>
                    <a:pt x="21" y="16"/>
                    <a:pt x="18" y="24"/>
                  </a:cubicBezTo>
                  <a:cubicBezTo>
                    <a:pt x="17" y="27"/>
                    <a:pt x="15" y="30"/>
                    <a:pt x="12" y="33"/>
                  </a:cubicBezTo>
                  <a:cubicBezTo>
                    <a:pt x="8" y="35"/>
                    <a:pt x="5" y="37"/>
                    <a:pt x="1" y="38"/>
                  </a:cubicBezTo>
                  <a:cubicBezTo>
                    <a:pt x="0" y="39"/>
                    <a:pt x="0" y="40"/>
                    <a:pt x="1" y="40"/>
                  </a:cubicBezTo>
                  <a:cubicBezTo>
                    <a:pt x="2" y="41"/>
                    <a:pt x="3" y="41"/>
                    <a:pt x="4" y="40"/>
                  </a:cubicBezTo>
                  <a:cubicBezTo>
                    <a:pt x="12" y="37"/>
                    <a:pt x="19" y="33"/>
                    <a:pt x="22" y="25"/>
                  </a:cubicBezTo>
                  <a:cubicBezTo>
                    <a:pt x="25" y="18"/>
                    <a:pt x="25" y="10"/>
                    <a:pt x="29" y="2"/>
                  </a:cubicBezTo>
                  <a:cubicBezTo>
                    <a:pt x="29" y="1"/>
                    <a:pt x="25" y="0"/>
                    <a:pt x="24" y="2"/>
                  </a:cubicBezTo>
                  <a:close/>
                </a:path>
              </a:pathLst>
            </a:custGeom>
            <a:solidFill>
              <a:srgbClr val="A6673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7" name="Google Shape;597;p39"/>
            <p:cNvSpPr/>
            <p:nvPr/>
          </p:nvSpPr>
          <p:spPr>
            <a:xfrm>
              <a:off x="4794325" y="1671329"/>
              <a:ext cx="48367" cy="55274"/>
            </a:xfrm>
            <a:custGeom>
              <a:avLst/>
              <a:gdLst/>
              <a:ahLst/>
              <a:cxnLst/>
              <a:rect l="l" t="t" r="r" b="b"/>
              <a:pathLst>
                <a:path w="18" h="20" extrusionOk="0">
                  <a:moveTo>
                    <a:pt x="17" y="1"/>
                  </a:moveTo>
                  <a:cubicBezTo>
                    <a:pt x="17" y="0"/>
                    <a:pt x="16" y="0"/>
                    <a:pt x="16" y="0"/>
                  </a:cubicBezTo>
                  <a:cubicBezTo>
                    <a:pt x="15" y="0"/>
                    <a:pt x="14" y="0"/>
                    <a:pt x="13" y="1"/>
                  </a:cubicBezTo>
                  <a:cubicBezTo>
                    <a:pt x="12" y="8"/>
                    <a:pt x="7" y="14"/>
                    <a:pt x="1" y="18"/>
                  </a:cubicBezTo>
                  <a:cubicBezTo>
                    <a:pt x="0" y="18"/>
                    <a:pt x="0" y="19"/>
                    <a:pt x="1" y="19"/>
                  </a:cubicBezTo>
                  <a:cubicBezTo>
                    <a:pt x="2" y="20"/>
                    <a:pt x="3" y="20"/>
                    <a:pt x="4" y="19"/>
                  </a:cubicBezTo>
                  <a:cubicBezTo>
                    <a:pt x="11" y="16"/>
                    <a:pt x="16" y="9"/>
                    <a:pt x="18" y="1"/>
                  </a:cubicBezTo>
                  <a:lnTo>
                    <a:pt x="17" y="1"/>
                  </a:lnTo>
                  <a:close/>
                </a:path>
              </a:pathLst>
            </a:custGeom>
            <a:solidFill>
              <a:srgbClr val="A6673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8" name="Google Shape;598;p39"/>
            <p:cNvSpPr/>
            <p:nvPr/>
          </p:nvSpPr>
          <p:spPr>
            <a:xfrm>
              <a:off x="4552505" y="1629874"/>
              <a:ext cx="62185" cy="69092"/>
            </a:xfrm>
            <a:custGeom>
              <a:avLst/>
              <a:gdLst/>
              <a:ahLst/>
              <a:cxnLst/>
              <a:rect l="l" t="t" r="r" b="b"/>
              <a:pathLst>
                <a:path w="23" h="27" extrusionOk="0">
                  <a:moveTo>
                    <a:pt x="22" y="0"/>
                  </a:moveTo>
                  <a:cubicBezTo>
                    <a:pt x="22" y="0"/>
                    <a:pt x="20" y="0"/>
                    <a:pt x="19" y="0"/>
                  </a:cubicBezTo>
                  <a:cubicBezTo>
                    <a:pt x="9" y="4"/>
                    <a:pt x="1" y="14"/>
                    <a:pt x="0" y="25"/>
                  </a:cubicBezTo>
                  <a:cubicBezTo>
                    <a:pt x="0" y="27"/>
                    <a:pt x="5" y="27"/>
                    <a:pt x="5" y="25"/>
                  </a:cubicBezTo>
                  <a:cubicBezTo>
                    <a:pt x="5" y="15"/>
                    <a:pt x="12" y="6"/>
                    <a:pt x="21" y="2"/>
                  </a:cubicBezTo>
                  <a:cubicBezTo>
                    <a:pt x="22" y="2"/>
                    <a:pt x="23" y="1"/>
                    <a:pt x="22" y="0"/>
                  </a:cubicBezTo>
                  <a:close/>
                </a:path>
              </a:pathLst>
            </a:custGeom>
            <a:solidFill>
              <a:srgbClr val="A6673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9" name="Google Shape;599;p39"/>
            <p:cNvSpPr/>
            <p:nvPr/>
          </p:nvSpPr>
          <p:spPr>
            <a:xfrm>
              <a:off x="4600868" y="1664418"/>
              <a:ext cx="34548" cy="62185"/>
            </a:xfrm>
            <a:custGeom>
              <a:avLst/>
              <a:gdLst/>
              <a:ahLst/>
              <a:cxnLst/>
              <a:rect l="l" t="t" r="r" b="b"/>
              <a:pathLst>
                <a:path w="15" h="25" extrusionOk="0">
                  <a:moveTo>
                    <a:pt x="15" y="1"/>
                  </a:moveTo>
                  <a:cubicBezTo>
                    <a:pt x="14" y="0"/>
                    <a:pt x="12" y="0"/>
                    <a:pt x="11" y="1"/>
                  </a:cubicBezTo>
                  <a:cubicBezTo>
                    <a:pt x="4" y="6"/>
                    <a:pt x="0" y="15"/>
                    <a:pt x="1" y="23"/>
                  </a:cubicBezTo>
                  <a:cubicBezTo>
                    <a:pt x="1" y="25"/>
                    <a:pt x="6" y="25"/>
                    <a:pt x="6" y="23"/>
                  </a:cubicBezTo>
                  <a:cubicBezTo>
                    <a:pt x="4" y="15"/>
                    <a:pt x="8" y="7"/>
                    <a:pt x="15" y="2"/>
                  </a:cubicBezTo>
                  <a:cubicBezTo>
                    <a:pt x="15" y="2"/>
                    <a:pt x="15" y="1"/>
                    <a:pt x="15" y="1"/>
                  </a:cubicBezTo>
                  <a:close/>
                </a:path>
              </a:pathLst>
            </a:custGeom>
            <a:solidFill>
              <a:srgbClr val="A6673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0" name="Google Shape;600;p39"/>
            <p:cNvSpPr/>
            <p:nvPr/>
          </p:nvSpPr>
          <p:spPr>
            <a:xfrm>
              <a:off x="4462683" y="1823331"/>
              <a:ext cx="27637" cy="82910"/>
            </a:xfrm>
            <a:custGeom>
              <a:avLst/>
              <a:gdLst/>
              <a:ahLst/>
              <a:cxnLst/>
              <a:rect l="l" t="t" r="r" b="b"/>
              <a:pathLst>
                <a:path w="10" h="32" extrusionOk="0">
                  <a:moveTo>
                    <a:pt x="10" y="30"/>
                  </a:moveTo>
                  <a:cubicBezTo>
                    <a:pt x="4" y="22"/>
                    <a:pt x="4" y="11"/>
                    <a:pt x="10" y="2"/>
                  </a:cubicBezTo>
                  <a:cubicBezTo>
                    <a:pt x="10" y="1"/>
                    <a:pt x="6" y="0"/>
                    <a:pt x="5" y="1"/>
                  </a:cubicBezTo>
                  <a:cubicBezTo>
                    <a:pt x="0" y="10"/>
                    <a:pt x="0" y="22"/>
                    <a:pt x="5" y="31"/>
                  </a:cubicBezTo>
                  <a:cubicBezTo>
                    <a:pt x="6" y="32"/>
                    <a:pt x="10" y="32"/>
                    <a:pt x="10" y="30"/>
                  </a:cubicBezTo>
                  <a:close/>
                </a:path>
              </a:pathLst>
            </a:custGeom>
            <a:solidFill>
              <a:srgbClr val="A6673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1" name="Google Shape;601;p39"/>
            <p:cNvSpPr/>
            <p:nvPr/>
          </p:nvSpPr>
          <p:spPr>
            <a:xfrm>
              <a:off x="4283044" y="3909903"/>
              <a:ext cx="124365" cy="276367"/>
            </a:xfrm>
            <a:custGeom>
              <a:avLst/>
              <a:gdLst/>
              <a:ahLst/>
              <a:cxnLst/>
              <a:rect l="l" t="t" r="r" b="b"/>
              <a:pathLst>
                <a:path w="47" h="105" extrusionOk="0">
                  <a:moveTo>
                    <a:pt x="45" y="103"/>
                  </a:moveTo>
                  <a:cubicBezTo>
                    <a:pt x="24" y="82"/>
                    <a:pt x="11" y="55"/>
                    <a:pt x="7" y="26"/>
                  </a:cubicBezTo>
                  <a:cubicBezTo>
                    <a:pt x="6" y="18"/>
                    <a:pt x="6" y="10"/>
                    <a:pt x="6" y="2"/>
                  </a:cubicBezTo>
                  <a:cubicBezTo>
                    <a:pt x="7" y="0"/>
                    <a:pt x="2" y="0"/>
                    <a:pt x="2" y="2"/>
                  </a:cubicBezTo>
                  <a:cubicBezTo>
                    <a:pt x="0" y="31"/>
                    <a:pt x="8" y="61"/>
                    <a:pt x="25" y="85"/>
                  </a:cubicBezTo>
                  <a:cubicBezTo>
                    <a:pt x="30" y="92"/>
                    <a:pt x="35" y="98"/>
                    <a:pt x="41" y="104"/>
                  </a:cubicBezTo>
                  <a:cubicBezTo>
                    <a:pt x="42" y="105"/>
                    <a:pt x="47" y="104"/>
                    <a:pt x="45" y="103"/>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2" name="Google Shape;602;p39"/>
            <p:cNvSpPr/>
            <p:nvPr/>
          </p:nvSpPr>
          <p:spPr>
            <a:xfrm>
              <a:off x="4220863" y="3944446"/>
              <a:ext cx="110547" cy="276367"/>
            </a:xfrm>
            <a:custGeom>
              <a:avLst/>
              <a:gdLst/>
              <a:ahLst/>
              <a:cxnLst/>
              <a:rect l="l" t="t" r="r" b="b"/>
              <a:pathLst>
                <a:path w="44" h="105" extrusionOk="0">
                  <a:moveTo>
                    <a:pt x="43" y="103"/>
                  </a:moveTo>
                  <a:cubicBezTo>
                    <a:pt x="21" y="85"/>
                    <a:pt x="9" y="57"/>
                    <a:pt x="9" y="28"/>
                  </a:cubicBezTo>
                  <a:cubicBezTo>
                    <a:pt x="10" y="19"/>
                    <a:pt x="11" y="10"/>
                    <a:pt x="14" y="2"/>
                  </a:cubicBezTo>
                  <a:cubicBezTo>
                    <a:pt x="14" y="0"/>
                    <a:pt x="10" y="0"/>
                    <a:pt x="9" y="1"/>
                  </a:cubicBezTo>
                  <a:cubicBezTo>
                    <a:pt x="0" y="31"/>
                    <a:pt x="5" y="63"/>
                    <a:pt x="23" y="87"/>
                  </a:cubicBezTo>
                  <a:cubicBezTo>
                    <a:pt x="28" y="94"/>
                    <a:pt x="33" y="100"/>
                    <a:pt x="39" y="105"/>
                  </a:cubicBezTo>
                  <a:cubicBezTo>
                    <a:pt x="40" y="105"/>
                    <a:pt x="42" y="105"/>
                    <a:pt x="43" y="105"/>
                  </a:cubicBezTo>
                  <a:cubicBezTo>
                    <a:pt x="43" y="105"/>
                    <a:pt x="44" y="104"/>
                    <a:pt x="43" y="103"/>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3" name="Google Shape;603;p39"/>
            <p:cNvSpPr/>
            <p:nvPr/>
          </p:nvSpPr>
          <p:spPr>
            <a:xfrm>
              <a:off x="4061949" y="4110266"/>
              <a:ext cx="76003" cy="89822"/>
            </a:xfrm>
            <a:custGeom>
              <a:avLst/>
              <a:gdLst/>
              <a:ahLst/>
              <a:cxnLst/>
              <a:rect l="l" t="t" r="r" b="b"/>
              <a:pathLst>
                <a:path w="28" h="35" extrusionOk="0">
                  <a:moveTo>
                    <a:pt x="25" y="30"/>
                  </a:moveTo>
                  <a:cubicBezTo>
                    <a:pt x="22" y="28"/>
                    <a:pt x="19" y="25"/>
                    <a:pt x="17" y="22"/>
                  </a:cubicBezTo>
                  <a:cubicBezTo>
                    <a:pt x="15" y="19"/>
                    <a:pt x="13" y="16"/>
                    <a:pt x="11" y="13"/>
                  </a:cubicBezTo>
                  <a:cubicBezTo>
                    <a:pt x="9" y="9"/>
                    <a:pt x="7" y="5"/>
                    <a:pt x="5" y="1"/>
                  </a:cubicBezTo>
                  <a:cubicBezTo>
                    <a:pt x="4" y="0"/>
                    <a:pt x="0" y="1"/>
                    <a:pt x="0" y="2"/>
                  </a:cubicBezTo>
                  <a:cubicBezTo>
                    <a:pt x="4" y="8"/>
                    <a:pt x="7" y="14"/>
                    <a:pt x="10" y="20"/>
                  </a:cubicBezTo>
                  <a:cubicBezTo>
                    <a:pt x="12" y="22"/>
                    <a:pt x="14" y="25"/>
                    <a:pt x="16" y="27"/>
                  </a:cubicBezTo>
                  <a:cubicBezTo>
                    <a:pt x="18" y="29"/>
                    <a:pt x="21" y="30"/>
                    <a:pt x="23" y="33"/>
                  </a:cubicBezTo>
                  <a:cubicBezTo>
                    <a:pt x="23" y="33"/>
                    <a:pt x="23" y="33"/>
                    <a:pt x="23" y="33"/>
                  </a:cubicBezTo>
                  <a:cubicBezTo>
                    <a:pt x="24" y="34"/>
                    <a:pt x="26" y="35"/>
                    <a:pt x="27" y="33"/>
                  </a:cubicBezTo>
                  <a:cubicBezTo>
                    <a:pt x="28" y="32"/>
                    <a:pt x="26" y="31"/>
                    <a:pt x="25" y="3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4" name="Google Shape;604;p39"/>
            <p:cNvSpPr/>
            <p:nvPr/>
          </p:nvSpPr>
          <p:spPr>
            <a:xfrm>
              <a:off x="4289955" y="4158633"/>
              <a:ext cx="262549" cy="96729"/>
            </a:xfrm>
            <a:custGeom>
              <a:avLst/>
              <a:gdLst/>
              <a:ahLst/>
              <a:cxnLst/>
              <a:rect l="l" t="t" r="r" b="b"/>
              <a:pathLst>
                <a:path w="99" h="37" extrusionOk="0">
                  <a:moveTo>
                    <a:pt x="98" y="1"/>
                  </a:moveTo>
                  <a:cubicBezTo>
                    <a:pt x="97" y="0"/>
                    <a:pt x="96" y="0"/>
                    <a:pt x="95" y="1"/>
                  </a:cubicBezTo>
                  <a:cubicBezTo>
                    <a:pt x="89" y="3"/>
                    <a:pt x="83" y="6"/>
                    <a:pt x="77" y="8"/>
                  </a:cubicBezTo>
                  <a:cubicBezTo>
                    <a:pt x="71" y="10"/>
                    <a:pt x="65" y="10"/>
                    <a:pt x="58" y="11"/>
                  </a:cubicBezTo>
                  <a:cubicBezTo>
                    <a:pt x="52" y="12"/>
                    <a:pt x="46" y="15"/>
                    <a:pt x="40" y="18"/>
                  </a:cubicBezTo>
                  <a:cubicBezTo>
                    <a:pt x="34" y="21"/>
                    <a:pt x="28" y="24"/>
                    <a:pt x="22" y="26"/>
                  </a:cubicBezTo>
                  <a:cubicBezTo>
                    <a:pt x="16" y="29"/>
                    <a:pt x="9" y="32"/>
                    <a:pt x="2" y="35"/>
                  </a:cubicBezTo>
                  <a:cubicBezTo>
                    <a:pt x="1" y="35"/>
                    <a:pt x="0" y="35"/>
                    <a:pt x="1" y="36"/>
                  </a:cubicBezTo>
                  <a:cubicBezTo>
                    <a:pt x="2" y="37"/>
                    <a:pt x="3" y="37"/>
                    <a:pt x="4" y="37"/>
                  </a:cubicBezTo>
                  <a:cubicBezTo>
                    <a:pt x="17" y="32"/>
                    <a:pt x="29" y="27"/>
                    <a:pt x="41" y="21"/>
                  </a:cubicBezTo>
                  <a:cubicBezTo>
                    <a:pt x="47" y="18"/>
                    <a:pt x="52" y="15"/>
                    <a:pt x="59" y="14"/>
                  </a:cubicBezTo>
                  <a:cubicBezTo>
                    <a:pt x="65" y="13"/>
                    <a:pt x="72" y="12"/>
                    <a:pt x="78" y="11"/>
                  </a:cubicBezTo>
                  <a:cubicBezTo>
                    <a:pt x="85" y="9"/>
                    <a:pt x="92" y="6"/>
                    <a:pt x="98" y="2"/>
                  </a:cubicBezTo>
                  <a:cubicBezTo>
                    <a:pt x="99" y="2"/>
                    <a:pt x="99" y="1"/>
                    <a:pt x="98" y="1"/>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5" name="Google Shape;605;p39"/>
            <p:cNvSpPr/>
            <p:nvPr/>
          </p:nvSpPr>
          <p:spPr>
            <a:xfrm>
              <a:off x="3813218" y="3737171"/>
              <a:ext cx="435281" cy="234912"/>
            </a:xfrm>
            <a:custGeom>
              <a:avLst/>
              <a:gdLst/>
              <a:ahLst/>
              <a:cxnLst/>
              <a:rect l="l" t="t" r="r" b="b"/>
              <a:pathLst>
                <a:path w="167" h="90" extrusionOk="0">
                  <a:moveTo>
                    <a:pt x="166" y="13"/>
                  </a:moveTo>
                  <a:cubicBezTo>
                    <a:pt x="142" y="0"/>
                    <a:pt x="113" y="3"/>
                    <a:pt x="88" y="10"/>
                  </a:cubicBezTo>
                  <a:cubicBezTo>
                    <a:pt x="75" y="14"/>
                    <a:pt x="62" y="19"/>
                    <a:pt x="52" y="27"/>
                  </a:cubicBezTo>
                  <a:cubicBezTo>
                    <a:pt x="42" y="35"/>
                    <a:pt x="32" y="44"/>
                    <a:pt x="24" y="53"/>
                  </a:cubicBezTo>
                  <a:cubicBezTo>
                    <a:pt x="15" y="64"/>
                    <a:pt x="7" y="75"/>
                    <a:pt x="0" y="88"/>
                  </a:cubicBezTo>
                  <a:cubicBezTo>
                    <a:pt x="0" y="89"/>
                    <a:pt x="4" y="90"/>
                    <a:pt x="5" y="88"/>
                  </a:cubicBezTo>
                  <a:cubicBezTo>
                    <a:pt x="16" y="67"/>
                    <a:pt x="32" y="48"/>
                    <a:pt x="50" y="33"/>
                  </a:cubicBezTo>
                  <a:cubicBezTo>
                    <a:pt x="55" y="29"/>
                    <a:pt x="60" y="25"/>
                    <a:pt x="66" y="22"/>
                  </a:cubicBezTo>
                  <a:cubicBezTo>
                    <a:pt x="72" y="19"/>
                    <a:pt x="78" y="17"/>
                    <a:pt x="84" y="14"/>
                  </a:cubicBezTo>
                  <a:cubicBezTo>
                    <a:pt x="96" y="10"/>
                    <a:pt x="109" y="7"/>
                    <a:pt x="122" y="6"/>
                  </a:cubicBezTo>
                  <a:cubicBezTo>
                    <a:pt x="136" y="6"/>
                    <a:pt x="150" y="8"/>
                    <a:pt x="163" y="14"/>
                  </a:cubicBezTo>
                  <a:cubicBezTo>
                    <a:pt x="164" y="15"/>
                    <a:pt x="165" y="15"/>
                    <a:pt x="166" y="14"/>
                  </a:cubicBezTo>
                  <a:cubicBezTo>
                    <a:pt x="167" y="14"/>
                    <a:pt x="167" y="13"/>
                    <a:pt x="166" y="13"/>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6" name="Google Shape;606;p39"/>
            <p:cNvSpPr/>
            <p:nvPr/>
          </p:nvSpPr>
          <p:spPr>
            <a:xfrm>
              <a:off x="3923765" y="3785537"/>
              <a:ext cx="228007" cy="152001"/>
            </a:xfrm>
            <a:custGeom>
              <a:avLst/>
              <a:gdLst/>
              <a:ahLst/>
              <a:cxnLst/>
              <a:rect l="l" t="t" r="r" b="b"/>
              <a:pathLst>
                <a:path w="89" h="56" extrusionOk="0">
                  <a:moveTo>
                    <a:pt x="89" y="1"/>
                  </a:moveTo>
                  <a:cubicBezTo>
                    <a:pt x="88" y="0"/>
                    <a:pt x="86" y="0"/>
                    <a:pt x="85" y="0"/>
                  </a:cubicBezTo>
                  <a:cubicBezTo>
                    <a:pt x="72" y="4"/>
                    <a:pt x="60" y="11"/>
                    <a:pt x="48" y="18"/>
                  </a:cubicBezTo>
                  <a:cubicBezTo>
                    <a:pt x="37" y="25"/>
                    <a:pt x="26" y="31"/>
                    <a:pt x="16" y="40"/>
                  </a:cubicBezTo>
                  <a:cubicBezTo>
                    <a:pt x="10" y="44"/>
                    <a:pt x="5" y="49"/>
                    <a:pt x="1" y="55"/>
                  </a:cubicBezTo>
                  <a:cubicBezTo>
                    <a:pt x="0" y="56"/>
                    <a:pt x="3" y="56"/>
                    <a:pt x="4" y="56"/>
                  </a:cubicBezTo>
                  <a:cubicBezTo>
                    <a:pt x="8" y="56"/>
                    <a:pt x="11" y="54"/>
                    <a:pt x="15" y="52"/>
                  </a:cubicBezTo>
                  <a:cubicBezTo>
                    <a:pt x="18" y="50"/>
                    <a:pt x="22" y="48"/>
                    <a:pt x="25" y="48"/>
                  </a:cubicBezTo>
                  <a:cubicBezTo>
                    <a:pt x="26" y="48"/>
                    <a:pt x="28" y="48"/>
                    <a:pt x="28" y="47"/>
                  </a:cubicBezTo>
                  <a:cubicBezTo>
                    <a:pt x="28" y="46"/>
                    <a:pt x="26" y="46"/>
                    <a:pt x="25" y="46"/>
                  </a:cubicBezTo>
                  <a:cubicBezTo>
                    <a:pt x="21" y="46"/>
                    <a:pt x="17" y="47"/>
                    <a:pt x="14" y="49"/>
                  </a:cubicBezTo>
                  <a:cubicBezTo>
                    <a:pt x="12" y="50"/>
                    <a:pt x="10" y="52"/>
                    <a:pt x="8" y="53"/>
                  </a:cubicBezTo>
                  <a:cubicBezTo>
                    <a:pt x="15" y="44"/>
                    <a:pt x="24" y="37"/>
                    <a:pt x="33" y="31"/>
                  </a:cubicBezTo>
                  <a:cubicBezTo>
                    <a:pt x="44" y="24"/>
                    <a:pt x="55" y="17"/>
                    <a:pt x="67" y="11"/>
                  </a:cubicBezTo>
                  <a:cubicBezTo>
                    <a:pt x="74" y="7"/>
                    <a:pt x="80" y="4"/>
                    <a:pt x="88" y="2"/>
                  </a:cubicBezTo>
                  <a:cubicBezTo>
                    <a:pt x="89" y="2"/>
                    <a:pt x="89" y="2"/>
                    <a:pt x="89" y="1"/>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7" name="Google Shape;607;p39"/>
            <p:cNvSpPr/>
            <p:nvPr/>
          </p:nvSpPr>
          <p:spPr>
            <a:xfrm>
              <a:off x="4151771" y="2984073"/>
              <a:ext cx="152003" cy="794560"/>
            </a:xfrm>
            <a:custGeom>
              <a:avLst/>
              <a:gdLst/>
              <a:ahLst/>
              <a:cxnLst/>
              <a:rect l="l" t="t" r="r" b="b"/>
              <a:pathLst>
                <a:path w="57" h="307" extrusionOk="0">
                  <a:moveTo>
                    <a:pt x="52" y="245"/>
                  </a:moveTo>
                  <a:cubicBezTo>
                    <a:pt x="50" y="225"/>
                    <a:pt x="48" y="205"/>
                    <a:pt x="45" y="185"/>
                  </a:cubicBezTo>
                  <a:cubicBezTo>
                    <a:pt x="41" y="166"/>
                    <a:pt x="36" y="146"/>
                    <a:pt x="31" y="127"/>
                  </a:cubicBezTo>
                  <a:cubicBezTo>
                    <a:pt x="26" y="107"/>
                    <a:pt x="20" y="88"/>
                    <a:pt x="16" y="68"/>
                  </a:cubicBezTo>
                  <a:cubicBezTo>
                    <a:pt x="12" y="48"/>
                    <a:pt x="8" y="29"/>
                    <a:pt x="6" y="9"/>
                  </a:cubicBezTo>
                  <a:cubicBezTo>
                    <a:pt x="5" y="6"/>
                    <a:pt x="5" y="4"/>
                    <a:pt x="5" y="1"/>
                  </a:cubicBezTo>
                  <a:cubicBezTo>
                    <a:pt x="5" y="0"/>
                    <a:pt x="0" y="0"/>
                    <a:pt x="0" y="1"/>
                  </a:cubicBezTo>
                  <a:cubicBezTo>
                    <a:pt x="3" y="21"/>
                    <a:pt x="6" y="41"/>
                    <a:pt x="10" y="61"/>
                  </a:cubicBezTo>
                  <a:cubicBezTo>
                    <a:pt x="14" y="80"/>
                    <a:pt x="19" y="100"/>
                    <a:pt x="24" y="119"/>
                  </a:cubicBezTo>
                  <a:cubicBezTo>
                    <a:pt x="30" y="138"/>
                    <a:pt x="35" y="158"/>
                    <a:pt x="39" y="178"/>
                  </a:cubicBezTo>
                  <a:cubicBezTo>
                    <a:pt x="42" y="198"/>
                    <a:pt x="45" y="218"/>
                    <a:pt x="47" y="237"/>
                  </a:cubicBezTo>
                  <a:cubicBezTo>
                    <a:pt x="49" y="257"/>
                    <a:pt x="50" y="277"/>
                    <a:pt x="52" y="298"/>
                  </a:cubicBezTo>
                  <a:cubicBezTo>
                    <a:pt x="52" y="300"/>
                    <a:pt x="52" y="302"/>
                    <a:pt x="52" y="305"/>
                  </a:cubicBezTo>
                  <a:cubicBezTo>
                    <a:pt x="53" y="307"/>
                    <a:pt x="57" y="306"/>
                    <a:pt x="57" y="305"/>
                  </a:cubicBezTo>
                  <a:cubicBezTo>
                    <a:pt x="56" y="285"/>
                    <a:pt x="54" y="265"/>
                    <a:pt x="52" y="245"/>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8" name="Google Shape;608;p39"/>
            <p:cNvSpPr/>
            <p:nvPr/>
          </p:nvSpPr>
          <p:spPr>
            <a:xfrm>
              <a:off x="4096498" y="3281165"/>
              <a:ext cx="152002" cy="345459"/>
            </a:xfrm>
            <a:custGeom>
              <a:avLst/>
              <a:gdLst/>
              <a:ahLst/>
              <a:cxnLst/>
              <a:rect l="l" t="t" r="r" b="b"/>
              <a:pathLst>
                <a:path w="60" h="132" extrusionOk="0">
                  <a:moveTo>
                    <a:pt x="59" y="130"/>
                  </a:moveTo>
                  <a:cubicBezTo>
                    <a:pt x="44" y="97"/>
                    <a:pt x="30" y="64"/>
                    <a:pt x="16" y="30"/>
                  </a:cubicBezTo>
                  <a:cubicBezTo>
                    <a:pt x="12" y="21"/>
                    <a:pt x="9" y="11"/>
                    <a:pt x="5" y="2"/>
                  </a:cubicBezTo>
                  <a:cubicBezTo>
                    <a:pt x="4" y="0"/>
                    <a:pt x="0" y="1"/>
                    <a:pt x="0" y="3"/>
                  </a:cubicBezTo>
                  <a:cubicBezTo>
                    <a:pt x="14" y="36"/>
                    <a:pt x="28" y="70"/>
                    <a:pt x="42" y="103"/>
                  </a:cubicBezTo>
                  <a:cubicBezTo>
                    <a:pt x="46" y="112"/>
                    <a:pt x="50" y="122"/>
                    <a:pt x="55" y="131"/>
                  </a:cubicBezTo>
                  <a:cubicBezTo>
                    <a:pt x="55" y="132"/>
                    <a:pt x="60" y="132"/>
                    <a:pt x="59" y="13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09" name="Google Shape;609;p39"/>
            <p:cNvSpPr/>
            <p:nvPr/>
          </p:nvSpPr>
          <p:spPr>
            <a:xfrm>
              <a:off x="4414321" y="2500430"/>
              <a:ext cx="456007" cy="117458"/>
            </a:xfrm>
            <a:custGeom>
              <a:avLst/>
              <a:gdLst/>
              <a:ahLst/>
              <a:cxnLst/>
              <a:rect l="l" t="t" r="r" b="b"/>
              <a:pathLst>
                <a:path w="174" h="46" extrusionOk="0">
                  <a:moveTo>
                    <a:pt x="172" y="43"/>
                  </a:moveTo>
                  <a:cubicBezTo>
                    <a:pt x="148" y="39"/>
                    <a:pt x="123" y="34"/>
                    <a:pt x="99" y="30"/>
                  </a:cubicBezTo>
                  <a:cubicBezTo>
                    <a:pt x="86" y="28"/>
                    <a:pt x="74" y="25"/>
                    <a:pt x="62" y="23"/>
                  </a:cubicBezTo>
                  <a:cubicBezTo>
                    <a:pt x="43" y="20"/>
                    <a:pt x="43" y="20"/>
                    <a:pt x="43" y="20"/>
                  </a:cubicBezTo>
                  <a:cubicBezTo>
                    <a:pt x="39" y="19"/>
                    <a:pt x="34" y="18"/>
                    <a:pt x="30" y="17"/>
                  </a:cubicBezTo>
                  <a:cubicBezTo>
                    <a:pt x="20" y="14"/>
                    <a:pt x="11" y="10"/>
                    <a:pt x="6" y="1"/>
                  </a:cubicBezTo>
                  <a:cubicBezTo>
                    <a:pt x="5" y="0"/>
                    <a:pt x="0" y="1"/>
                    <a:pt x="1" y="2"/>
                  </a:cubicBezTo>
                  <a:cubicBezTo>
                    <a:pt x="6" y="10"/>
                    <a:pt x="14" y="15"/>
                    <a:pt x="22" y="17"/>
                  </a:cubicBezTo>
                  <a:cubicBezTo>
                    <a:pt x="32" y="21"/>
                    <a:pt x="43" y="22"/>
                    <a:pt x="53" y="24"/>
                  </a:cubicBezTo>
                  <a:cubicBezTo>
                    <a:pt x="78" y="29"/>
                    <a:pt x="104" y="33"/>
                    <a:pt x="129" y="38"/>
                  </a:cubicBezTo>
                  <a:cubicBezTo>
                    <a:pt x="143" y="40"/>
                    <a:pt x="157" y="43"/>
                    <a:pt x="171" y="45"/>
                  </a:cubicBezTo>
                  <a:cubicBezTo>
                    <a:pt x="172" y="46"/>
                    <a:pt x="173" y="45"/>
                    <a:pt x="174" y="45"/>
                  </a:cubicBezTo>
                  <a:cubicBezTo>
                    <a:pt x="174" y="44"/>
                    <a:pt x="173" y="43"/>
                    <a:pt x="172" y="43"/>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0" name="Google Shape;610;p39"/>
            <p:cNvSpPr/>
            <p:nvPr/>
          </p:nvSpPr>
          <p:spPr>
            <a:xfrm>
              <a:off x="4967058" y="2369154"/>
              <a:ext cx="366189" cy="262549"/>
            </a:xfrm>
            <a:custGeom>
              <a:avLst/>
              <a:gdLst/>
              <a:ahLst/>
              <a:cxnLst/>
              <a:rect l="l" t="t" r="r" b="b"/>
              <a:pathLst>
                <a:path w="142" h="100" extrusionOk="0">
                  <a:moveTo>
                    <a:pt x="131" y="1"/>
                  </a:moveTo>
                  <a:cubicBezTo>
                    <a:pt x="130" y="0"/>
                    <a:pt x="129" y="0"/>
                    <a:pt x="127" y="0"/>
                  </a:cubicBezTo>
                  <a:cubicBezTo>
                    <a:pt x="127" y="1"/>
                    <a:pt x="126" y="1"/>
                    <a:pt x="127" y="2"/>
                  </a:cubicBezTo>
                  <a:cubicBezTo>
                    <a:pt x="135" y="7"/>
                    <a:pt x="137" y="18"/>
                    <a:pt x="135" y="27"/>
                  </a:cubicBezTo>
                  <a:cubicBezTo>
                    <a:pt x="133" y="38"/>
                    <a:pt x="124" y="46"/>
                    <a:pt x="115" y="52"/>
                  </a:cubicBezTo>
                  <a:cubicBezTo>
                    <a:pt x="110" y="56"/>
                    <a:pt x="105" y="59"/>
                    <a:pt x="99" y="61"/>
                  </a:cubicBezTo>
                  <a:cubicBezTo>
                    <a:pt x="93" y="64"/>
                    <a:pt x="87" y="67"/>
                    <a:pt x="81" y="70"/>
                  </a:cubicBezTo>
                  <a:cubicBezTo>
                    <a:pt x="69" y="75"/>
                    <a:pt x="56" y="80"/>
                    <a:pt x="43" y="84"/>
                  </a:cubicBezTo>
                  <a:cubicBezTo>
                    <a:pt x="29" y="88"/>
                    <a:pt x="14" y="91"/>
                    <a:pt x="1" y="98"/>
                  </a:cubicBezTo>
                  <a:cubicBezTo>
                    <a:pt x="0" y="98"/>
                    <a:pt x="0" y="99"/>
                    <a:pt x="1" y="99"/>
                  </a:cubicBezTo>
                  <a:cubicBezTo>
                    <a:pt x="2" y="100"/>
                    <a:pt x="3" y="100"/>
                    <a:pt x="4" y="99"/>
                  </a:cubicBezTo>
                  <a:cubicBezTo>
                    <a:pt x="16" y="93"/>
                    <a:pt x="30" y="90"/>
                    <a:pt x="43" y="87"/>
                  </a:cubicBezTo>
                  <a:cubicBezTo>
                    <a:pt x="56" y="83"/>
                    <a:pt x="69" y="78"/>
                    <a:pt x="82" y="73"/>
                  </a:cubicBezTo>
                  <a:cubicBezTo>
                    <a:pt x="94" y="68"/>
                    <a:pt x="106" y="62"/>
                    <a:pt x="117" y="55"/>
                  </a:cubicBezTo>
                  <a:cubicBezTo>
                    <a:pt x="126" y="49"/>
                    <a:pt x="136" y="41"/>
                    <a:pt x="139" y="30"/>
                  </a:cubicBezTo>
                  <a:cubicBezTo>
                    <a:pt x="142" y="20"/>
                    <a:pt x="140" y="7"/>
                    <a:pt x="131" y="1"/>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1" name="Google Shape;611;p39"/>
            <p:cNvSpPr/>
            <p:nvPr/>
          </p:nvSpPr>
          <p:spPr>
            <a:xfrm>
              <a:off x="5713252" y="2514249"/>
              <a:ext cx="55274" cy="559644"/>
            </a:xfrm>
            <a:custGeom>
              <a:avLst/>
              <a:gdLst/>
              <a:ahLst/>
              <a:cxnLst/>
              <a:rect l="l" t="t" r="r" b="b"/>
              <a:pathLst>
                <a:path w="21" h="214" extrusionOk="0">
                  <a:moveTo>
                    <a:pt x="16" y="2"/>
                  </a:moveTo>
                  <a:cubicBezTo>
                    <a:pt x="11" y="29"/>
                    <a:pt x="7" y="56"/>
                    <a:pt x="4" y="84"/>
                  </a:cubicBezTo>
                  <a:cubicBezTo>
                    <a:pt x="1" y="111"/>
                    <a:pt x="0" y="138"/>
                    <a:pt x="0" y="166"/>
                  </a:cubicBezTo>
                  <a:cubicBezTo>
                    <a:pt x="0" y="181"/>
                    <a:pt x="0" y="197"/>
                    <a:pt x="1" y="212"/>
                  </a:cubicBezTo>
                  <a:cubicBezTo>
                    <a:pt x="1" y="214"/>
                    <a:pt x="5" y="214"/>
                    <a:pt x="5" y="212"/>
                  </a:cubicBezTo>
                  <a:cubicBezTo>
                    <a:pt x="4" y="185"/>
                    <a:pt x="4" y="157"/>
                    <a:pt x="5" y="130"/>
                  </a:cubicBezTo>
                  <a:cubicBezTo>
                    <a:pt x="7" y="102"/>
                    <a:pt x="9" y="75"/>
                    <a:pt x="13" y="48"/>
                  </a:cubicBezTo>
                  <a:cubicBezTo>
                    <a:pt x="15" y="32"/>
                    <a:pt x="18" y="17"/>
                    <a:pt x="21" y="2"/>
                  </a:cubicBezTo>
                  <a:cubicBezTo>
                    <a:pt x="21" y="0"/>
                    <a:pt x="17" y="0"/>
                    <a:pt x="16" y="2"/>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2" name="Google Shape;612;p39"/>
            <p:cNvSpPr/>
            <p:nvPr/>
          </p:nvSpPr>
          <p:spPr>
            <a:xfrm>
              <a:off x="5955072" y="2196427"/>
              <a:ext cx="55274" cy="158914"/>
            </a:xfrm>
            <a:custGeom>
              <a:avLst/>
              <a:gdLst/>
              <a:ahLst/>
              <a:cxnLst/>
              <a:rect l="l" t="t" r="r" b="b"/>
              <a:pathLst>
                <a:path w="21" h="62" extrusionOk="0">
                  <a:moveTo>
                    <a:pt x="16" y="1"/>
                  </a:moveTo>
                  <a:cubicBezTo>
                    <a:pt x="8" y="20"/>
                    <a:pt x="3" y="40"/>
                    <a:pt x="0" y="60"/>
                  </a:cubicBezTo>
                  <a:cubicBezTo>
                    <a:pt x="0" y="62"/>
                    <a:pt x="4" y="62"/>
                    <a:pt x="5" y="60"/>
                  </a:cubicBezTo>
                  <a:cubicBezTo>
                    <a:pt x="8" y="40"/>
                    <a:pt x="13" y="21"/>
                    <a:pt x="20" y="2"/>
                  </a:cubicBezTo>
                  <a:cubicBezTo>
                    <a:pt x="21" y="0"/>
                    <a:pt x="16" y="0"/>
                    <a:pt x="16" y="1"/>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3" name="Google Shape;613;p39"/>
            <p:cNvSpPr/>
            <p:nvPr/>
          </p:nvSpPr>
          <p:spPr>
            <a:xfrm>
              <a:off x="5982709" y="2189515"/>
              <a:ext cx="55274" cy="400732"/>
            </a:xfrm>
            <a:custGeom>
              <a:avLst/>
              <a:gdLst/>
              <a:ahLst/>
              <a:cxnLst/>
              <a:rect l="l" t="t" r="r" b="b"/>
              <a:pathLst>
                <a:path w="21" h="155" extrusionOk="0">
                  <a:moveTo>
                    <a:pt x="17" y="1"/>
                  </a:moveTo>
                  <a:cubicBezTo>
                    <a:pt x="13" y="21"/>
                    <a:pt x="11" y="41"/>
                    <a:pt x="8" y="60"/>
                  </a:cubicBezTo>
                  <a:cubicBezTo>
                    <a:pt x="6" y="80"/>
                    <a:pt x="4" y="100"/>
                    <a:pt x="2" y="120"/>
                  </a:cubicBezTo>
                  <a:cubicBezTo>
                    <a:pt x="1" y="131"/>
                    <a:pt x="1" y="142"/>
                    <a:pt x="0" y="153"/>
                  </a:cubicBezTo>
                  <a:cubicBezTo>
                    <a:pt x="0" y="154"/>
                    <a:pt x="5" y="155"/>
                    <a:pt x="5" y="153"/>
                  </a:cubicBezTo>
                  <a:cubicBezTo>
                    <a:pt x="6" y="133"/>
                    <a:pt x="7" y="113"/>
                    <a:pt x="9" y="94"/>
                  </a:cubicBezTo>
                  <a:cubicBezTo>
                    <a:pt x="11" y="74"/>
                    <a:pt x="13" y="54"/>
                    <a:pt x="16" y="35"/>
                  </a:cubicBezTo>
                  <a:cubicBezTo>
                    <a:pt x="18" y="23"/>
                    <a:pt x="19" y="12"/>
                    <a:pt x="21" y="1"/>
                  </a:cubicBezTo>
                  <a:cubicBezTo>
                    <a:pt x="21" y="0"/>
                    <a:pt x="17" y="0"/>
                    <a:pt x="17" y="1"/>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4" name="Google Shape;614;p39"/>
            <p:cNvSpPr/>
            <p:nvPr/>
          </p:nvSpPr>
          <p:spPr>
            <a:xfrm>
              <a:off x="6037983" y="1526234"/>
              <a:ext cx="269461" cy="179639"/>
            </a:xfrm>
            <a:custGeom>
              <a:avLst/>
              <a:gdLst/>
              <a:ahLst/>
              <a:cxnLst/>
              <a:rect l="l" t="t" r="r" b="b"/>
              <a:pathLst>
                <a:path w="103" h="68" extrusionOk="0">
                  <a:moveTo>
                    <a:pt x="98" y="1"/>
                  </a:moveTo>
                  <a:cubicBezTo>
                    <a:pt x="93" y="8"/>
                    <a:pt x="88" y="16"/>
                    <a:pt x="83" y="23"/>
                  </a:cubicBezTo>
                  <a:cubicBezTo>
                    <a:pt x="79" y="29"/>
                    <a:pt x="74" y="35"/>
                    <a:pt x="68" y="40"/>
                  </a:cubicBezTo>
                  <a:cubicBezTo>
                    <a:pt x="62" y="46"/>
                    <a:pt x="55" y="49"/>
                    <a:pt x="47" y="51"/>
                  </a:cubicBezTo>
                  <a:cubicBezTo>
                    <a:pt x="40" y="54"/>
                    <a:pt x="32" y="55"/>
                    <a:pt x="25" y="57"/>
                  </a:cubicBezTo>
                  <a:cubicBezTo>
                    <a:pt x="16" y="58"/>
                    <a:pt x="8" y="61"/>
                    <a:pt x="1" y="66"/>
                  </a:cubicBezTo>
                  <a:cubicBezTo>
                    <a:pt x="0" y="66"/>
                    <a:pt x="1" y="67"/>
                    <a:pt x="1" y="67"/>
                  </a:cubicBezTo>
                  <a:cubicBezTo>
                    <a:pt x="2" y="68"/>
                    <a:pt x="4" y="68"/>
                    <a:pt x="4" y="67"/>
                  </a:cubicBezTo>
                  <a:cubicBezTo>
                    <a:pt x="18" y="58"/>
                    <a:pt x="34" y="58"/>
                    <a:pt x="49" y="54"/>
                  </a:cubicBezTo>
                  <a:cubicBezTo>
                    <a:pt x="57" y="51"/>
                    <a:pt x="64" y="48"/>
                    <a:pt x="70" y="43"/>
                  </a:cubicBezTo>
                  <a:cubicBezTo>
                    <a:pt x="76" y="38"/>
                    <a:pt x="81" y="32"/>
                    <a:pt x="86" y="26"/>
                  </a:cubicBezTo>
                  <a:cubicBezTo>
                    <a:pt x="92" y="18"/>
                    <a:pt x="97" y="10"/>
                    <a:pt x="102" y="2"/>
                  </a:cubicBezTo>
                  <a:cubicBezTo>
                    <a:pt x="103" y="0"/>
                    <a:pt x="99" y="0"/>
                    <a:pt x="98" y="1"/>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5" name="Google Shape;615;p39"/>
            <p:cNvSpPr/>
            <p:nvPr/>
          </p:nvSpPr>
          <p:spPr>
            <a:xfrm>
              <a:off x="6176167" y="1629874"/>
              <a:ext cx="96729" cy="241823"/>
            </a:xfrm>
            <a:custGeom>
              <a:avLst/>
              <a:gdLst/>
              <a:ahLst/>
              <a:cxnLst/>
              <a:rect l="l" t="t" r="r" b="b"/>
              <a:pathLst>
                <a:path w="37" h="94" extrusionOk="0">
                  <a:moveTo>
                    <a:pt x="33" y="1"/>
                  </a:moveTo>
                  <a:cubicBezTo>
                    <a:pt x="25" y="25"/>
                    <a:pt x="17" y="49"/>
                    <a:pt x="8" y="73"/>
                  </a:cubicBezTo>
                  <a:cubicBezTo>
                    <a:pt x="6" y="79"/>
                    <a:pt x="3" y="86"/>
                    <a:pt x="1" y="92"/>
                  </a:cubicBezTo>
                  <a:cubicBezTo>
                    <a:pt x="0" y="94"/>
                    <a:pt x="4" y="94"/>
                    <a:pt x="5" y="93"/>
                  </a:cubicBezTo>
                  <a:cubicBezTo>
                    <a:pt x="14" y="70"/>
                    <a:pt x="23" y="46"/>
                    <a:pt x="31" y="22"/>
                  </a:cubicBezTo>
                  <a:cubicBezTo>
                    <a:pt x="33" y="15"/>
                    <a:pt x="35" y="8"/>
                    <a:pt x="37" y="2"/>
                  </a:cubicBezTo>
                  <a:cubicBezTo>
                    <a:pt x="37" y="0"/>
                    <a:pt x="33" y="0"/>
                    <a:pt x="33" y="1"/>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6" name="Google Shape;616;p39"/>
            <p:cNvSpPr/>
            <p:nvPr/>
          </p:nvSpPr>
          <p:spPr>
            <a:xfrm>
              <a:off x="4642323" y="1001137"/>
              <a:ext cx="1637486" cy="3848411"/>
            </a:xfrm>
            <a:custGeom>
              <a:avLst/>
              <a:gdLst/>
              <a:ahLst/>
              <a:cxnLst/>
              <a:rect l="l" t="t" r="r" b="b"/>
              <a:pathLst>
                <a:path w="629" h="1480" extrusionOk="0">
                  <a:moveTo>
                    <a:pt x="420" y="5"/>
                  </a:moveTo>
                  <a:cubicBezTo>
                    <a:pt x="412" y="4"/>
                    <a:pt x="405" y="3"/>
                    <a:pt x="399" y="0"/>
                  </a:cubicBezTo>
                  <a:cubicBezTo>
                    <a:pt x="396" y="1"/>
                    <a:pt x="394" y="2"/>
                    <a:pt x="391" y="2"/>
                  </a:cubicBezTo>
                  <a:cubicBezTo>
                    <a:pt x="400" y="6"/>
                    <a:pt x="410" y="8"/>
                    <a:pt x="419" y="10"/>
                  </a:cubicBezTo>
                  <a:cubicBezTo>
                    <a:pt x="420" y="10"/>
                    <a:pt x="421" y="10"/>
                    <a:pt x="423" y="10"/>
                  </a:cubicBezTo>
                  <a:cubicBezTo>
                    <a:pt x="423" y="9"/>
                    <a:pt x="423" y="7"/>
                    <a:pt x="423" y="6"/>
                  </a:cubicBezTo>
                  <a:cubicBezTo>
                    <a:pt x="422" y="5"/>
                    <a:pt x="421" y="5"/>
                    <a:pt x="420" y="5"/>
                  </a:cubicBezTo>
                  <a:close/>
                  <a:moveTo>
                    <a:pt x="624" y="996"/>
                  </a:moveTo>
                  <a:cubicBezTo>
                    <a:pt x="621" y="980"/>
                    <a:pt x="609" y="966"/>
                    <a:pt x="592" y="960"/>
                  </a:cubicBezTo>
                  <a:cubicBezTo>
                    <a:pt x="578" y="954"/>
                    <a:pt x="563" y="956"/>
                    <a:pt x="552" y="964"/>
                  </a:cubicBezTo>
                  <a:cubicBezTo>
                    <a:pt x="543" y="971"/>
                    <a:pt x="537" y="982"/>
                    <a:pt x="533" y="991"/>
                  </a:cubicBezTo>
                  <a:cubicBezTo>
                    <a:pt x="525" y="1009"/>
                    <a:pt x="519" y="1028"/>
                    <a:pt x="515" y="1048"/>
                  </a:cubicBezTo>
                  <a:cubicBezTo>
                    <a:pt x="507" y="1043"/>
                    <a:pt x="501" y="1038"/>
                    <a:pt x="494" y="1032"/>
                  </a:cubicBezTo>
                  <a:cubicBezTo>
                    <a:pt x="477" y="1014"/>
                    <a:pt x="464" y="989"/>
                    <a:pt x="453" y="955"/>
                  </a:cubicBezTo>
                  <a:cubicBezTo>
                    <a:pt x="418" y="837"/>
                    <a:pt x="440" y="707"/>
                    <a:pt x="469" y="584"/>
                  </a:cubicBezTo>
                  <a:cubicBezTo>
                    <a:pt x="473" y="570"/>
                    <a:pt x="476" y="556"/>
                    <a:pt x="480" y="542"/>
                  </a:cubicBezTo>
                  <a:cubicBezTo>
                    <a:pt x="497" y="472"/>
                    <a:pt x="515" y="399"/>
                    <a:pt x="522" y="325"/>
                  </a:cubicBezTo>
                  <a:cubicBezTo>
                    <a:pt x="529" y="246"/>
                    <a:pt x="518" y="162"/>
                    <a:pt x="486" y="69"/>
                  </a:cubicBezTo>
                  <a:cubicBezTo>
                    <a:pt x="485" y="67"/>
                    <a:pt x="485" y="66"/>
                    <a:pt x="484" y="64"/>
                  </a:cubicBezTo>
                  <a:cubicBezTo>
                    <a:pt x="483" y="66"/>
                    <a:pt x="482" y="67"/>
                    <a:pt x="481" y="68"/>
                  </a:cubicBezTo>
                  <a:cubicBezTo>
                    <a:pt x="481" y="69"/>
                    <a:pt x="481" y="69"/>
                    <a:pt x="481" y="70"/>
                  </a:cubicBezTo>
                  <a:cubicBezTo>
                    <a:pt x="513" y="163"/>
                    <a:pt x="525" y="246"/>
                    <a:pt x="517" y="325"/>
                  </a:cubicBezTo>
                  <a:cubicBezTo>
                    <a:pt x="510" y="398"/>
                    <a:pt x="492" y="471"/>
                    <a:pt x="475" y="541"/>
                  </a:cubicBezTo>
                  <a:cubicBezTo>
                    <a:pt x="472" y="555"/>
                    <a:pt x="468" y="569"/>
                    <a:pt x="465" y="583"/>
                  </a:cubicBezTo>
                  <a:cubicBezTo>
                    <a:pt x="452" y="638"/>
                    <a:pt x="437" y="704"/>
                    <a:pt x="432" y="770"/>
                  </a:cubicBezTo>
                  <a:cubicBezTo>
                    <a:pt x="427" y="840"/>
                    <a:pt x="432" y="901"/>
                    <a:pt x="449" y="956"/>
                  </a:cubicBezTo>
                  <a:cubicBezTo>
                    <a:pt x="460" y="992"/>
                    <a:pt x="473" y="1016"/>
                    <a:pt x="491" y="1035"/>
                  </a:cubicBezTo>
                  <a:cubicBezTo>
                    <a:pt x="498" y="1042"/>
                    <a:pt x="506" y="1048"/>
                    <a:pt x="513" y="1052"/>
                  </a:cubicBezTo>
                  <a:cubicBezTo>
                    <a:pt x="510" y="1070"/>
                    <a:pt x="507" y="1087"/>
                    <a:pt x="504" y="1105"/>
                  </a:cubicBezTo>
                  <a:cubicBezTo>
                    <a:pt x="501" y="1120"/>
                    <a:pt x="499" y="1135"/>
                    <a:pt x="496" y="1150"/>
                  </a:cubicBezTo>
                  <a:cubicBezTo>
                    <a:pt x="483" y="1210"/>
                    <a:pt x="462" y="1267"/>
                    <a:pt x="431" y="1320"/>
                  </a:cubicBezTo>
                  <a:cubicBezTo>
                    <a:pt x="396" y="1379"/>
                    <a:pt x="355" y="1422"/>
                    <a:pt x="309" y="1447"/>
                  </a:cubicBezTo>
                  <a:cubicBezTo>
                    <a:pt x="254" y="1477"/>
                    <a:pt x="189" y="1480"/>
                    <a:pt x="140" y="1455"/>
                  </a:cubicBezTo>
                  <a:cubicBezTo>
                    <a:pt x="101" y="1434"/>
                    <a:pt x="70" y="1394"/>
                    <a:pt x="59" y="1347"/>
                  </a:cubicBezTo>
                  <a:cubicBezTo>
                    <a:pt x="48" y="1305"/>
                    <a:pt x="53" y="1256"/>
                    <a:pt x="72" y="1212"/>
                  </a:cubicBezTo>
                  <a:cubicBezTo>
                    <a:pt x="74" y="1208"/>
                    <a:pt x="75" y="1205"/>
                    <a:pt x="76" y="1202"/>
                  </a:cubicBezTo>
                  <a:cubicBezTo>
                    <a:pt x="86" y="1180"/>
                    <a:pt x="96" y="1158"/>
                    <a:pt x="90" y="1135"/>
                  </a:cubicBezTo>
                  <a:cubicBezTo>
                    <a:pt x="85" y="1119"/>
                    <a:pt x="73" y="1107"/>
                    <a:pt x="54" y="1098"/>
                  </a:cubicBezTo>
                  <a:cubicBezTo>
                    <a:pt x="36" y="1089"/>
                    <a:pt x="14" y="1087"/>
                    <a:pt x="0" y="1086"/>
                  </a:cubicBezTo>
                  <a:cubicBezTo>
                    <a:pt x="0" y="1090"/>
                    <a:pt x="0" y="1090"/>
                    <a:pt x="0" y="1090"/>
                  </a:cubicBezTo>
                  <a:cubicBezTo>
                    <a:pt x="22" y="1092"/>
                    <a:pt x="75" y="1099"/>
                    <a:pt x="85" y="1137"/>
                  </a:cubicBezTo>
                  <a:cubicBezTo>
                    <a:pt x="91" y="1158"/>
                    <a:pt x="82" y="1179"/>
                    <a:pt x="72" y="1200"/>
                  </a:cubicBezTo>
                  <a:cubicBezTo>
                    <a:pt x="71" y="1203"/>
                    <a:pt x="69" y="1206"/>
                    <a:pt x="68" y="1210"/>
                  </a:cubicBezTo>
                  <a:cubicBezTo>
                    <a:pt x="48" y="1255"/>
                    <a:pt x="43" y="1305"/>
                    <a:pt x="54" y="1349"/>
                  </a:cubicBezTo>
                  <a:cubicBezTo>
                    <a:pt x="66" y="1396"/>
                    <a:pt x="97" y="1437"/>
                    <a:pt x="138" y="1459"/>
                  </a:cubicBezTo>
                  <a:cubicBezTo>
                    <a:pt x="161" y="1471"/>
                    <a:pt x="187" y="1476"/>
                    <a:pt x="214" y="1476"/>
                  </a:cubicBezTo>
                  <a:cubicBezTo>
                    <a:pt x="246" y="1476"/>
                    <a:pt x="280" y="1468"/>
                    <a:pt x="312" y="1451"/>
                  </a:cubicBezTo>
                  <a:cubicBezTo>
                    <a:pt x="358" y="1425"/>
                    <a:pt x="400" y="1382"/>
                    <a:pt x="435" y="1322"/>
                  </a:cubicBezTo>
                  <a:cubicBezTo>
                    <a:pt x="466" y="1269"/>
                    <a:pt x="488" y="1212"/>
                    <a:pt x="500" y="1151"/>
                  </a:cubicBezTo>
                  <a:cubicBezTo>
                    <a:pt x="503" y="1136"/>
                    <a:pt x="506" y="1121"/>
                    <a:pt x="508" y="1106"/>
                  </a:cubicBezTo>
                  <a:cubicBezTo>
                    <a:pt x="511" y="1089"/>
                    <a:pt x="514" y="1071"/>
                    <a:pt x="518" y="1055"/>
                  </a:cubicBezTo>
                  <a:cubicBezTo>
                    <a:pt x="536" y="1064"/>
                    <a:pt x="556" y="1067"/>
                    <a:pt x="574" y="1063"/>
                  </a:cubicBezTo>
                  <a:cubicBezTo>
                    <a:pt x="605" y="1056"/>
                    <a:pt x="629" y="1025"/>
                    <a:pt x="624" y="996"/>
                  </a:cubicBezTo>
                  <a:close/>
                  <a:moveTo>
                    <a:pt x="573" y="1059"/>
                  </a:moveTo>
                  <a:cubicBezTo>
                    <a:pt x="555" y="1063"/>
                    <a:pt x="536" y="1059"/>
                    <a:pt x="519" y="1050"/>
                  </a:cubicBezTo>
                  <a:cubicBezTo>
                    <a:pt x="523" y="1030"/>
                    <a:pt x="529" y="1011"/>
                    <a:pt x="537" y="993"/>
                  </a:cubicBezTo>
                  <a:cubicBezTo>
                    <a:pt x="541" y="984"/>
                    <a:pt x="546" y="974"/>
                    <a:pt x="555" y="968"/>
                  </a:cubicBezTo>
                  <a:cubicBezTo>
                    <a:pt x="564" y="960"/>
                    <a:pt x="578" y="959"/>
                    <a:pt x="591" y="964"/>
                  </a:cubicBezTo>
                  <a:cubicBezTo>
                    <a:pt x="605" y="970"/>
                    <a:pt x="617" y="983"/>
                    <a:pt x="619" y="997"/>
                  </a:cubicBezTo>
                  <a:cubicBezTo>
                    <a:pt x="624" y="1023"/>
                    <a:pt x="602" y="1052"/>
                    <a:pt x="573" y="105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7" name="Google Shape;617;p39"/>
            <p:cNvSpPr/>
            <p:nvPr/>
          </p:nvSpPr>
          <p:spPr>
            <a:xfrm>
              <a:off x="4773600" y="2507337"/>
              <a:ext cx="234914" cy="89822"/>
            </a:xfrm>
            <a:custGeom>
              <a:avLst/>
              <a:gdLst/>
              <a:ahLst/>
              <a:cxnLst/>
              <a:rect l="l" t="t" r="r" b="b"/>
              <a:pathLst>
                <a:path w="90" h="35" extrusionOk="0">
                  <a:moveTo>
                    <a:pt x="90" y="0"/>
                  </a:moveTo>
                  <a:cubicBezTo>
                    <a:pt x="78" y="11"/>
                    <a:pt x="78" y="11"/>
                    <a:pt x="78" y="11"/>
                  </a:cubicBezTo>
                  <a:cubicBezTo>
                    <a:pt x="70" y="19"/>
                    <a:pt x="61" y="27"/>
                    <a:pt x="53" y="35"/>
                  </a:cubicBezTo>
                  <a:cubicBezTo>
                    <a:pt x="36" y="24"/>
                    <a:pt x="18" y="14"/>
                    <a:pt x="0" y="5"/>
                  </a:cubicBezTo>
                  <a:cubicBezTo>
                    <a:pt x="4" y="5"/>
                    <a:pt x="7" y="5"/>
                    <a:pt x="11" y="6"/>
                  </a:cubicBezTo>
                  <a:cubicBezTo>
                    <a:pt x="22" y="6"/>
                    <a:pt x="34" y="5"/>
                    <a:pt x="45" y="5"/>
                  </a:cubicBezTo>
                  <a:cubicBezTo>
                    <a:pt x="60" y="4"/>
                    <a:pt x="75" y="3"/>
                    <a:pt x="90" y="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8" name="Google Shape;618;p39"/>
            <p:cNvSpPr/>
            <p:nvPr/>
          </p:nvSpPr>
          <p:spPr>
            <a:xfrm>
              <a:off x="4690689" y="2555704"/>
              <a:ext cx="69092" cy="642555"/>
            </a:xfrm>
            <a:custGeom>
              <a:avLst/>
              <a:gdLst/>
              <a:ahLst/>
              <a:cxnLst/>
              <a:rect l="l" t="t" r="r" b="b"/>
              <a:pathLst>
                <a:path w="28" h="248" extrusionOk="0">
                  <a:moveTo>
                    <a:pt x="26" y="225"/>
                  </a:moveTo>
                  <a:cubicBezTo>
                    <a:pt x="28" y="222"/>
                    <a:pt x="28" y="217"/>
                    <a:pt x="27" y="213"/>
                  </a:cubicBezTo>
                  <a:cubicBezTo>
                    <a:pt x="26" y="210"/>
                    <a:pt x="24" y="207"/>
                    <a:pt x="21" y="206"/>
                  </a:cubicBezTo>
                  <a:cubicBezTo>
                    <a:pt x="25" y="139"/>
                    <a:pt x="22" y="71"/>
                    <a:pt x="20" y="4"/>
                  </a:cubicBezTo>
                  <a:cubicBezTo>
                    <a:pt x="20" y="0"/>
                    <a:pt x="8" y="0"/>
                    <a:pt x="9" y="4"/>
                  </a:cubicBezTo>
                  <a:cubicBezTo>
                    <a:pt x="11" y="71"/>
                    <a:pt x="13" y="138"/>
                    <a:pt x="10" y="205"/>
                  </a:cubicBezTo>
                  <a:cubicBezTo>
                    <a:pt x="7" y="205"/>
                    <a:pt x="4" y="207"/>
                    <a:pt x="3" y="209"/>
                  </a:cubicBezTo>
                  <a:cubicBezTo>
                    <a:pt x="0" y="213"/>
                    <a:pt x="1" y="219"/>
                    <a:pt x="3" y="223"/>
                  </a:cubicBezTo>
                  <a:cubicBezTo>
                    <a:pt x="4" y="225"/>
                    <a:pt x="6" y="227"/>
                    <a:pt x="8" y="228"/>
                  </a:cubicBezTo>
                  <a:cubicBezTo>
                    <a:pt x="7" y="234"/>
                    <a:pt x="7" y="239"/>
                    <a:pt x="7" y="244"/>
                  </a:cubicBezTo>
                  <a:cubicBezTo>
                    <a:pt x="6" y="248"/>
                    <a:pt x="18" y="248"/>
                    <a:pt x="18" y="244"/>
                  </a:cubicBezTo>
                  <a:cubicBezTo>
                    <a:pt x="18" y="239"/>
                    <a:pt x="19" y="235"/>
                    <a:pt x="19" y="230"/>
                  </a:cubicBezTo>
                  <a:cubicBezTo>
                    <a:pt x="22" y="229"/>
                    <a:pt x="25" y="228"/>
                    <a:pt x="26" y="225"/>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19" name="Google Shape;619;p39"/>
            <p:cNvSpPr/>
            <p:nvPr/>
          </p:nvSpPr>
          <p:spPr>
            <a:xfrm>
              <a:off x="5049968" y="2528067"/>
              <a:ext cx="62185" cy="538917"/>
            </a:xfrm>
            <a:custGeom>
              <a:avLst/>
              <a:gdLst/>
              <a:ahLst/>
              <a:cxnLst/>
              <a:rect l="l" t="t" r="r" b="b"/>
              <a:pathLst>
                <a:path w="24" h="208" extrusionOk="0">
                  <a:moveTo>
                    <a:pt x="23" y="166"/>
                  </a:moveTo>
                  <a:cubicBezTo>
                    <a:pt x="22" y="165"/>
                    <a:pt x="22" y="163"/>
                    <a:pt x="21" y="162"/>
                  </a:cubicBezTo>
                  <a:cubicBezTo>
                    <a:pt x="20" y="161"/>
                    <a:pt x="19" y="160"/>
                    <a:pt x="18" y="160"/>
                  </a:cubicBezTo>
                  <a:cubicBezTo>
                    <a:pt x="17" y="108"/>
                    <a:pt x="16" y="56"/>
                    <a:pt x="17" y="4"/>
                  </a:cubicBezTo>
                  <a:cubicBezTo>
                    <a:pt x="17" y="0"/>
                    <a:pt x="6" y="0"/>
                    <a:pt x="6" y="4"/>
                  </a:cubicBezTo>
                  <a:cubicBezTo>
                    <a:pt x="5" y="57"/>
                    <a:pt x="5" y="109"/>
                    <a:pt x="6" y="162"/>
                  </a:cubicBezTo>
                  <a:cubicBezTo>
                    <a:pt x="0" y="165"/>
                    <a:pt x="1" y="174"/>
                    <a:pt x="7" y="178"/>
                  </a:cubicBezTo>
                  <a:cubicBezTo>
                    <a:pt x="7" y="186"/>
                    <a:pt x="7" y="195"/>
                    <a:pt x="7" y="204"/>
                  </a:cubicBezTo>
                  <a:cubicBezTo>
                    <a:pt x="8" y="208"/>
                    <a:pt x="19" y="208"/>
                    <a:pt x="19" y="204"/>
                  </a:cubicBezTo>
                  <a:cubicBezTo>
                    <a:pt x="19" y="195"/>
                    <a:pt x="18" y="187"/>
                    <a:pt x="18" y="179"/>
                  </a:cubicBezTo>
                  <a:cubicBezTo>
                    <a:pt x="20" y="178"/>
                    <a:pt x="22" y="176"/>
                    <a:pt x="23" y="174"/>
                  </a:cubicBezTo>
                  <a:cubicBezTo>
                    <a:pt x="23" y="173"/>
                    <a:pt x="23" y="173"/>
                    <a:pt x="23" y="173"/>
                  </a:cubicBezTo>
                  <a:cubicBezTo>
                    <a:pt x="24" y="171"/>
                    <a:pt x="24" y="168"/>
                    <a:pt x="23" y="16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0" name="Google Shape;620;p39"/>
            <p:cNvSpPr/>
            <p:nvPr/>
          </p:nvSpPr>
          <p:spPr>
            <a:xfrm>
              <a:off x="4338318" y="3951358"/>
              <a:ext cx="228006" cy="186550"/>
            </a:xfrm>
            <a:custGeom>
              <a:avLst/>
              <a:gdLst/>
              <a:ahLst/>
              <a:cxnLst/>
              <a:rect l="l" t="t" r="r" b="b"/>
              <a:pathLst>
                <a:path w="88" h="70" extrusionOk="0">
                  <a:moveTo>
                    <a:pt x="86" y="35"/>
                  </a:moveTo>
                  <a:cubicBezTo>
                    <a:pt x="85" y="37"/>
                    <a:pt x="83" y="38"/>
                    <a:pt x="81" y="39"/>
                  </a:cubicBezTo>
                  <a:cubicBezTo>
                    <a:pt x="70" y="48"/>
                    <a:pt x="58" y="57"/>
                    <a:pt x="46" y="65"/>
                  </a:cubicBezTo>
                  <a:cubicBezTo>
                    <a:pt x="45" y="65"/>
                    <a:pt x="44" y="65"/>
                    <a:pt x="44" y="66"/>
                  </a:cubicBezTo>
                  <a:cubicBezTo>
                    <a:pt x="41" y="68"/>
                    <a:pt x="38" y="69"/>
                    <a:pt x="35" y="70"/>
                  </a:cubicBezTo>
                  <a:cubicBezTo>
                    <a:pt x="24" y="63"/>
                    <a:pt x="16" y="52"/>
                    <a:pt x="11" y="40"/>
                  </a:cubicBezTo>
                  <a:cubicBezTo>
                    <a:pt x="6" y="30"/>
                    <a:pt x="2" y="18"/>
                    <a:pt x="0" y="7"/>
                  </a:cubicBezTo>
                  <a:cubicBezTo>
                    <a:pt x="0" y="6"/>
                    <a:pt x="1" y="5"/>
                    <a:pt x="2" y="3"/>
                  </a:cubicBezTo>
                  <a:cubicBezTo>
                    <a:pt x="2" y="3"/>
                    <a:pt x="3" y="2"/>
                    <a:pt x="4" y="1"/>
                  </a:cubicBezTo>
                  <a:cubicBezTo>
                    <a:pt x="5" y="0"/>
                    <a:pt x="6" y="0"/>
                    <a:pt x="7" y="0"/>
                  </a:cubicBezTo>
                  <a:cubicBezTo>
                    <a:pt x="12" y="0"/>
                    <a:pt x="17" y="3"/>
                    <a:pt x="21" y="5"/>
                  </a:cubicBezTo>
                  <a:cubicBezTo>
                    <a:pt x="27" y="9"/>
                    <a:pt x="34" y="12"/>
                    <a:pt x="40" y="15"/>
                  </a:cubicBezTo>
                  <a:cubicBezTo>
                    <a:pt x="46" y="17"/>
                    <a:pt x="52" y="20"/>
                    <a:pt x="58" y="21"/>
                  </a:cubicBezTo>
                  <a:cubicBezTo>
                    <a:pt x="63" y="22"/>
                    <a:pt x="67" y="22"/>
                    <a:pt x="72" y="23"/>
                  </a:cubicBezTo>
                  <a:cubicBezTo>
                    <a:pt x="75" y="23"/>
                    <a:pt x="77" y="24"/>
                    <a:pt x="80" y="25"/>
                  </a:cubicBezTo>
                  <a:cubicBezTo>
                    <a:pt x="82" y="26"/>
                    <a:pt x="84" y="28"/>
                    <a:pt x="87" y="28"/>
                  </a:cubicBezTo>
                  <a:cubicBezTo>
                    <a:pt x="88" y="30"/>
                    <a:pt x="87" y="33"/>
                    <a:pt x="86" y="35"/>
                  </a:cubicBezTo>
                  <a:close/>
                </a:path>
              </a:pathLst>
            </a:custGeom>
            <a:solidFill>
              <a:srgbClr val="A97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1" name="Google Shape;621;p39"/>
            <p:cNvSpPr/>
            <p:nvPr/>
          </p:nvSpPr>
          <p:spPr>
            <a:xfrm>
              <a:off x="4151771" y="3750989"/>
              <a:ext cx="255643" cy="179638"/>
            </a:xfrm>
            <a:custGeom>
              <a:avLst/>
              <a:gdLst/>
              <a:ahLst/>
              <a:cxnLst/>
              <a:rect l="l" t="t" r="r" b="b"/>
              <a:pathLst>
                <a:path w="99" h="69" extrusionOk="0">
                  <a:moveTo>
                    <a:pt x="23" y="69"/>
                  </a:moveTo>
                  <a:cubicBezTo>
                    <a:pt x="20" y="69"/>
                    <a:pt x="16" y="69"/>
                    <a:pt x="13" y="67"/>
                  </a:cubicBezTo>
                  <a:cubicBezTo>
                    <a:pt x="8" y="65"/>
                    <a:pt x="4" y="62"/>
                    <a:pt x="3" y="58"/>
                  </a:cubicBezTo>
                  <a:cubicBezTo>
                    <a:pt x="0" y="45"/>
                    <a:pt x="9" y="37"/>
                    <a:pt x="16" y="32"/>
                  </a:cubicBezTo>
                  <a:cubicBezTo>
                    <a:pt x="30" y="21"/>
                    <a:pt x="46" y="11"/>
                    <a:pt x="63" y="4"/>
                  </a:cubicBezTo>
                  <a:cubicBezTo>
                    <a:pt x="69" y="1"/>
                    <a:pt x="75" y="0"/>
                    <a:pt x="80" y="1"/>
                  </a:cubicBezTo>
                  <a:cubicBezTo>
                    <a:pt x="85" y="1"/>
                    <a:pt x="90" y="4"/>
                    <a:pt x="93" y="8"/>
                  </a:cubicBezTo>
                  <a:cubicBezTo>
                    <a:pt x="99" y="18"/>
                    <a:pt x="93" y="34"/>
                    <a:pt x="87" y="42"/>
                  </a:cubicBezTo>
                  <a:cubicBezTo>
                    <a:pt x="77" y="54"/>
                    <a:pt x="61" y="60"/>
                    <a:pt x="46" y="64"/>
                  </a:cubicBezTo>
                  <a:cubicBezTo>
                    <a:pt x="44" y="64"/>
                    <a:pt x="42" y="65"/>
                    <a:pt x="39" y="66"/>
                  </a:cubicBezTo>
                  <a:cubicBezTo>
                    <a:pt x="34" y="68"/>
                    <a:pt x="29" y="69"/>
                    <a:pt x="23" y="69"/>
                  </a:cubicBezTo>
                  <a:close/>
                  <a:moveTo>
                    <a:pt x="77" y="5"/>
                  </a:moveTo>
                  <a:cubicBezTo>
                    <a:pt x="74" y="5"/>
                    <a:pt x="69" y="6"/>
                    <a:pt x="65" y="8"/>
                  </a:cubicBezTo>
                  <a:cubicBezTo>
                    <a:pt x="49" y="15"/>
                    <a:pt x="33" y="25"/>
                    <a:pt x="19" y="35"/>
                  </a:cubicBezTo>
                  <a:cubicBezTo>
                    <a:pt x="9" y="43"/>
                    <a:pt x="6" y="49"/>
                    <a:pt x="8" y="57"/>
                  </a:cubicBezTo>
                  <a:cubicBezTo>
                    <a:pt x="9" y="60"/>
                    <a:pt x="12" y="62"/>
                    <a:pt x="15" y="63"/>
                  </a:cubicBezTo>
                  <a:cubicBezTo>
                    <a:pt x="23" y="66"/>
                    <a:pt x="30" y="64"/>
                    <a:pt x="38" y="61"/>
                  </a:cubicBezTo>
                  <a:cubicBezTo>
                    <a:pt x="40" y="61"/>
                    <a:pt x="43" y="60"/>
                    <a:pt x="45" y="59"/>
                  </a:cubicBezTo>
                  <a:cubicBezTo>
                    <a:pt x="59" y="56"/>
                    <a:pt x="74" y="50"/>
                    <a:pt x="83" y="39"/>
                  </a:cubicBezTo>
                  <a:cubicBezTo>
                    <a:pt x="88" y="32"/>
                    <a:pt x="93" y="18"/>
                    <a:pt x="89" y="11"/>
                  </a:cubicBezTo>
                  <a:cubicBezTo>
                    <a:pt x="87" y="7"/>
                    <a:pt x="84" y="6"/>
                    <a:pt x="79" y="5"/>
                  </a:cubicBezTo>
                  <a:cubicBezTo>
                    <a:pt x="79" y="5"/>
                    <a:pt x="78" y="5"/>
                    <a:pt x="77" y="5"/>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2" name="Google Shape;622;p39"/>
            <p:cNvSpPr/>
            <p:nvPr/>
          </p:nvSpPr>
          <p:spPr>
            <a:xfrm>
              <a:off x="4165591" y="3757901"/>
              <a:ext cx="241824" cy="172732"/>
            </a:xfrm>
            <a:custGeom>
              <a:avLst/>
              <a:gdLst/>
              <a:ahLst/>
              <a:cxnLst/>
              <a:rect l="l" t="t" r="r" b="b"/>
              <a:pathLst>
                <a:path w="93" h="68" extrusionOk="0">
                  <a:moveTo>
                    <a:pt x="77" y="1"/>
                  </a:moveTo>
                  <a:cubicBezTo>
                    <a:pt x="71" y="0"/>
                    <a:pt x="65" y="2"/>
                    <a:pt x="61" y="4"/>
                  </a:cubicBezTo>
                  <a:cubicBezTo>
                    <a:pt x="44" y="11"/>
                    <a:pt x="29" y="21"/>
                    <a:pt x="14" y="32"/>
                  </a:cubicBezTo>
                  <a:cubicBezTo>
                    <a:pt x="6" y="38"/>
                    <a:pt x="0" y="45"/>
                    <a:pt x="3" y="55"/>
                  </a:cubicBezTo>
                  <a:cubicBezTo>
                    <a:pt x="4" y="59"/>
                    <a:pt x="7" y="62"/>
                    <a:pt x="11" y="63"/>
                  </a:cubicBezTo>
                  <a:cubicBezTo>
                    <a:pt x="22" y="68"/>
                    <a:pt x="32" y="62"/>
                    <a:pt x="43" y="60"/>
                  </a:cubicBezTo>
                  <a:cubicBezTo>
                    <a:pt x="57" y="56"/>
                    <a:pt x="73" y="50"/>
                    <a:pt x="82" y="38"/>
                  </a:cubicBezTo>
                  <a:cubicBezTo>
                    <a:pt x="87" y="31"/>
                    <a:pt x="93" y="16"/>
                    <a:pt x="88" y="7"/>
                  </a:cubicBezTo>
                  <a:cubicBezTo>
                    <a:pt x="85" y="3"/>
                    <a:pt x="81" y="1"/>
                    <a:pt x="77" y="1"/>
                  </a:cubicBezTo>
                  <a:close/>
                </a:path>
              </a:pathLst>
            </a:custGeom>
            <a:solidFill>
              <a:srgbClr val="A97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3" name="Google Shape;623;p39"/>
            <p:cNvSpPr/>
            <p:nvPr/>
          </p:nvSpPr>
          <p:spPr>
            <a:xfrm>
              <a:off x="4317592" y="3536807"/>
              <a:ext cx="455700" cy="4557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4" name="Google Shape;624;p39"/>
            <p:cNvSpPr/>
            <p:nvPr/>
          </p:nvSpPr>
          <p:spPr>
            <a:xfrm>
              <a:off x="4296862" y="3744082"/>
              <a:ext cx="532012" cy="310916"/>
            </a:xfrm>
            <a:custGeom>
              <a:avLst/>
              <a:gdLst/>
              <a:ahLst/>
              <a:cxnLst/>
              <a:rect l="l" t="t" r="r" b="b"/>
              <a:pathLst>
                <a:path w="203" h="118" extrusionOk="0">
                  <a:moveTo>
                    <a:pt x="202" y="11"/>
                  </a:moveTo>
                  <a:cubicBezTo>
                    <a:pt x="202" y="7"/>
                    <a:pt x="200" y="3"/>
                    <a:pt x="195" y="1"/>
                  </a:cubicBezTo>
                  <a:cubicBezTo>
                    <a:pt x="190" y="0"/>
                    <a:pt x="186" y="2"/>
                    <a:pt x="182" y="6"/>
                  </a:cubicBezTo>
                  <a:cubicBezTo>
                    <a:pt x="179" y="8"/>
                    <a:pt x="177" y="12"/>
                    <a:pt x="175" y="16"/>
                  </a:cubicBezTo>
                  <a:cubicBezTo>
                    <a:pt x="170" y="13"/>
                    <a:pt x="164" y="13"/>
                    <a:pt x="159" y="15"/>
                  </a:cubicBezTo>
                  <a:cubicBezTo>
                    <a:pt x="153" y="17"/>
                    <a:pt x="149" y="23"/>
                    <a:pt x="146" y="29"/>
                  </a:cubicBezTo>
                  <a:cubicBezTo>
                    <a:pt x="142" y="36"/>
                    <a:pt x="139" y="43"/>
                    <a:pt x="136" y="50"/>
                  </a:cubicBezTo>
                  <a:cubicBezTo>
                    <a:pt x="133" y="58"/>
                    <a:pt x="130" y="65"/>
                    <a:pt x="127" y="73"/>
                  </a:cubicBezTo>
                  <a:cubicBezTo>
                    <a:pt x="126" y="76"/>
                    <a:pt x="125" y="79"/>
                    <a:pt x="124" y="82"/>
                  </a:cubicBezTo>
                  <a:cubicBezTo>
                    <a:pt x="122" y="82"/>
                    <a:pt x="119" y="82"/>
                    <a:pt x="117" y="82"/>
                  </a:cubicBezTo>
                  <a:cubicBezTo>
                    <a:pt x="118" y="75"/>
                    <a:pt x="119" y="68"/>
                    <a:pt x="120" y="62"/>
                  </a:cubicBezTo>
                  <a:cubicBezTo>
                    <a:pt x="121" y="55"/>
                    <a:pt x="123" y="44"/>
                    <a:pt x="116" y="39"/>
                  </a:cubicBezTo>
                  <a:cubicBezTo>
                    <a:pt x="113" y="36"/>
                    <a:pt x="107" y="36"/>
                    <a:pt x="102" y="37"/>
                  </a:cubicBezTo>
                  <a:cubicBezTo>
                    <a:pt x="97" y="39"/>
                    <a:pt x="94" y="43"/>
                    <a:pt x="92" y="48"/>
                  </a:cubicBezTo>
                  <a:cubicBezTo>
                    <a:pt x="87" y="57"/>
                    <a:pt x="83" y="67"/>
                    <a:pt x="81" y="78"/>
                  </a:cubicBezTo>
                  <a:cubicBezTo>
                    <a:pt x="81" y="80"/>
                    <a:pt x="80" y="83"/>
                    <a:pt x="78" y="84"/>
                  </a:cubicBezTo>
                  <a:cubicBezTo>
                    <a:pt x="77" y="84"/>
                    <a:pt x="76" y="84"/>
                    <a:pt x="75" y="84"/>
                  </a:cubicBezTo>
                  <a:cubicBezTo>
                    <a:pt x="74" y="84"/>
                    <a:pt x="73" y="84"/>
                    <a:pt x="71" y="84"/>
                  </a:cubicBezTo>
                  <a:cubicBezTo>
                    <a:pt x="69" y="84"/>
                    <a:pt x="66" y="85"/>
                    <a:pt x="63" y="85"/>
                  </a:cubicBezTo>
                  <a:cubicBezTo>
                    <a:pt x="59" y="79"/>
                    <a:pt x="54" y="73"/>
                    <a:pt x="49" y="68"/>
                  </a:cubicBezTo>
                  <a:cubicBezTo>
                    <a:pt x="42" y="60"/>
                    <a:pt x="35" y="51"/>
                    <a:pt x="26" y="47"/>
                  </a:cubicBezTo>
                  <a:cubicBezTo>
                    <a:pt x="22" y="46"/>
                    <a:pt x="19" y="45"/>
                    <a:pt x="16" y="46"/>
                  </a:cubicBezTo>
                  <a:cubicBezTo>
                    <a:pt x="0" y="50"/>
                    <a:pt x="12" y="71"/>
                    <a:pt x="16" y="80"/>
                  </a:cubicBezTo>
                  <a:cubicBezTo>
                    <a:pt x="23" y="94"/>
                    <a:pt x="33" y="108"/>
                    <a:pt x="49" y="114"/>
                  </a:cubicBezTo>
                  <a:cubicBezTo>
                    <a:pt x="54" y="116"/>
                    <a:pt x="59" y="117"/>
                    <a:pt x="64" y="117"/>
                  </a:cubicBezTo>
                  <a:cubicBezTo>
                    <a:pt x="65" y="117"/>
                    <a:pt x="65" y="117"/>
                    <a:pt x="66" y="118"/>
                  </a:cubicBezTo>
                  <a:cubicBezTo>
                    <a:pt x="72" y="118"/>
                    <a:pt x="79" y="118"/>
                    <a:pt x="86" y="118"/>
                  </a:cubicBezTo>
                  <a:cubicBezTo>
                    <a:pt x="100" y="118"/>
                    <a:pt x="113" y="118"/>
                    <a:pt x="126" y="116"/>
                  </a:cubicBezTo>
                  <a:cubicBezTo>
                    <a:pt x="138" y="113"/>
                    <a:pt x="150" y="109"/>
                    <a:pt x="160" y="101"/>
                  </a:cubicBezTo>
                  <a:cubicBezTo>
                    <a:pt x="167" y="97"/>
                    <a:pt x="170" y="89"/>
                    <a:pt x="174" y="82"/>
                  </a:cubicBezTo>
                  <a:cubicBezTo>
                    <a:pt x="179" y="73"/>
                    <a:pt x="184" y="63"/>
                    <a:pt x="188" y="54"/>
                  </a:cubicBezTo>
                  <a:cubicBezTo>
                    <a:pt x="192" y="45"/>
                    <a:pt x="196" y="35"/>
                    <a:pt x="200" y="25"/>
                  </a:cubicBezTo>
                  <a:cubicBezTo>
                    <a:pt x="201" y="21"/>
                    <a:pt x="203" y="16"/>
                    <a:pt x="202" y="11"/>
                  </a:cubicBezTo>
                  <a:close/>
                  <a:moveTo>
                    <a:pt x="34" y="101"/>
                  </a:moveTo>
                  <a:cubicBezTo>
                    <a:pt x="35" y="102"/>
                    <a:pt x="35" y="102"/>
                    <a:pt x="35" y="102"/>
                  </a:cubicBezTo>
                  <a:cubicBezTo>
                    <a:pt x="38" y="105"/>
                    <a:pt x="42" y="107"/>
                    <a:pt x="46" y="110"/>
                  </a:cubicBezTo>
                  <a:cubicBezTo>
                    <a:pt x="41" y="107"/>
                    <a:pt x="38" y="104"/>
                    <a:pt x="34" y="101"/>
                  </a:cubicBezTo>
                  <a:close/>
                </a:path>
              </a:pathLst>
            </a:custGeom>
            <a:solidFill>
              <a:srgbClr val="A97D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5" name="Google Shape;625;p39"/>
            <p:cNvSpPr/>
            <p:nvPr/>
          </p:nvSpPr>
          <p:spPr>
            <a:xfrm>
              <a:off x="4697596" y="3785537"/>
              <a:ext cx="62185" cy="76003"/>
            </a:xfrm>
            <a:custGeom>
              <a:avLst/>
              <a:gdLst/>
              <a:ahLst/>
              <a:cxnLst/>
              <a:rect l="l" t="t" r="r" b="b"/>
              <a:pathLst>
                <a:path w="24" h="29" extrusionOk="0">
                  <a:moveTo>
                    <a:pt x="24" y="5"/>
                  </a:moveTo>
                  <a:cubicBezTo>
                    <a:pt x="23" y="5"/>
                    <a:pt x="23" y="4"/>
                    <a:pt x="23" y="4"/>
                  </a:cubicBezTo>
                  <a:cubicBezTo>
                    <a:pt x="21" y="1"/>
                    <a:pt x="18" y="2"/>
                    <a:pt x="16" y="1"/>
                  </a:cubicBezTo>
                  <a:cubicBezTo>
                    <a:pt x="13" y="1"/>
                    <a:pt x="10" y="0"/>
                    <a:pt x="8" y="1"/>
                  </a:cubicBezTo>
                  <a:cubicBezTo>
                    <a:pt x="3" y="1"/>
                    <a:pt x="2" y="8"/>
                    <a:pt x="1" y="12"/>
                  </a:cubicBezTo>
                  <a:cubicBezTo>
                    <a:pt x="1" y="14"/>
                    <a:pt x="0" y="16"/>
                    <a:pt x="0" y="18"/>
                  </a:cubicBezTo>
                  <a:cubicBezTo>
                    <a:pt x="1" y="27"/>
                    <a:pt x="15" y="29"/>
                    <a:pt x="20" y="22"/>
                  </a:cubicBezTo>
                  <a:cubicBezTo>
                    <a:pt x="21" y="19"/>
                    <a:pt x="22" y="16"/>
                    <a:pt x="22" y="13"/>
                  </a:cubicBezTo>
                  <a:cubicBezTo>
                    <a:pt x="23" y="10"/>
                    <a:pt x="24" y="8"/>
                    <a:pt x="24" y="5"/>
                  </a:cubicBezTo>
                  <a:close/>
                </a:path>
              </a:pathLst>
            </a:custGeom>
            <a:solidFill>
              <a:srgbClr val="FFCE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6" name="Google Shape;626;p39"/>
            <p:cNvSpPr/>
            <p:nvPr/>
          </p:nvSpPr>
          <p:spPr>
            <a:xfrm>
              <a:off x="4773600" y="3750989"/>
              <a:ext cx="48367" cy="62185"/>
            </a:xfrm>
            <a:custGeom>
              <a:avLst/>
              <a:gdLst/>
              <a:ahLst/>
              <a:cxnLst/>
              <a:rect l="l" t="t" r="r" b="b"/>
              <a:pathLst>
                <a:path w="18" h="24" extrusionOk="0">
                  <a:moveTo>
                    <a:pt x="1" y="12"/>
                  </a:moveTo>
                  <a:cubicBezTo>
                    <a:pt x="0" y="14"/>
                    <a:pt x="0" y="16"/>
                    <a:pt x="0" y="18"/>
                  </a:cubicBezTo>
                  <a:cubicBezTo>
                    <a:pt x="0" y="22"/>
                    <a:pt x="4" y="24"/>
                    <a:pt x="7" y="24"/>
                  </a:cubicBezTo>
                  <a:cubicBezTo>
                    <a:pt x="13" y="23"/>
                    <a:pt x="15" y="18"/>
                    <a:pt x="17" y="13"/>
                  </a:cubicBezTo>
                  <a:cubicBezTo>
                    <a:pt x="18" y="10"/>
                    <a:pt x="18" y="8"/>
                    <a:pt x="17" y="5"/>
                  </a:cubicBezTo>
                  <a:cubicBezTo>
                    <a:pt x="16" y="1"/>
                    <a:pt x="12" y="0"/>
                    <a:pt x="8" y="0"/>
                  </a:cubicBezTo>
                  <a:cubicBezTo>
                    <a:pt x="7" y="0"/>
                    <a:pt x="7" y="0"/>
                    <a:pt x="6" y="1"/>
                  </a:cubicBezTo>
                  <a:cubicBezTo>
                    <a:pt x="6" y="1"/>
                    <a:pt x="6" y="1"/>
                    <a:pt x="5" y="2"/>
                  </a:cubicBezTo>
                  <a:cubicBezTo>
                    <a:pt x="4" y="5"/>
                    <a:pt x="3" y="8"/>
                    <a:pt x="2" y="11"/>
                  </a:cubicBezTo>
                  <a:cubicBezTo>
                    <a:pt x="1" y="11"/>
                    <a:pt x="1" y="12"/>
                    <a:pt x="1" y="12"/>
                  </a:cubicBezTo>
                  <a:close/>
                </a:path>
              </a:pathLst>
            </a:custGeom>
            <a:solidFill>
              <a:srgbClr val="FFCE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7" name="Google Shape;627;p39"/>
            <p:cNvSpPr/>
            <p:nvPr/>
          </p:nvSpPr>
          <p:spPr>
            <a:xfrm>
              <a:off x="4545594" y="3861536"/>
              <a:ext cx="62185" cy="48366"/>
            </a:xfrm>
            <a:custGeom>
              <a:avLst/>
              <a:gdLst/>
              <a:ahLst/>
              <a:cxnLst/>
              <a:rect l="l" t="t" r="r" b="b"/>
              <a:pathLst>
                <a:path w="24" h="19" extrusionOk="0">
                  <a:moveTo>
                    <a:pt x="16" y="18"/>
                  </a:moveTo>
                  <a:cubicBezTo>
                    <a:pt x="22" y="16"/>
                    <a:pt x="24" y="9"/>
                    <a:pt x="23" y="3"/>
                  </a:cubicBezTo>
                  <a:cubicBezTo>
                    <a:pt x="23" y="2"/>
                    <a:pt x="23" y="2"/>
                    <a:pt x="23" y="2"/>
                  </a:cubicBezTo>
                  <a:cubicBezTo>
                    <a:pt x="22" y="1"/>
                    <a:pt x="22" y="1"/>
                    <a:pt x="22" y="1"/>
                  </a:cubicBezTo>
                  <a:cubicBezTo>
                    <a:pt x="18" y="0"/>
                    <a:pt x="15" y="0"/>
                    <a:pt x="11" y="0"/>
                  </a:cubicBezTo>
                  <a:cubicBezTo>
                    <a:pt x="9" y="0"/>
                    <a:pt x="7" y="0"/>
                    <a:pt x="5" y="0"/>
                  </a:cubicBezTo>
                  <a:cubicBezTo>
                    <a:pt x="1" y="1"/>
                    <a:pt x="0" y="4"/>
                    <a:pt x="1" y="8"/>
                  </a:cubicBezTo>
                  <a:cubicBezTo>
                    <a:pt x="1" y="10"/>
                    <a:pt x="1" y="12"/>
                    <a:pt x="1" y="14"/>
                  </a:cubicBezTo>
                  <a:cubicBezTo>
                    <a:pt x="3" y="17"/>
                    <a:pt x="5" y="18"/>
                    <a:pt x="8" y="19"/>
                  </a:cubicBezTo>
                  <a:cubicBezTo>
                    <a:pt x="11" y="19"/>
                    <a:pt x="14" y="19"/>
                    <a:pt x="16" y="18"/>
                  </a:cubicBezTo>
                  <a:close/>
                </a:path>
              </a:pathLst>
            </a:custGeom>
            <a:solidFill>
              <a:srgbClr val="FFCE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8" name="Google Shape;628;p39"/>
            <p:cNvSpPr/>
            <p:nvPr/>
          </p:nvSpPr>
          <p:spPr>
            <a:xfrm>
              <a:off x="4317592" y="3882266"/>
              <a:ext cx="55274" cy="55273"/>
            </a:xfrm>
            <a:custGeom>
              <a:avLst/>
              <a:gdLst/>
              <a:ahLst/>
              <a:cxnLst/>
              <a:rect l="l" t="t" r="r" b="b"/>
              <a:pathLst>
                <a:path w="22" h="21" extrusionOk="0">
                  <a:moveTo>
                    <a:pt x="16" y="21"/>
                  </a:moveTo>
                  <a:cubicBezTo>
                    <a:pt x="17" y="21"/>
                    <a:pt x="17" y="21"/>
                    <a:pt x="18" y="20"/>
                  </a:cubicBezTo>
                  <a:cubicBezTo>
                    <a:pt x="20" y="19"/>
                    <a:pt x="22" y="16"/>
                    <a:pt x="22" y="13"/>
                  </a:cubicBezTo>
                  <a:cubicBezTo>
                    <a:pt x="22" y="10"/>
                    <a:pt x="21" y="8"/>
                    <a:pt x="20" y="5"/>
                  </a:cubicBezTo>
                  <a:cubicBezTo>
                    <a:pt x="20" y="4"/>
                    <a:pt x="20" y="3"/>
                    <a:pt x="19" y="3"/>
                  </a:cubicBezTo>
                  <a:cubicBezTo>
                    <a:pt x="16" y="0"/>
                    <a:pt x="9" y="1"/>
                    <a:pt x="6" y="1"/>
                  </a:cubicBezTo>
                  <a:cubicBezTo>
                    <a:pt x="5" y="1"/>
                    <a:pt x="3" y="1"/>
                    <a:pt x="2" y="2"/>
                  </a:cubicBezTo>
                  <a:cubicBezTo>
                    <a:pt x="2" y="2"/>
                    <a:pt x="1" y="3"/>
                    <a:pt x="1" y="3"/>
                  </a:cubicBezTo>
                  <a:cubicBezTo>
                    <a:pt x="0" y="8"/>
                    <a:pt x="2" y="12"/>
                    <a:pt x="5" y="16"/>
                  </a:cubicBezTo>
                  <a:cubicBezTo>
                    <a:pt x="5" y="17"/>
                    <a:pt x="6" y="18"/>
                    <a:pt x="7" y="19"/>
                  </a:cubicBezTo>
                  <a:cubicBezTo>
                    <a:pt x="7" y="19"/>
                    <a:pt x="8" y="20"/>
                    <a:pt x="10" y="20"/>
                  </a:cubicBezTo>
                  <a:cubicBezTo>
                    <a:pt x="12" y="21"/>
                    <a:pt x="14" y="21"/>
                    <a:pt x="16" y="21"/>
                  </a:cubicBezTo>
                  <a:close/>
                </a:path>
              </a:pathLst>
            </a:custGeom>
            <a:solidFill>
              <a:srgbClr val="FFCEB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9" name="Google Shape;629;p39"/>
            <p:cNvSpPr/>
            <p:nvPr/>
          </p:nvSpPr>
          <p:spPr>
            <a:xfrm>
              <a:off x="4372866" y="3598987"/>
              <a:ext cx="331643" cy="262549"/>
            </a:xfrm>
            <a:custGeom>
              <a:avLst/>
              <a:gdLst/>
              <a:ahLst/>
              <a:cxnLst/>
              <a:rect l="l" t="t" r="r" b="b"/>
              <a:pathLst>
                <a:path w="125" h="102" extrusionOk="0">
                  <a:moveTo>
                    <a:pt x="125" y="0"/>
                  </a:moveTo>
                  <a:cubicBezTo>
                    <a:pt x="124" y="0"/>
                    <a:pt x="123" y="0"/>
                    <a:pt x="122" y="0"/>
                  </a:cubicBezTo>
                  <a:cubicBezTo>
                    <a:pt x="101" y="5"/>
                    <a:pt x="81" y="16"/>
                    <a:pt x="62" y="29"/>
                  </a:cubicBezTo>
                  <a:cubicBezTo>
                    <a:pt x="46" y="41"/>
                    <a:pt x="30" y="54"/>
                    <a:pt x="18" y="70"/>
                  </a:cubicBezTo>
                  <a:cubicBezTo>
                    <a:pt x="11" y="80"/>
                    <a:pt x="5" y="89"/>
                    <a:pt x="1" y="100"/>
                  </a:cubicBezTo>
                  <a:cubicBezTo>
                    <a:pt x="0" y="101"/>
                    <a:pt x="4" y="102"/>
                    <a:pt x="4" y="101"/>
                  </a:cubicBezTo>
                  <a:cubicBezTo>
                    <a:pt x="11" y="82"/>
                    <a:pt x="24" y="66"/>
                    <a:pt x="38" y="52"/>
                  </a:cubicBezTo>
                  <a:cubicBezTo>
                    <a:pt x="46" y="45"/>
                    <a:pt x="53" y="38"/>
                    <a:pt x="62" y="33"/>
                  </a:cubicBezTo>
                  <a:cubicBezTo>
                    <a:pt x="71" y="26"/>
                    <a:pt x="80" y="20"/>
                    <a:pt x="89" y="15"/>
                  </a:cubicBezTo>
                  <a:cubicBezTo>
                    <a:pt x="100" y="9"/>
                    <a:pt x="112" y="4"/>
                    <a:pt x="124" y="2"/>
                  </a:cubicBezTo>
                  <a:cubicBezTo>
                    <a:pt x="125" y="1"/>
                    <a:pt x="125" y="1"/>
                    <a:pt x="125" y="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0" name="Google Shape;630;p39"/>
            <p:cNvSpPr/>
            <p:nvPr/>
          </p:nvSpPr>
          <p:spPr>
            <a:xfrm>
              <a:off x="4421228" y="3626624"/>
              <a:ext cx="269461" cy="269460"/>
            </a:xfrm>
            <a:custGeom>
              <a:avLst/>
              <a:gdLst/>
              <a:ahLst/>
              <a:cxnLst/>
              <a:rect l="l" t="t" r="r" b="b"/>
              <a:pathLst>
                <a:path w="103" h="103" extrusionOk="0">
                  <a:moveTo>
                    <a:pt x="103" y="0"/>
                  </a:moveTo>
                  <a:cubicBezTo>
                    <a:pt x="102" y="0"/>
                    <a:pt x="101" y="0"/>
                    <a:pt x="100" y="0"/>
                  </a:cubicBezTo>
                  <a:cubicBezTo>
                    <a:pt x="82" y="6"/>
                    <a:pt x="65" y="16"/>
                    <a:pt x="50" y="28"/>
                  </a:cubicBezTo>
                  <a:cubicBezTo>
                    <a:pt x="36" y="40"/>
                    <a:pt x="23" y="55"/>
                    <a:pt x="14" y="72"/>
                  </a:cubicBezTo>
                  <a:cubicBezTo>
                    <a:pt x="8" y="82"/>
                    <a:pt x="4" y="92"/>
                    <a:pt x="0" y="102"/>
                  </a:cubicBezTo>
                  <a:cubicBezTo>
                    <a:pt x="0" y="103"/>
                    <a:pt x="3" y="103"/>
                    <a:pt x="4" y="102"/>
                  </a:cubicBezTo>
                  <a:cubicBezTo>
                    <a:pt x="9" y="84"/>
                    <a:pt x="19" y="67"/>
                    <a:pt x="30" y="53"/>
                  </a:cubicBezTo>
                  <a:cubicBezTo>
                    <a:pt x="42" y="38"/>
                    <a:pt x="57" y="25"/>
                    <a:pt x="73" y="15"/>
                  </a:cubicBezTo>
                  <a:cubicBezTo>
                    <a:pt x="82" y="10"/>
                    <a:pt x="92" y="5"/>
                    <a:pt x="102" y="2"/>
                  </a:cubicBezTo>
                  <a:cubicBezTo>
                    <a:pt x="103" y="1"/>
                    <a:pt x="103" y="1"/>
                    <a:pt x="103" y="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1" name="Google Shape;631;p39"/>
            <p:cNvSpPr/>
            <p:nvPr/>
          </p:nvSpPr>
          <p:spPr>
            <a:xfrm>
              <a:off x="4573231" y="3661172"/>
              <a:ext cx="158914" cy="165821"/>
            </a:xfrm>
            <a:custGeom>
              <a:avLst/>
              <a:gdLst/>
              <a:ahLst/>
              <a:cxnLst/>
              <a:rect l="l" t="t" r="r" b="b"/>
              <a:pathLst>
                <a:path w="60" h="65" extrusionOk="0">
                  <a:moveTo>
                    <a:pt x="59" y="1"/>
                  </a:moveTo>
                  <a:cubicBezTo>
                    <a:pt x="59" y="0"/>
                    <a:pt x="58" y="0"/>
                    <a:pt x="57" y="1"/>
                  </a:cubicBezTo>
                  <a:cubicBezTo>
                    <a:pt x="37" y="11"/>
                    <a:pt x="20" y="27"/>
                    <a:pt x="9" y="46"/>
                  </a:cubicBezTo>
                  <a:cubicBezTo>
                    <a:pt x="6" y="52"/>
                    <a:pt x="3" y="58"/>
                    <a:pt x="1" y="64"/>
                  </a:cubicBezTo>
                  <a:cubicBezTo>
                    <a:pt x="0" y="65"/>
                    <a:pt x="4" y="65"/>
                    <a:pt x="4" y="64"/>
                  </a:cubicBezTo>
                  <a:cubicBezTo>
                    <a:pt x="12" y="43"/>
                    <a:pt x="26" y="25"/>
                    <a:pt x="43" y="12"/>
                  </a:cubicBezTo>
                  <a:cubicBezTo>
                    <a:pt x="48" y="8"/>
                    <a:pt x="54" y="5"/>
                    <a:pt x="59" y="2"/>
                  </a:cubicBezTo>
                  <a:cubicBezTo>
                    <a:pt x="60" y="2"/>
                    <a:pt x="60" y="1"/>
                    <a:pt x="59" y="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2" name="Google Shape;632;p39"/>
            <p:cNvSpPr/>
            <p:nvPr/>
          </p:nvSpPr>
          <p:spPr>
            <a:xfrm>
              <a:off x="4359047" y="3633535"/>
              <a:ext cx="103640" cy="82910"/>
            </a:xfrm>
            <a:custGeom>
              <a:avLst/>
              <a:gdLst/>
              <a:ahLst/>
              <a:cxnLst/>
              <a:rect l="l" t="t" r="r" b="b"/>
              <a:pathLst>
                <a:path w="40" h="31" extrusionOk="0">
                  <a:moveTo>
                    <a:pt x="39" y="29"/>
                  </a:moveTo>
                  <a:cubicBezTo>
                    <a:pt x="29" y="18"/>
                    <a:pt x="17" y="9"/>
                    <a:pt x="4" y="1"/>
                  </a:cubicBezTo>
                  <a:cubicBezTo>
                    <a:pt x="3" y="0"/>
                    <a:pt x="0" y="1"/>
                    <a:pt x="1" y="2"/>
                  </a:cubicBezTo>
                  <a:cubicBezTo>
                    <a:pt x="14" y="10"/>
                    <a:pt x="26" y="19"/>
                    <a:pt x="36" y="30"/>
                  </a:cubicBezTo>
                  <a:cubicBezTo>
                    <a:pt x="37" y="31"/>
                    <a:pt x="40" y="31"/>
                    <a:pt x="39" y="29"/>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3" name="Google Shape;633;p39"/>
            <p:cNvSpPr/>
            <p:nvPr/>
          </p:nvSpPr>
          <p:spPr>
            <a:xfrm>
              <a:off x="4393591" y="3612806"/>
              <a:ext cx="82910" cy="62185"/>
            </a:xfrm>
            <a:custGeom>
              <a:avLst/>
              <a:gdLst/>
              <a:ahLst/>
              <a:cxnLst/>
              <a:rect l="l" t="t" r="r" b="b"/>
              <a:pathLst>
                <a:path w="33" h="24" extrusionOk="0">
                  <a:moveTo>
                    <a:pt x="32" y="23"/>
                  </a:moveTo>
                  <a:cubicBezTo>
                    <a:pt x="27" y="18"/>
                    <a:pt x="23" y="14"/>
                    <a:pt x="18" y="10"/>
                  </a:cubicBezTo>
                  <a:cubicBezTo>
                    <a:pt x="13" y="6"/>
                    <a:pt x="8" y="2"/>
                    <a:pt x="3" y="0"/>
                  </a:cubicBezTo>
                  <a:cubicBezTo>
                    <a:pt x="2" y="0"/>
                    <a:pt x="1" y="0"/>
                    <a:pt x="0" y="1"/>
                  </a:cubicBezTo>
                  <a:cubicBezTo>
                    <a:pt x="0" y="1"/>
                    <a:pt x="1" y="2"/>
                    <a:pt x="1" y="2"/>
                  </a:cubicBezTo>
                  <a:cubicBezTo>
                    <a:pt x="7" y="4"/>
                    <a:pt x="11" y="8"/>
                    <a:pt x="15" y="12"/>
                  </a:cubicBezTo>
                  <a:cubicBezTo>
                    <a:pt x="20" y="16"/>
                    <a:pt x="25" y="20"/>
                    <a:pt x="29" y="24"/>
                  </a:cubicBezTo>
                  <a:cubicBezTo>
                    <a:pt x="30" y="24"/>
                    <a:pt x="33" y="24"/>
                    <a:pt x="32" y="23"/>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4" name="Google Shape;634;p39"/>
            <p:cNvSpPr/>
            <p:nvPr/>
          </p:nvSpPr>
          <p:spPr>
            <a:xfrm>
              <a:off x="4517957" y="3557532"/>
              <a:ext cx="76003" cy="62185"/>
            </a:xfrm>
            <a:custGeom>
              <a:avLst/>
              <a:gdLst/>
              <a:ahLst/>
              <a:cxnLst/>
              <a:rect l="l" t="t" r="r" b="b"/>
              <a:pathLst>
                <a:path w="28" h="23" extrusionOk="0">
                  <a:moveTo>
                    <a:pt x="28" y="21"/>
                  </a:moveTo>
                  <a:cubicBezTo>
                    <a:pt x="22" y="12"/>
                    <a:pt x="13" y="6"/>
                    <a:pt x="4" y="0"/>
                  </a:cubicBezTo>
                  <a:cubicBezTo>
                    <a:pt x="3" y="0"/>
                    <a:pt x="0" y="1"/>
                    <a:pt x="2" y="2"/>
                  </a:cubicBezTo>
                  <a:cubicBezTo>
                    <a:pt x="10" y="7"/>
                    <a:pt x="19" y="13"/>
                    <a:pt x="24" y="22"/>
                  </a:cubicBezTo>
                  <a:cubicBezTo>
                    <a:pt x="25" y="23"/>
                    <a:pt x="28" y="22"/>
                    <a:pt x="28" y="21"/>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5" name="Google Shape;635;p39"/>
            <p:cNvSpPr/>
            <p:nvPr/>
          </p:nvSpPr>
          <p:spPr>
            <a:xfrm>
              <a:off x="4690689" y="3785537"/>
              <a:ext cx="76004" cy="214186"/>
            </a:xfrm>
            <a:custGeom>
              <a:avLst/>
              <a:gdLst/>
              <a:ahLst/>
              <a:cxnLst/>
              <a:rect l="l" t="t" r="r" b="b"/>
              <a:pathLst>
                <a:path w="29" h="82" extrusionOk="0">
                  <a:moveTo>
                    <a:pt x="24" y="1"/>
                  </a:moveTo>
                  <a:cubicBezTo>
                    <a:pt x="24" y="0"/>
                    <a:pt x="23" y="0"/>
                    <a:pt x="22" y="0"/>
                  </a:cubicBezTo>
                  <a:cubicBezTo>
                    <a:pt x="21" y="0"/>
                    <a:pt x="21" y="1"/>
                    <a:pt x="21" y="2"/>
                  </a:cubicBezTo>
                  <a:cubicBezTo>
                    <a:pt x="25" y="5"/>
                    <a:pt x="24" y="11"/>
                    <a:pt x="23" y="15"/>
                  </a:cubicBezTo>
                  <a:cubicBezTo>
                    <a:pt x="22" y="21"/>
                    <a:pt x="20" y="26"/>
                    <a:pt x="19" y="32"/>
                  </a:cubicBezTo>
                  <a:cubicBezTo>
                    <a:pt x="15" y="42"/>
                    <a:pt x="12" y="53"/>
                    <a:pt x="8" y="63"/>
                  </a:cubicBezTo>
                  <a:cubicBezTo>
                    <a:pt x="5" y="69"/>
                    <a:pt x="3" y="75"/>
                    <a:pt x="1" y="80"/>
                  </a:cubicBezTo>
                  <a:cubicBezTo>
                    <a:pt x="0" y="82"/>
                    <a:pt x="4" y="82"/>
                    <a:pt x="4" y="81"/>
                  </a:cubicBezTo>
                  <a:cubicBezTo>
                    <a:pt x="12" y="60"/>
                    <a:pt x="21" y="38"/>
                    <a:pt x="27" y="16"/>
                  </a:cubicBezTo>
                  <a:cubicBezTo>
                    <a:pt x="28" y="11"/>
                    <a:pt x="29" y="5"/>
                    <a:pt x="24" y="1"/>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6" name="Google Shape;636;p39"/>
            <p:cNvSpPr/>
            <p:nvPr/>
          </p:nvSpPr>
          <p:spPr>
            <a:xfrm>
              <a:off x="4607779" y="3958265"/>
              <a:ext cx="20730" cy="34548"/>
            </a:xfrm>
            <a:custGeom>
              <a:avLst/>
              <a:gdLst/>
              <a:ahLst/>
              <a:cxnLst/>
              <a:rect l="l" t="t" r="r" b="b"/>
              <a:pathLst>
                <a:path w="8" h="14" extrusionOk="0">
                  <a:moveTo>
                    <a:pt x="4" y="1"/>
                  </a:moveTo>
                  <a:cubicBezTo>
                    <a:pt x="3" y="5"/>
                    <a:pt x="1" y="9"/>
                    <a:pt x="0" y="13"/>
                  </a:cubicBezTo>
                  <a:cubicBezTo>
                    <a:pt x="0" y="14"/>
                    <a:pt x="1" y="14"/>
                    <a:pt x="1" y="14"/>
                  </a:cubicBezTo>
                  <a:cubicBezTo>
                    <a:pt x="2" y="14"/>
                    <a:pt x="3" y="14"/>
                    <a:pt x="3" y="14"/>
                  </a:cubicBezTo>
                  <a:cubicBezTo>
                    <a:pt x="5" y="10"/>
                    <a:pt x="6" y="5"/>
                    <a:pt x="8" y="1"/>
                  </a:cubicBezTo>
                  <a:cubicBezTo>
                    <a:pt x="8" y="0"/>
                    <a:pt x="5" y="0"/>
                    <a:pt x="4" y="1"/>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7" name="Google Shape;637;p39"/>
            <p:cNvSpPr/>
            <p:nvPr/>
          </p:nvSpPr>
          <p:spPr>
            <a:xfrm>
              <a:off x="4587049" y="3958265"/>
              <a:ext cx="20730" cy="27637"/>
            </a:xfrm>
            <a:custGeom>
              <a:avLst/>
              <a:gdLst/>
              <a:ahLst/>
              <a:cxnLst/>
              <a:rect l="l" t="t" r="r" b="b"/>
              <a:pathLst>
                <a:path w="6" h="11" extrusionOk="0">
                  <a:moveTo>
                    <a:pt x="5" y="0"/>
                  </a:moveTo>
                  <a:cubicBezTo>
                    <a:pt x="4" y="0"/>
                    <a:pt x="4" y="0"/>
                    <a:pt x="3" y="1"/>
                  </a:cubicBezTo>
                  <a:cubicBezTo>
                    <a:pt x="3" y="1"/>
                    <a:pt x="3" y="1"/>
                    <a:pt x="3" y="1"/>
                  </a:cubicBezTo>
                  <a:cubicBezTo>
                    <a:pt x="2" y="4"/>
                    <a:pt x="1" y="7"/>
                    <a:pt x="0" y="10"/>
                  </a:cubicBezTo>
                  <a:cubicBezTo>
                    <a:pt x="1" y="11"/>
                    <a:pt x="1" y="11"/>
                    <a:pt x="1" y="11"/>
                  </a:cubicBezTo>
                  <a:cubicBezTo>
                    <a:pt x="1" y="11"/>
                    <a:pt x="2" y="11"/>
                    <a:pt x="2" y="11"/>
                  </a:cubicBezTo>
                  <a:cubicBezTo>
                    <a:pt x="3" y="11"/>
                    <a:pt x="4" y="11"/>
                    <a:pt x="4" y="10"/>
                  </a:cubicBezTo>
                  <a:cubicBezTo>
                    <a:pt x="4" y="7"/>
                    <a:pt x="5" y="4"/>
                    <a:pt x="6" y="2"/>
                  </a:cubicBezTo>
                  <a:cubicBezTo>
                    <a:pt x="6" y="1"/>
                    <a:pt x="5" y="1"/>
                    <a:pt x="5" y="0"/>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8" name="Google Shape;638;p39"/>
            <p:cNvSpPr/>
            <p:nvPr/>
          </p:nvSpPr>
          <p:spPr>
            <a:xfrm>
              <a:off x="4490320" y="3958265"/>
              <a:ext cx="20730" cy="34548"/>
            </a:xfrm>
            <a:custGeom>
              <a:avLst/>
              <a:gdLst/>
              <a:ahLst/>
              <a:cxnLst/>
              <a:rect l="l" t="t" r="r" b="b"/>
              <a:pathLst>
                <a:path w="7" h="13" extrusionOk="0">
                  <a:moveTo>
                    <a:pt x="6" y="0"/>
                  </a:moveTo>
                  <a:cubicBezTo>
                    <a:pt x="5" y="0"/>
                    <a:pt x="4" y="0"/>
                    <a:pt x="4" y="0"/>
                  </a:cubicBezTo>
                  <a:cubicBezTo>
                    <a:pt x="3" y="4"/>
                    <a:pt x="2" y="8"/>
                    <a:pt x="0" y="11"/>
                  </a:cubicBezTo>
                  <a:cubicBezTo>
                    <a:pt x="0" y="12"/>
                    <a:pt x="1" y="12"/>
                    <a:pt x="2" y="13"/>
                  </a:cubicBezTo>
                  <a:cubicBezTo>
                    <a:pt x="2" y="13"/>
                    <a:pt x="3" y="13"/>
                    <a:pt x="4" y="12"/>
                  </a:cubicBezTo>
                  <a:cubicBezTo>
                    <a:pt x="5" y="8"/>
                    <a:pt x="6" y="4"/>
                    <a:pt x="7" y="1"/>
                  </a:cubicBezTo>
                  <a:cubicBezTo>
                    <a:pt x="7" y="0"/>
                    <a:pt x="7" y="0"/>
                    <a:pt x="6" y="0"/>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9" name="Google Shape;639;p39"/>
            <p:cNvSpPr/>
            <p:nvPr/>
          </p:nvSpPr>
          <p:spPr>
            <a:xfrm>
              <a:off x="4462683" y="3965176"/>
              <a:ext cx="13818" cy="20730"/>
            </a:xfrm>
            <a:custGeom>
              <a:avLst/>
              <a:gdLst/>
              <a:ahLst/>
              <a:cxnLst/>
              <a:rect l="l" t="t" r="r" b="b"/>
              <a:pathLst>
                <a:path w="7" h="8" extrusionOk="0">
                  <a:moveTo>
                    <a:pt x="7" y="7"/>
                  </a:moveTo>
                  <a:cubicBezTo>
                    <a:pt x="6" y="5"/>
                    <a:pt x="5" y="3"/>
                    <a:pt x="4" y="1"/>
                  </a:cubicBezTo>
                  <a:cubicBezTo>
                    <a:pt x="3" y="1"/>
                    <a:pt x="2" y="0"/>
                    <a:pt x="2" y="1"/>
                  </a:cubicBezTo>
                  <a:cubicBezTo>
                    <a:pt x="1" y="1"/>
                    <a:pt x="0" y="1"/>
                    <a:pt x="1" y="2"/>
                  </a:cubicBezTo>
                  <a:cubicBezTo>
                    <a:pt x="2" y="3"/>
                    <a:pt x="3" y="5"/>
                    <a:pt x="4" y="7"/>
                  </a:cubicBezTo>
                  <a:cubicBezTo>
                    <a:pt x="4" y="8"/>
                    <a:pt x="5" y="8"/>
                    <a:pt x="6" y="8"/>
                  </a:cubicBezTo>
                  <a:cubicBezTo>
                    <a:pt x="6" y="8"/>
                    <a:pt x="7" y="7"/>
                    <a:pt x="7" y="7"/>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0" name="Google Shape;640;p39"/>
            <p:cNvSpPr/>
            <p:nvPr/>
          </p:nvSpPr>
          <p:spPr>
            <a:xfrm>
              <a:off x="4345229" y="3958265"/>
              <a:ext cx="207276" cy="96729"/>
            </a:xfrm>
            <a:custGeom>
              <a:avLst/>
              <a:gdLst/>
              <a:ahLst/>
              <a:cxnLst/>
              <a:rect l="l" t="t" r="r" b="b"/>
              <a:pathLst>
                <a:path w="80" h="37" extrusionOk="0">
                  <a:moveTo>
                    <a:pt x="80" y="34"/>
                  </a:moveTo>
                  <a:cubicBezTo>
                    <a:pt x="80" y="34"/>
                    <a:pt x="78" y="34"/>
                    <a:pt x="78" y="34"/>
                  </a:cubicBezTo>
                  <a:cubicBezTo>
                    <a:pt x="66" y="34"/>
                    <a:pt x="54" y="36"/>
                    <a:pt x="43" y="34"/>
                  </a:cubicBezTo>
                  <a:cubicBezTo>
                    <a:pt x="32" y="32"/>
                    <a:pt x="23" y="25"/>
                    <a:pt x="16" y="17"/>
                  </a:cubicBezTo>
                  <a:cubicBezTo>
                    <a:pt x="11" y="12"/>
                    <a:pt x="7" y="6"/>
                    <a:pt x="4" y="1"/>
                  </a:cubicBezTo>
                  <a:cubicBezTo>
                    <a:pt x="3" y="0"/>
                    <a:pt x="0" y="0"/>
                    <a:pt x="0" y="1"/>
                  </a:cubicBezTo>
                  <a:cubicBezTo>
                    <a:pt x="7" y="11"/>
                    <a:pt x="14" y="21"/>
                    <a:pt x="24" y="28"/>
                  </a:cubicBezTo>
                  <a:cubicBezTo>
                    <a:pt x="29" y="31"/>
                    <a:pt x="34" y="34"/>
                    <a:pt x="40" y="35"/>
                  </a:cubicBezTo>
                  <a:cubicBezTo>
                    <a:pt x="46" y="36"/>
                    <a:pt x="52" y="37"/>
                    <a:pt x="57" y="37"/>
                  </a:cubicBezTo>
                  <a:cubicBezTo>
                    <a:pt x="65" y="37"/>
                    <a:pt x="72" y="36"/>
                    <a:pt x="79" y="35"/>
                  </a:cubicBezTo>
                  <a:cubicBezTo>
                    <a:pt x="79" y="35"/>
                    <a:pt x="80" y="35"/>
                    <a:pt x="80" y="34"/>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1" name="Google Shape;641;p39"/>
            <p:cNvSpPr/>
            <p:nvPr/>
          </p:nvSpPr>
          <p:spPr>
            <a:xfrm>
              <a:off x="4310681" y="3861536"/>
              <a:ext cx="27637" cy="27637"/>
            </a:xfrm>
            <a:custGeom>
              <a:avLst/>
              <a:gdLst/>
              <a:ahLst/>
              <a:cxnLst/>
              <a:rect l="l" t="t" r="r" b="b"/>
              <a:pathLst>
                <a:path w="10" h="10" extrusionOk="0">
                  <a:moveTo>
                    <a:pt x="8" y="0"/>
                  </a:moveTo>
                  <a:cubicBezTo>
                    <a:pt x="7" y="0"/>
                    <a:pt x="5" y="1"/>
                    <a:pt x="4" y="1"/>
                  </a:cubicBezTo>
                  <a:cubicBezTo>
                    <a:pt x="4" y="2"/>
                    <a:pt x="3" y="3"/>
                    <a:pt x="2" y="4"/>
                  </a:cubicBezTo>
                  <a:cubicBezTo>
                    <a:pt x="2" y="4"/>
                    <a:pt x="2" y="5"/>
                    <a:pt x="1" y="6"/>
                  </a:cubicBezTo>
                  <a:cubicBezTo>
                    <a:pt x="1" y="7"/>
                    <a:pt x="0" y="8"/>
                    <a:pt x="0" y="9"/>
                  </a:cubicBezTo>
                  <a:cubicBezTo>
                    <a:pt x="1" y="10"/>
                    <a:pt x="1" y="10"/>
                    <a:pt x="1" y="10"/>
                  </a:cubicBezTo>
                  <a:cubicBezTo>
                    <a:pt x="1" y="10"/>
                    <a:pt x="2" y="10"/>
                    <a:pt x="2" y="10"/>
                  </a:cubicBezTo>
                  <a:cubicBezTo>
                    <a:pt x="2" y="10"/>
                    <a:pt x="3" y="10"/>
                    <a:pt x="4" y="9"/>
                  </a:cubicBezTo>
                  <a:cubicBezTo>
                    <a:pt x="4" y="8"/>
                    <a:pt x="5" y="6"/>
                    <a:pt x="5" y="5"/>
                  </a:cubicBezTo>
                  <a:cubicBezTo>
                    <a:pt x="6" y="4"/>
                    <a:pt x="6" y="3"/>
                    <a:pt x="7" y="3"/>
                  </a:cubicBezTo>
                  <a:cubicBezTo>
                    <a:pt x="7" y="2"/>
                    <a:pt x="7" y="2"/>
                    <a:pt x="7" y="2"/>
                  </a:cubicBezTo>
                  <a:cubicBezTo>
                    <a:pt x="7" y="2"/>
                    <a:pt x="7" y="2"/>
                    <a:pt x="7" y="2"/>
                  </a:cubicBezTo>
                  <a:cubicBezTo>
                    <a:pt x="8" y="2"/>
                    <a:pt x="8" y="2"/>
                    <a:pt x="8" y="2"/>
                  </a:cubicBezTo>
                  <a:cubicBezTo>
                    <a:pt x="8" y="2"/>
                    <a:pt x="8" y="2"/>
                    <a:pt x="8" y="2"/>
                  </a:cubicBezTo>
                  <a:cubicBezTo>
                    <a:pt x="8" y="2"/>
                    <a:pt x="8" y="2"/>
                    <a:pt x="8" y="2"/>
                  </a:cubicBezTo>
                  <a:cubicBezTo>
                    <a:pt x="8" y="2"/>
                    <a:pt x="8" y="2"/>
                    <a:pt x="8" y="2"/>
                  </a:cubicBezTo>
                  <a:cubicBezTo>
                    <a:pt x="8" y="2"/>
                    <a:pt x="10" y="2"/>
                    <a:pt x="10" y="1"/>
                  </a:cubicBezTo>
                  <a:cubicBezTo>
                    <a:pt x="10" y="1"/>
                    <a:pt x="8" y="0"/>
                    <a:pt x="8" y="0"/>
                  </a:cubicBezTo>
                  <a:close/>
                </a:path>
              </a:pathLst>
            </a:custGeom>
            <a:solidFill>
              <a:srgbClr val="6F524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2" name="Picture 1">
            <a:extLst>
              <a:ext uri="{FF2B5EF4-FFF2-40B4-BE49-F238E27FC236}">
                <a16:creationId xmlns:a16="http://schemas.microsoft.com/office/drawing/2014/main" id="{C2164555-279E-D52E-B81F-8764FD9A94DB}"/>
              </a:ext>
            </a:extLst>
          </p:cNvPr>
          <p:cNvPicPr>
            <a:picLocks noChangeAspect="1"/>
          </p:cNvPicPr>
          <p:nvPr/>
        </p:nvPicPr>
        <p:blipFill>
          <a:blip r:embed="rId3"/>
          <a:stretch>
            <a:fillRect/>
          </a:stretch>
        </p:blipFill>
        <p:spPr>
          <a:xfrm>
            <a:off x="-86138" y="-84867"/>
            <a:ext cx="1390008" cy="1286367"/>
          </a:xfrm>
          <a:prstGeom prst="rect">
            <a:avLst/>
          </a:prstGeom>
        </p:spPr>
      </p:pic>
      <p:pic>
        <p:nvPicPr>
          <p:cNvPr id="3" name="Picture 2">
            <a:extLst>
              <a:ext uri="{FF2B5EF4-FFF2-40B4-BE49-F238E27FC236}">
                <a16:creationId xmlns:a16="http://schemas.microsoft.com/office/drawing/2014/main" id="{F6ED190E-EC22-6BAA-FA84-EEAED747F1D8}"/>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rcRect r="73519"/>
          <a:stretch/>
        </p:blipFill>
        <p:spPr>
          <a:xfrm>
            <a:off x="8424000" y="40583"/>
            <a:ext cx="663681" cy="998833"/>
          </a:xfrm>
          <a:prstGeom prst="rect">
            <a:avLst/>
          </a:prstGeom>
        </p:spPr>
      </p:pic>
      <p:sp>
        <p:nvSpPr>
          <p:cNvPr id="4" name="Slide Number Placeholder 3">
            <a:extLst>
              <a:ext uri="{FF2B5EF4-FFF2-40B4-BE49-F238E27FC236}">
                <a16:creationId xmlns:a16="http://schemas.microsoft.com/office/drawing/2014/main" id="{AE76D051-5E52-C4E6-0BF7-3E10A186EC01}"/>
              </a:ext>
            </a:extLst>
          </p:cNvPr>
          <p:cNvSpPr>
            <a:spLocks noGrp="1"/>
          </p:cNvSpPr>
          <p:nvPr>
            <p:ph type="sldNum" sz="quarter" idx="4"/>
          </p:nvPr>
        </p:nvSpPr>
        <p:spPr/>
        <p:txBody>
          <a:bodyPr/>
          <a:lstStyle/>
          <a:p>
            <a:fld id="{9B734CDD-9A74-423D-886C-51C237F4B489}" type="slidenum">
              <a:rPr lang="en-IN" smtClean="0"/>
              <a:t>2</a:t>
            </a:fld>
            <a:endParaRPr lang="en-IN"/>
          </a:p>
        </p:txBody>
      </p:sp>
      <p:pic>
        <p:nvPicPr>
          <p:cNvPr id="4098" name="Picture 2">
            <a:extLst>
              <a:ext uri="{FF2B5EF4-FFF2-40B4-BE49-F238E27FC236}">
                <a16:creationId xmlns:a16="http://schemas.microsoft.com/office/drawing/2014/main" id="{96ADDF74-FD28-CEE1-A0F5-EE2674FD72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86212" y="1322944"/>
            <a:ext cx="4250532" cy="239092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mc:AlternateContent xmlns:mc="http://schemas.openxmlformats.org/markup-compatibility/2006" xmlns:p14="http://schemas.microsoft.com/office/powerpoint/2010/main">
    <mc:Choice Requires="p14">
      <p:transition spd="slow" p14:dur="1500">
        <p:cover/>
      </p:transition>
    </mc:Choice>
    <mc:Fallback xmlns="">
      <p:transition spd="slow">
        <p:cov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42"/>
          <p:cNvSpPr txBox="1">
            <a:spLocks noGrp="1"/>
          </p:cNvSpPr>
          <p:nvPr>
            <p:ph type="title"/>
          </p:nvPr>
        </p:nvSpPr>
        <p:spPr>
          <a:xfrm>
            <a:off x="1198993" y="0"/>
            <a:ext cx="6130493" cy="914399"/>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IN" dirty="0"/>
              <a:t>How Does Blockchain Work?</a:t>
            </a:r>
            <a:endParaRPr dirty="0"/>
          </a:p>
        </p:txBody>
      </p:sp>
      <p:sp>
        <p:nvSpPr>
          <p:cNvPr id="716" name="Google Shape;716;p42"/>
          <p:cNvSpPr txBox="1">
            <a:spLocks noGrp="1"/>
          </p:cNvSpPr>
          <p:nvPr>
            <p:ph type="subTitle" idx="1"/>
          </p:nvPr>
        </p:nvSpPr>
        <p:spPr>
          <a:xfrm>
            <a:off x="204311" y="1416131"/>
            <a:ext cx="2787581" cy="2919141"/>
          </a:xfrm>
          <a:prstGeom prst="rect">
            <a:avLst/>
          </a:prstGeom>
        </p:spPr>
        <p:txBody>
          <a:bodyPr spcFirstLastPara="1" wrap="square" lIns="91425" tIns="91425" rIns="91425" bIns="91425" anchor="t" anchorCtr="0">
            <a:noAutofit/>
          </a:bodyPr>
          <a:lstStyle/>
          <a:p>
            <a:pPr marL="139700" lvl="0" indent="0" algn="l" rtl="0">
              <a:spcBef>
                <a:spcPts val="1000"/>
              </a:spcBef>
              <a:spcAft>
                <a:spcPts val="0"/>
              </a:spcAft>
              <a:buSzPts val="1400"/>
              <a:buNone/>
            </a:pPr>
            <a:r>
              <a:rPr lang="en-US" sz="1800" b="1" dirty="0">
                <a:solidFill>
                  <a:schemeClr val="dk1"/>
                </a:solidFill>
              </a:rPr>
              <a:t>Process:</a:t>
            </a:r>
          </a:p>
          <a:p>
            <a:pPr marL="457200" lvl="0" indent="-317500" algn="l" rtl="0">
              <a:spcBef>
                <a:spcPts val="1000"/>
              </a:spcBef>
              <a:spcAft>
                <a:spcPts val="0"/>
              </a:spcAft>
              <a:buSzPts val="1400"/>
              <a:buChar char="●"/>
            </a:pPr>
            <a:r>
              <a:rPr lang="en-US" sz="1600" b="1" dirty="0">
                <a:solidFill>
                  <a:schemeClr val="dk1"/>
                </a:solidFill>
              </a:rPr>
              <a:t>Transaction Initiation</a:t>
            </a:r>
          </a:p>
          <a:p>
            <a:pPr marL="457200" lvl="0" indent="-317500" algn="l" rtl="0">
              <a:spcBef>
                <a:spcPts val="1000"/>
              </a:spcBef>
              <a:spcAft>
                <a:spcPts val="0"/>
              </a:spcAft>
              <a:buSzPts val="1400"/>
              <a:buChar char="●"/>
            </a:pPr>
            <a:r>
              <a:rPr lang="en-US" sz="1600" b="1" dirty="0">
                <a:solidFill>
                  <a:schemeClr val="dk1"/>
                </a:solidFill>
              </a:rPr>
              <a:t>Verification by Network Nodes </a:t>
            </a:r>
          </a:p>
          <a:p>
            <a:pPr marL="457200" lvl="0" indent="-317500" algn="l" rtl="0">
              <a:spcBef>
                <a:spcPts val="1000"/>
              </a:spcBef>
              <a:spcAft>
                <a:spcPts val="0"/>
              </a:spcAft>
              <a:buSzPts val="1400"/>
              <a:buChar char="●"/>
            </a:pPr>
            <a:r>
              <a:rPr lang="en-US" sz="1600" b="1" dirty="0">
                <a:solidFill>
                  <a:schemeClr val="dk1"/>
                </a:solidFill>
              </a:rPr>
              <a:t>Block Creation &amp; Linking</a:t>
            </a:r>
          </a:p>
          <a:p>
            <a:pPr marL="457200" lvl="0" indent="-317500" algn="l" rtl="0">
              <a:spcBef>
                <a:spcPts val="1000"/>
              </a:spcBef>
              <a:spcAft>
                <a:spcPts val="0"/>
              </a:spcAft>
              <a:buSzPts val="1400"/>
              <a:buChar char="●"/>
            </a:pPr>
            <a:r>
              <a:rPr lang="en-US" sz="1600" b="1" dirty="0">
                <a:solidFill>
                  <a:schemeClr val="dk1"/>
                </a:solidFill>
              </a:rPr>
              <a:t>Immutable Storage</a:t>
            </a:r>
          </a:p>
        </p:txBody>
      </p:sp>
      <p:sp>
        <p:nvSpPr>
          <p:cNvPr id="717" name="Google Shape;717;p42"/>
          <p:cNvSpPr/>
          <p:nvPr/>
        </p:nvSpPr>
        <p:spPr>
          <a:xfrm rot="-1220887">
            <a:off x="6892700" y="3202799"/>
            <a:ext cx="3701651" cy="2587527"/>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0" name="Picture 9">
            <a:extLst>
              <a:ext uri="{FF2B5EF4-FFF2-40B4-BE49-F238E27FC236}">
                <a16:creationId xmlns:a16="http://schemas.microsoft.com/office/drawing/2014/main" id="{7FA20EF9-4A80-8421-839F-26547163F2B0}"/>
              </a:ext>
            </a:extLst>
          </p:cNvPr>
          <p:cNvPicPr>
            <a:picLocks noChangeAspect="1"/>
          </p:cNvPicPr>
          <p:nvPr/>
        </p:nvPicPr>
        <p:blipFill>
          <a:blip r:embed="rId3"/>
          <a:stretch>
            <a:fillRect/>
          </a:stretch>
        </p:blipFill>
        <p:spPr>
          <a:xfrm>
            <a:off x="-133982" y="-71687"/>
            <a:ext cx="1493649" cy="1286367"/>
          </a:xfrm>
          <a:prstGeom prst="rect">
            <a:avLst/>
          </a:prstGeom>
        </p:spPr>
      </p:pic>
      <p:pic>
        <p:nvPicPr>
          <p:cNvPr id="11" name="Picture 10">
            <a:extLst>
              <a:ext uri="{FF2B5EF4-FFF2-40B4-BE49-F238E27FC236}">
                <a16:creationId xmlns:a16="http://schemas.microsoft.com/office/drawing/2014/main" id="{D0989FBC-1548-9433-5326-67AA33EA0D14}"/>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rcRect r="73519"/>
          <a:stretch/>
        </p:blipFill>
        <p:spPr>
          <a:xfrm>
            <a:off x="8424000" y="40583"/>
            <a:ext cx="663681" cy="998833"/>
          </a:xfrm>
          <a:prstGeom prst="rect">
            <a:avLst/>
          </a:prstGeom>
        </p:spPr>
      </p:pic>
      <p:sp>
        <p:nvSpPr>
          <p:cNvPr id="12" name="Slide Number Placeholder 11">
            <a:extLst>
              <a:ext uri="{FF2B5EF4-FFF2-40B4-BE49-F238E27FC236}">
                <a16:creationId xmlns:a16="http://schemas.microsoft.com/office/drawing/2014/main" id="{A430EF75-5FC6-EC48-A82F-7F797755CB89}"/>
              </a:ext>
            </a:extLst>
          </p:cNvPr>
          <p:cNvSpPr>
            <a:spLocks noGrp="1"/>
          </p:cNvSpPr>
          <p:nvPr>
            <p:ph type="sldNum" sz="quarter" idx="4"/>
          </p:nvPr>
        </p:nvSpPr>
        <p:spPr/>
        <p:txBody>
          <a:bodyPr/>
          <a:lstStyle/>
          <a:p>
            <a:fld id="{9B734CDD-9A74-423D-886C-51C237F4B489}" type="slidenum">
              <a:rPr lang="en-IN" smtClean="0"/>
              <a:t>3</a:t>
            </a:fld>
            <a:endParaRPr lang="en-IN"/>
          </a:p>
        </p:txBody>
      </p:sp>
      <p:pic>
        <p:nvPicPr>
          <p:cNvPr id="2" name="Picture 2">
            <a:extLst>
              <a:ext uri="{FF2B5EF4-FFF2-40B4-BE49-F238E27FC236}">
                <a16:creationId xmlns:a16="http://schemas.microsoft.com/office/drawing/2014/main" id="{911FC567-E375-3218-8F8A-0A911AF9D80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1892" y="808228"/>
            <a:ext cx="5000657" cy="40606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cover/>
      </p:transition>
    </mc:Choice>
    <mc:Fallback xmlns="">
      <p:transition spd="slow">
        <p:cove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4">
          <a:extLst>
            <a:ext uri="{FF2B5EF4-FFF2-40B4-BE49-F238E27FC236}">
              <a16:creationId xmlns:a16="http://schemas.microsoft.com/office/drawing/2014/main" id="{F2D4124E-3C9B-22A6-12AE-564214348C43}"/>
            </a:ext>
          </a:extLst>
        </p:cNvPr>
        <p:cNvGrpSpPr/>
        <p:nvPr/>
      </p:nvGrpSpPr>
      <p:grpSpPr>
        <a:xfrm>
          <a:off x="0" y="0"/>
          <a:ext cx="0" cy="0"/>
          <a:chOff x="0" y="0"/>
          <a:chExt cx="0" cy="0"/>
        </a:xfrm>
      </p:grpSpPr>
      <p:sp>
        <p:nvSpPr>
          <p:cNvPr id="717" name="Google Shape;717;p42">
            <a:extLst>
              <a:ext uri="{FF2B5EF4-FFF2-40B4-BE49-F238E27FC236}">
                <a16:creationId xmlns:a16="http://schemas.microsoft.com/office/drawing/2014/main" id="{C89D70C8-875D-F81C-ED67-42D56E241B8B}"/>
              </a:ext>
            </a:extLst>
          </p:cNvPr>
          <p:cNvSpPr/>
          <p:nvPr/>
        </p:nvSpPr>
        <p:spPr>
          <a:xfrm rot="1139304">
            <a:off x="6808234" y="3284915"/>
            <a:ext cx="3701651" cy="2587527"/>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5" name="Google Shape;715;p42">
            <a:extLst>
              <a:ext uri="{FF2B5EF4-FFF2-40B4-BE49-F238E27FC236}">
                <a16:creationId xmlns:a16="http://schemas.microsoft.com/office/drawing/2014/main" id="{498C0473-BC39-4BFF-0A6C-B918DC7074A9}"/>
              </a:ext>
            </a:extLst>
          </p:cNvPr>
          <p:cNvSpPr txBox="1">
            <a:spLocks noGrp="1"/>
          </p:cNvSpPr>
          <p:nvPr>
            <p:ph type="title"/>
          </p:nvPr>
        </p:nvSpPr>
        <p:spPr>
          <a:xfrm>
            <a:off x="1201874" y="-44409"/>
            <a:ext cx="5788860" cy="914399"/>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IN" dirty="0"/>
              <a:t>Key Features of Blockchain</a:t>
            </a:r>
            <a:endParaRPr dirty="0"/>
          </a:p>
        </p:txBody>
      </p:sp>
      <p:pic>
        <p:nvPicPr>
          <p:cNvPr id="62" name="Picture 61">
            <a:extLst>
              <a:ext uri="{FF2B5EF4-FFF2-40B4-BE49-F238E27FC236}">
                <a16:creationId xmlns:a16="http://schemas.microsoft.com/office/drawing/2014/main" id="{174F7319-F433-6B46-3591-A8F048A11C4A}"/>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742"/>
                    </a14:imgEffect>
                    <a14:imgEffect>
                      <a14:saturation sat="238000"/>
                    </a14:imgEffect>
                  </a14:imgLayer>
                </a14:imgProps>
              </a:ext>
              <a:ext uri="{28A0092B-C50C-407E-A947-70E740481C1C}">
                <a14:useLocalDpi xmlns:a14="http://schemas.microsoft.com/office/drawing/2010/main" val="0"/>
              </a:ext>
            </a:extLst>
          </a:blip>
          <a:srcRect r="73519"/>
          <a:stretch/>
        </p:blipFill>
        <p:spPr>
          <a:xfrm>
            <a:off x="8424000" y="40583"/>
            <a:ext cx="663681" cy="998833"/>
          </a:xfrm>
          <a:prstGeom prst="rect">
            <a:avLst/>
          </a:prstGeom>
        </p:spPr>
      </p:pic>
      <p:sp>
        <p:nvSpPr>
          <p:cNvPr id="63" name="Slide Number Placeholder 62">
            <a:extLst>
              <a:ext uri="{FF2B5EF4-FFF2-40B4-BE49-F238E27FC236}">
                <a16:creationId xmlns:a16="http://schemas.microsoft.com/office/drawing/2014/main" id="{97AAA461-0BA7-C31A-09D8-6F3E06EBCF20}"/>
              </a:ext>
            </a:extLst>
          </p:cNvPr>
          <p:cNvSpPr>
            <a:spLocks noGrp="1"/>
          </p:cNvSpPr>
          <p:nvPr>
            <p:ph type="sldNum" sz="quarter" idx="4"/>
          </p:nvPr>
        </p:nvSpPr>
        <p:spPr/>
        <p:txBody>
          <a:bodyPr/>
          <a:lstStyle/>
          <a:p>
            <a:fld id="{9B734CDD-9A74-423D-886C-51C237F4B489}" type="slidenum">
              <a:rPr lang="en-IN" smtClean="0"/>
              <a:t>4</a:t>
            </a:fld>
            <a:endParaRPr lang="en-IN"/>
          </a:p>
        </p:txBody>
      </p:sp>
      <p:pic>
        <p:nvPicPr>
          <p:cNvPr id="2050" name="Picture 2">
            <a:extLst>
              <a:ext uri="{FF2B5EF4-FFF2-40B4-BE49-F238E27FC236}">
                <a16:creationId xmlns:a16="http://schemas.microsoft.com/office/drawing/2014/main" id="{BC05F738-BFA8-FEEC-30EF-DCF10C8E16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653" y="429961"/>
            <a:ext cx="6885756" cy="389623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8FB7C41-33C9-6743-F7F9-FB6D6A7C618D}"/>
              </a:ext>
            </a:extLst>
          </p:cNvPr>
          <p:cNvPicPr>
            <a:picLocks noChangeAspect="1"/>
          </p:cNvPicPr>
          <p:nvPr/>
        </p:nvPicPr>
        <p:blipFill>
          <a:blip r:embed="rId6"/>
          <a:stretch>
            <a:fillRect/>
          </a:stretch>
        </p:blipFill>
        <p:spPr>
          <a:xfrm>
            <a:off x="-145226" y="-75088"/>
            <a:ext cx="1487553" cy="1286367"/>
          </a:xfrm>
          <a:prstGeom prst="rect">
            <a:avLst/>
          </a:prstGeom>
        </p:spPr>
      </p:pic>
    </p:spTree>
    <p:extLst>
      <p:ext uri="{BB962C8B-B14F-4D97-AF65-F5344CB8AC3E}">
        <p14:creationId xmlns:p14="http://schemas.microsoft.com/office/powerpoint/2010/main" val="541725377"/>
      </p:ext>
    </p:extLst>
  </p:cSld>
  <p:clrMapOvr>
    <a:masterClrMapping/>
  </p:clrMapOvr>
  <mc:AlternateContent xmlns:mc="http://schemas.openxmlformats.org/markup-compatibility/2006" xmlns:p14="http://schemas.microsoft.com/office/powerpoint/2010/main">
    <mc:Choice Requires="p14">
      <p:transition spd="slow" p14:dur="1500">
        <p:cover/>
      </p:transition>
    </mc:Choice>
    <mc:Fallback xmlns="">
      <p:transition spd="slow">
        <p:cover/>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1">
          <a:extLst>
            <a:ext uri="{FF2B5EF4-FFF2-40B4-BE49-F238E27FC236}">
              <a16:creationId xmlns:a16="http://schemas.microsoft.com/office/drawing/2014/main" id="{2B3EB4A5-BAFD-675F-66DB-7F977B8522D1}"/>
            </a:ext>
          </a:extLst>
        </p:cNvPr>
        <p:cNvGrpSpPr/>
        <p:nvPr/>
      </p:nvGrpSpPr>
      <p:grpSpPr>
        <a:xfrm>
          <a:off x="0" y="0"/>
          <a:ext cx="0" cy="0"/>
          <a:chOff x="0" y="0"/>
          <a:chExt cx="0" cy="0"/>
        </a:xfrm>
      </p:grpSpPr>
      <p:sp>
        <p:nvSpPr>
          <p:cNvPr id="1072" name="Google Shape;1072;p52">
            <a:extLst>
              <a:ext uri="{FF2B5EF4-FFF2-40B4-BE49-F238E27FC236}">
                <a16:creationId xmlns:a16="http://schemas.microsoft.com/office/drawing/2014/main" id="{39AE3E79-0621-3CE0-B758-CFCEEF56B55A}"/>
              </a:ext>
            </a:extLst>
          </p:cNvPr>
          <p:cNvSpPr txBox="1">
            <a:spLocks noGrp="1"/>
          </p:cNvSpPr>
          <p:nvPr>
            <p:ph type="title"/>
          </p:nvPr>
        </p:nvSpPr>
        <p:spPr>
          <a:xfrm flipH="1">
            <a:off x="1296959" y="427703"/>
            <a:ext cx="4381167" cy="914399"/>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Applications of Blockchain</a:t>
            </a:r>
            <a:endParaRPr lang="en-US" dirty="0"/>
          </a:p>
        </p:txBody>
      </p:sp>
      <p:sp>
        <p:nvSpPr>
          <p:cNvPr id="7" name="TextBox 6">
            <a:extLst>
              <a:ext uri="{FF2B5EF4-FFF2-40B4-BE49-F238E27FC236}">
                <a16:creationId xmlns:a16="http://schemas.microsoft.com/office/drawing/2014/main" id="{165714A4-9378-86A8-1D92-E2D74D9C250B}"/>
              </a:ext>
            </a:extLst>
          </p:cNvPr>
          <p:cNvSpPr txBox="1"/>
          <p:nvPr/>
        </p:nvSpPr>
        <p:spPr>
          <a:xfrm>
            <a:off x="344679" y="2231739"/>
            <a:ext cx="4381167" cy="1569660"/>
          </a:xfrm>
          <a:prstGeom prst="rect">
            <a:avLst/>
          </a:prstGeom>
          <a:noFill/>
        </p:spPr>
        <p:txBody>
          <a:bodyPr wrap="square">
            <a:spAutoFit/>
          </a:bodyPr>
          <a:lstStyle/>
          <a:p>
            <a:pPr marL="139700" lvl="0" algn="l" rtl="0">
              <a:spcBef>
                <a:spcPts val="0"/>
              </a:spcBef>
              <a:spcAft>
                <a:spcPts val="0"/>
              </a:spcAft>
              <a:buClr>
                <a:schemeClr val="accent5"/>
              </a:buClr>
              <a:buSzPts val="1400"/>
            </a:pPr>
            <a:r>
              <a:rPr lang="en-US" sz="1600" dirty="0"/>
              <a:t>Blockchain enhances </a:t>
            </a:r>
            <a:r>
              <a:rPr lang="en-US" sz="1600" b="1" dirty="0"/>
              <a:t>security and transparency</a:t>
            </a:r>
            <a:r>
              <a:rPr lang="en-US" sz="1600" dirty="0"/>
              <a:t> across industries. It powers </a:t>
            </a:r>
            <a:r>
              <a:rPr lang="en-US" sz="1600" b="1" dirty="0"/>
              <a:t>cryptocurrencies</a:t>
            </a:r>
            <a:r>
              <a:rPr lang="en-US" sz="1600" dirty="0"/>
              <a:t>, secures </a:t>
            </a:r>
            <a:r>
              <a:rPr lang="en-US" sz="1600" b="1" dirty="0"/>
              <a:t>health records</a:t>
            </a:r>
            <a:r>
              <a:rPr lang="en-US" sz="1600" dirty="0"/>
              <a:t>, enables </a:t>
            </a:r>
            <a:r>
              <a:rPr lang="en-US" sz="1600" b="1" dirty="0"/>
              <a:t>e-voting</a:t>
            </a:r>
            <a:r>
              <a:rPr lang="en-US" sz="1600" dirty="0"/>
              <a:t>, ensures </a:t>
            </a:r>
            <a:r>
              <a:rPr lang="en-US" sz="1600" b="1" dirty="0"/>
              <a:t>supply chain authenticity</a:t>
            </a:r>
            <a:r>
              <a:rPr lang="en-US" sz="1600" dirty="0"/>
              <a:t>, and automates transactions through </a:t>
            </a:r>
            <a:r>
              <a:rPr lang="en-US" sz="1600" b="1" dirty="0"/>
              <a:t>smart contracts</a:t>
            </a:r>
            <a:r>
              <a:rPr lang="en-US" sz="1600" dirty="0"/>
              <a:t>.</a:t>
            </a:r>
            <a:endParaRPr lang="en-IN" sz="1100" dirty="0">
              <a:solidFill>
                <a:schemeClr val="dk1"/>
              </a:solidFill>
              <a:latin typeface="Manjari"/>
              <a:ea typeface="Manjari"/>
              <a:cs typeface="Manjari"/>
              <a:sym typeface="Manjari"/>
            </a:endParaRPr>
          </a:p>
        </p:txBody>
      </p:sp>
      <p:pic>
        <p:nvPicPr>
          <p:cNvPr id="6" name="Picture 5">
            <a:extLst>
              <a:ext uri="{FF2B5EF4-FFF2-40B4-BE49-F238E27FC236}">
                <a16:creationId xmlns:a16="http://schemas.microsoft.com/office/drawing/2014/main" id="{1FE1647C-C3C4-5B9A-F15B-05C912D8FA8B}"/>
              </a:ext>
            </a:extLst>
          </p:cNvPr>
          <p:cNvPicPr>
            <a:picLocks noChangeAspect="1"/>
          </p:cNvPicPr>
          <p:nvPr/>
        </p:nvPicPr>
        <p:blipFill>
          <a:blip r:embed="rId3"/>
          <a:stretch>
            <a:fillRect/>
          </a:stretch>
        </p:blipFill>
        <p:spPr>
          <a:xfrm>
            <a:off x="-69122" y="331245"/>
            <a:ext cx="1524132" cy="1286367"/>
          </a:xfrm>
          <a:prstGeom prst="rect">
            <a:avLst/>
          </a:prstGeom>
        </p:spPr>
      </p:pic>
      <p:pic>
        <p:nvPicPr>
          <p:cNvPr id="8" name="Picture 7">
            <a:extLst>
              <a:ext uri="{FF2B5EF4-FFF2-40B4-BE49-F238E27FC236}">
                <a16:creationId xmlns:a16="http://schemas.microsoft.com/office/drawing/2014/main" id="{47C56BA4-77D9-6D9B-1A1F-6D68369F3CA7}"/>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rcRect r="73519"/>
          <a:stretch/>
        </p:blipFill>
        <p:spPr>
          <a:xfrm>
            <a:off x="8424000" y="40583"/>
            <a:ext cx="663681" cy="998833"/>
          </a:xfrm>
          <a:prstGeom prst="rect">
            <a:avLst/>
          </a:prstGeom>
        </p:spPr>
      </p:pic>
      <p:sp>
        <p:nvSpPr>
          <p:cNvPr id="9" name="Slide Number Placeholder 8">
            <a:extLst>
              <a:ext uri="{FF2B5EF4-FFF2-40B4-BE49-F238E27FC236}">
                <a16:creationId xmlns:a16="http://schemas.microsoft.com/office/drawing/2014/main" id="{6F712A0B-29A5-D7E7-F36A-0CE793BFA328}"/>
              </a:ext>
            </a:extLst>
          </p:cNvPr>
          <p:cNvSpPr>
            <a:spLocks noGrp="1"/>
          </p:cNvSpPr>
          <p:nvPr>
            <p:ph type="sldNum" sz="quarter" idx="4"/>
          </p:nvPr>
        </p:nvSpPr>
        <p:spPr/>
        <p:txBody>
          <a:bodyPr/>
          <a:lstStyle/>
          <a:p>
            <a:fld id="{9B734CDD-9A74-423D-886C-51C237F4B489}" type="slidenum">
              <a:rPr lang="en-IN" smtClean="0"/>
              <a:t>5</a:t>
            </a:fld>
            <a:endParaRPr lang="en-IN"/>
          </a:p>
        </p:txBody>
      </p:sp>
      <p:pic>
        <p:nvPicPr>
          <p:cNvPr id="3074" name="Picture 2">
            <a:extLst>
              <a:ext uri="{FF2B5EF4-FFF2-40B4-BE49-F238E27FC236}">
                <a16:creationId xmlns:a16="http://schemas.microsoft.com/office/drawing/2014/main" id="{3DE7DBF0-D86E-216D-D12E-AE699D0EA5B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2685" t="12330" r="3516" b="10139"/>
          <a:stretch/>
        </p:blipFill>
        <p:spPr bwMode="auto">
          <a:xfrm>
            <a:off x="4722880" y="727997"/>
            <a:ext cx="3124161" cy="398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904205"/>
      </p:ext>
    </p:extLst>
  </p:cSld>
  <p:clrMapOvr>
    <a:masterClrMapping/>
  </p:clrMapOvr>
  <mc:AlternateContent xmlns:mc="http://schemas.openxmlformats.org/markup-compatibility/2006" xmlns:p14="http://schemas.microsoft.com/office/powerpoint/2010/main">
    <mc:Choice Requires="p14">
      <p:transition spd="slow" p14:dur="1500">
        <p:cover/>
      </p:transition>
    </mc:Choice>
    <mc:Fallback xmlns="">
      <p:transition spd="slow">
        <p:cove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0"/>
          <p:cNvSpPr txBox="1">
            <a:spLocks noGrp="1"/>
          </p:cNvSpPr>
          <p:nvPr>
            <p:ph type="title"/>
          </p:nvPr>
        </p:nvSpPr>
        <p:spPr>
          <a:xfrm>
            <a:off x="1380432" y="307062"/>
            <a:ext cx="6545461" cy="938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dirty="0"/>
              <a:t>Future of Blockchain</a:t>
            </a:r>
            <a:endParaRPr lang="en-IN" sz="3600" dirty="0"/>
          </a:p>
        </p:txBody>
      </p:sp>
      <p:sp>
        <p:nvSpPr>
          <p:cNvPr id="647" name="Google Shape;647;p40"/>
          <p:cNvSpPr txBox="1">
            <a:spLocks noGrp="1"/>
          </p:cNvSpPr>
          <p:nvPr>
            <p:ph type="title" idx="2"/>
          </p:nvPr>
        </p:nvSpPr>
        <p:spPr>
          <a:xfrm>
            <a:off x="163032" y="307062"/>
            <a:ext cx="1217400" cy="93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648" name="Google Shape;648;p40"/>
          <p:cNvSpPr txBox="1">
            <a:spLocks noGrp="1"/>
          </p:cNvSpPr>
          <p:nvPr>
            <p:ph type="subTitle" idx="1"/>
          </p:nvPr>
        </p:nvSpPr>
        <p:spPr>
          <a:xfrm>
            <a:off x="163032" y="1550020"/>
            <a:ext cx="5822054" cy="1871837"/>
          </a:xfrm>
          <a:prstGeom prst="rect">
            <a:avLst/>
          </a:prstGeom>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n-US" dirty="0"/>
              <a:t>The future of blockchain is </a:t>
            </a:r>
            <a:r>
              <a:rPr lang="en-US" b="1" dirty="0"/>
              <a:t>limitless</a:t>
            </a:r>
            <a:r>
              <a:rPr lang="en-US" dirty="0"/>
              <a:t>. </a:t>
            </a:r>
            <a:br>
              <a:rPr lang="en-US" dirty="0"/>
            </a:br>
            <a:r>
              <a:rPr lang="en-US" dirty="0"/>
              <a:t>As industries adopt decentralized solutions, we can expect faster transactions, enhanced security, and smarter automation. With innovations like Web3, AI integration, and sustainable blockchains, this technology is set to redefine trust and efficiency in the digital world. </a:t>
            </a:r>
          </a:p>
        </p:txBody>
      </p:sp>
      <p:pic>
        <p:nvPicPr>
          <p:cNvPr id="4" name="Picture 3">
            <a:extLst>
              <a:ext uri="{FF2B5EF4-FFF2-40B4-BE49-F238E27FC236}">
                <a16:creationId xmlns:a16="http://schemas.microsoft.com/office/drawing/2014/main" id="{17180EE4-E634-06EC-9804-105585A51C74}"/>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742"/>
                    </a14:imgEffect>
                    <a14:imgEffect>
                      <a14:saturation sat="238000"/>
                    </a14:imgEffect>
                  </a14:imgLayer>
                </a14:imgProps>
              </a:ext>
              <a:ext uri="{28A0092B-C50C-407E-A947-70E740481C1C}">
                <a14:useLocalDpi xmlns:a14="http://schemas.microsoft.com/office/drawing/2010/main" val="0"/>
              </a:ext>
            </a:extLst>
          </a:blip>
          <a:srcRect r="73519"/>
          <a:stretch/>
        </p:blipFill>
        <p:spPr>
          <a:xfrm>
            <a:off x="8424000" y="40583"/>
            <a:ext cx="663681" cy="998833"/>
          </a:xfrm>
          <a:prstGeom prst="rect">
            <a:avLst/>
          </a:prstGeom>
        </p:spPr>
      </p:pic>
      <p:sp>
        <p:nvSpPr>
          <p:cNvPr id="5" name="Slide Number Placeholder 4">
            <a:extLst>
              <a:ext uri="{FF2B5EF4-FFF2-40B4-BE49-F238E27FC236}">
                <a16:creationId xmlns:a16="http://schemas.microsoft.com/office/drawing/2014/main" id="{056B058E-2D8F-5389-4162-7417B822FACE}"/>
              </a:ext>
            </a:extLst>
          </p:cNvPr>
          <p:cNvSpPr>
            <a:spLocks noGrp="1"/>
          </p:cNvSpPr>
          <p:nvPr>
            <p:ph type="sldNum" sz="quarter" idx="4"/>
          </p:nvPr>
        </p:nvSpPr>
        <p:spPr/>
        <p:txBody>
          <a:bodyPr/>
          <a:lstStyle/>
          <a:p>
            <a:fld id="{9B734CDD-9A74-423D-886C-51C237F4B489}" type="slidenum">
              <a:rPr lang="en-IN" smtClean="0"/>
              <a:t>6</a:t>
            </a:fld>
            <a:endParaRPr lang="en-IN"/>
          </a:p>
        </p:txBody>
      </p:sp>
      <p:pic>
        <p:nvPicPr>
          <p:cNvPr id="5122" name="Picture 2" descr="What Is The Future Of Blockchain Technology By 2025? | LNCT Group">
            <a:extLst>
              <a:ext uri="{FF2B5EF4-FFF2-40B4-BE49-F238E27FC236}">
                <a16:creationId xmlns:a16="http://schemas.microsoft.com/office/drawing/2014/main" id="{6D30418D-8EAA-69FE-6744-0CEBBB56612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3029" r="22400"/>
          <a:stretch/>
        </p:blipFill>
        <p:spPr bwMode="auto">
          <a:xfrm>
            <a:off x="5629276" y="1794325"/>
            <a:ext cx="3243744" cy="311025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cover/>
      </p:transition>
    </mc:Choice>
    <mc:Fallback xmlns="">
      <p:transition spd="slow">
        <p:cover/>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0"/>
        <p:cNvGrpSpPr/>
        <p:nvPr/>
      </p:nvGrpSpPr>
      <p:grpSpPr>
        <a:xfrm>
          <a:off x="0" y="0"/>
          <a:ext cx="0" cy="0"/>
          <a:chOff x="0" y="0"/>
          <a:chExt cx="0" cy="0"/>
        </a:xfrm>
      </p:grpSpPr>
      <p:sp>
        <p:nvSpPr>
          <p:cNvPr id="47" name="Google Shape;717;p42">
            <a:extLst>
              <a:ext uri="{FF2B5EF4-FFF2-40B4-BE49-F238E27FC236}">
                <a16:creationId xmlns:a16="http://schemas.microsoft.com/office/drawing/2014/main" id="{D5E86D2B-DEEB-AE52-C6A6-DA008FE70B00}"/>
              </a:ext>
            </a:extLst>
          </p:cNvPr>
          <p:cNvSpPr/>
          <p:nvPr/>
        </p:nvSpPr>
        <p:spPr>
          <a:xfrm rot="11386934">
            <a:off x="5198013" y="4009315"/>
            <a:ext cx="3701651" cy="2587527"/>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rgbClr val="BEE2EA">
              <a:alpha val="662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81" name="Google Shape;1481;p70"/>
          <p:cNvSpPr/>
          <p:nvPr/>
        </p:nvSpPr>
        <p:spPr>
          <a:xfrm>
            <a:off x="1219698" y="4439020"/>
            <a:ext cx="676400" cy="637200"/>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2" name="Google Shape;1482;p70"/>
          <p:cNvSpPr/>
          <p:nvPr/>
        </p:nvSpPr>
        <p:spPr>
          <a:xfrm>
            <a:off x="1997748" y="4439020"/>
            <a:ext cx="676400" cy="637200"/>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3" name="Google Shape;1483;p70"/>
          <p:cNvSpPr/>
          <p:nvPr/>
        </p:nvSpPr>
        <p:spPr>
          <a:xfrm>
            <a:off x="2775798" y="4439020"/>
            <a:ext cx="676400" cy="637200"/>
          </a:xfrm>
          <a:custGeom>
            <a:avLst/>
            <a:gdLst/>
            <a:ahLst/>
            <a:cxnLst/>
            <a:rect l="l" t="t" r="r" b="b"/>
            <a:pathLst>
              <a:path w="2143" h="1500" extrusionOk="0">
                <a:moveTo>
                  <a:pt x="2057" y="1127"/>
                </a:moveTo>
                <a:cubicBezTo>
                  <a:pt x="2041" y="1155"/>
                  <a:pt x="2022" y="1179"/>
                  <a:pt x="2000" y="1199"/>
                </a:cubicBezTo>
                <a:cubicBezTo>
                  <a:pt x="1986" y="1212"/>
                  <a:pt x="1970" y="1224"/>
                  <a:pt x="1954" y="1234"/>
                </a:cubicBezTo>
                <a:cubicBezTo>
                  <a:pt x="1946" y="1239"/>
                  <a:pt x="1937" y="1243"/>
                  <a:pt x="1929" y="1248"/>
                </a:cubicBezTo>
                <a:cubicBezTo>
                  <a:pt x="1922" y="1251"/>
                  <a:pt x="1914" y="1254"/>
                  <a:pt x="1907" y="1257"/>
                </a:cubicBezTo>
                <a:cubicBezTo>
                  <a:pt x="1458" y="1464"/>
                  <a:pt x="886" y="1500"/>
                  <a:pt x="502" y="1376"/>
                </a:cubicBezTo>
                <a:cubicBezTo>
                  <a:pt x="328" y="1320"/>
                  <a:pt x="195" y="1220"/>
                  <a:pt x="170" y="1204"/>
                </a:cubicBezTo>
                <a:cubicBezTo>
                  <a:pt x="170" y="1204"/>
                  <a:pt x="170" y="1204"/>
                  <a:pt x="170" y="1204"/>
                </a:cubicBezTo>
                <a:cubicBezTo>
                  <a:pt x="137" y="1181"/>
                  <a:pt x="106" y="1151"/>
                  <a:pt x="81" y="1114"/>
                </a:cubicBezTo>
                <a:cubicBezTo>
                  <a:pt x="73" y="1103"/>
                  <a:pt x="67" y="1092"/>
                  <a:pt x="60" y="1080"/>
                </a:cubicBezTo>
                <a:cubicBezTo>
                  <a:pt x="0" y="964"/>
                  <a:pt x="0" y="805"/>
                  <a:pt x="41" y="674"/>
                </a:cubicBezTo>
                <a:cubicBezTo>
                  <a:pt x="43" y="669"/>
                  <a:pt x="45" y="664"/>
                  <a:pt x="46" y="659"/>
                </a:cubicBezTo>
                <a:cubicBezTo>
                  <a:pt x="92" y="525"/>
                  <a:pt x="175" y="421"/>
                  <a:pt x="264" y="336"/>
                </a:cubicBezTo>
                <a:cubicBezTo>
                  <a:pt x="376" y="229"/>
                  <a:pt x="500" y="147"/>
                  <a:pt x="630" y="91"/>
                </a:cubicBezTo>
                <a:cubicBezTo>
                  <a:pt x="654" y="82"/>
                  <a:pt x="677" y="73"/>
                  <a:pt x="701" y="64"/>
                </a:cubicBezTo>
                <a:cubicBezTo>
                  <a:pt x="841" y="17"/>
                  <a:pt x="986" y="0"/>
                  <a:pt x="1130" y="14"/>
                </a:cubicBezTo>
                <a:cubicBezTo>
                  <a:pt x="1187" y="20"/>
                  <a:pt x="1245" y="29"/>
                  <a:pt x="1303" y="41"/>
                </a:cubicBezTo>
                <a:cubicBezTo>
                  <a:pt x="1308" y="42"/>
                  <a:pt x="1312" y="43"/>
                  <a:pt x="1317" y="44"/>
                </a:cubicBezTo>
                <a:cubicBezTo>
                  <a:pt x="1404" y="64"/>
                  <a:pt x="1490" y="91"/>
                  <a:pt x="1573" y="127"/>
                </a:cubicBezTo>
                <a:cubicBezTo>
                  <a:pt x="1607" y="142"/>
                  <a:pt x="1642" y="159"/>
                  <a:pt x="1675" y="178"/>
                </a:cubicBezTo>
                <a:cubicBezTo>
                  <a:pt x="1707" y="196"/>
                  <a:pt x="1738" y="216"/>
                  <a:pt x="1769" y="238"/>
                </a:cubicBezTo>
                <a:cubicBezTo>
                  <a:pt x="1775" y="243"/>
                  <a:pt x="1781" y="247"/>
                  <a:pt x="1788" y="252"/>
                </a:cubicBezTo>
                <a:cubicBezTo>
                  <a:pt x="1796" y="258"/>
                  <a:pt x="1804" y="265"/>
                  <a:pt x="1812" y="271"/>
                </a:cubicBezTo>
                <a:cubicBezTo>
                  <a:pt x="1816" y="275"/>
                  <a:pt x="1821" y="279"/>
                  <a:pt x="1825" y="283"/>
                </a:cubicBezTo>
                <a:cubicBezTo>
                  <a:pt x="1832" y="289"/>
                  <a:pt x="1838" y="294"/>
                  <a:pt x="1845" y="300"/>
                </a:cubicBezTo>
                <a:cubicBezTo>
                  <a:pt x="1845" y="300"/>
                  <a:pt x="1845" y="300"/>
                  <a:pt x="1845" y="300"/>
                </a:cubicBezTo>
                <a:cubicBezTo>
                  <a:pt x="1845" y="300"/>
                  <a:pt x="1846" y="301"/>
                  <a:pt x="1846" y="301"/>
                </a:cubicBezTo>
                <a:cubicBezTo>
                  <a:pt x="1849" y="304"/>
                  <a:pt x="1853" y="308"/>
                  <a:pt x="1856" y="311"/>
                </a:cubicBezTo>
                <a:cubicBezTo>
                  <a:pt x="1879" y="332"/>
                  <a:pt x="1901" y="355"/>
                  <a:pt x="1922" y="379"/>
                </a:cubicBezTo>
                <a:cubicBezTo>
                  <a:pt x="1985" y="452"/>
                  <a:pt x="2039" y="537"/>
                  <a:pt x="2078" y="635"/>
                </a:cubicBezTo>
                <a:cubicBezTo>
                  <a:pt x="2086" y="655"/>
                  <a:pt x="2094" y="676"/>
                  <a:pt x="2101" y="698"/>
                </a:cubicBezTo>
                <a:cubicBezTo>
                  <a:pt x="2101" y="698"/>
                  <a:pt x="2101" y="698"/>
                  <a:pt x="2101" y="699"/>
                </a:cubicBezTo>
                <a:cubicBezTo>
                  <a:pt x="2103" y="704"/>
                  <a:pt x="2105" y="709"/>
                  <a:pt x="2106" y="714"/>
                </a:cubicBezTo>
                <a:cubicBezTo>
                  <a:pt x="2106" y="714"/>
                  <a:pt x="2106" y="714"/>
                  <a:pt x="2106" y="714"/>
                </a:cubicBezTo>
                <a:cubicBezTo>
                  <a:pt x="2143" y="847"/>
                  <a:pt x="2123" y="1014"/>
                  <a:pt x="2057" y="1127"/>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5" name="Google Shape;1485;p70"/>
          <p:cNvSpPr txBox="1"/>
          <p:nvPr/>
        </p:nvSpPr>
        <p:spPr>
          <a:xfrm>
            <a:off x="371474" y="4597672"/>
            <a:ext cx="3673725" cy="274800"/>
          </a:xfrm>
          <a:prstGeom prst="rect">
            <a:avLst/>
          </a:prstGeom>
          <a:noFill/>
          <a:ln>
            <a:noFill/>
          </a:ln>
        </p:spPr>
        <p:txBody>
          <a:bodyPr spcFirstLastPara="1" wrap="square" lIns="91425" tIns="91425" rIns="91425" bIns="91425" anchor="t" anchorCtr="0">
            <a:noAutofit/>
          </a:bodyPr>
          <a:lstStyle/>
          <a:p>
            <a:pPr marL="0" lvl="0" indent="0" algn="l" rtl="0">
              <a:lnSpc>
                <a:spcPct val="114000"/>
              </a:lnSpc>
              <a:spcBef>
                <a:spcPts val="0"/>
              </a:spcBef>
              <a:spcAft>
                <a:spcPts val="300"/>
              </a:spcAft>
              <a:buClr>
                <a:srgbClr val="000000"/>
              </a:buClr>
              <a:buSzPts val="1100"/>
              <a:buFont typeface="Arial"/>
              <a:buNone/>
            </a:pPr>
            <a:r>
              <a:rPr lang="en" sz="1200" b="1" dirty="0">
                <a:solidFill>
                  <a:schemeClr val="dk1"/>
                </a:solidFill>
                <a:latin typeface="Manjari"/>
                <a:ea typeface="Manjari"/>
                <a:cs typeface="Manjari"/>
                <a:sym typeface="Manjari"/>
              </a:rPr>
              <a:t>Follow on:</a:t>
            </a:r>
            <a:endParaRPr sz="1200" b="1" dirty="0">
              <a:solidFill>
                <a:schemeClr val="dk1"/>
              </a:solidFill>
              <a:latin typeface="Manjari"/>
              <a:ea typeface="Manjari"/>
              <a:cs typeface="Manjari"/>
              <a:sym typeface="Manjari"/>
            </a:endParaRPr>
          </a:p>
        </p:txBody>
      </p:sp>
      <p:grpSp>
        <p:nvGrpSpPr>
          <p:cNvPr id="1486" name="Google Shape;1486;p70"/>
          <p:cNvGrpSpPr/>
          <p:nvPr/>
        </p:nvGrpSpPr>
        <p:grpSpPr>
          <a:xfrm>
            <a:off x="2974773" y="4620222"/>
            <a:ext cx="274780" cy="274780"/>
            <a:chOff x="1379798" y="1723250"/>
            <a:chExt cx="397887" cy="397887"/>
          </a:xfrm>
        </p:grpSpPr>
        <p:sp>
          <p:nvSpPr>
            <p:cNvPr id="1487" name="Google Shape;1487;p70"/>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88" name="Google Shape;1488;p70"/>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89" name="Google Shape;1489;p70"/>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90" name="Google Shape;1490;p70"/>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491" name="Google Shape;1491;p70"/>
          <p:cNvGrpSpPr/>
          <p:nvPr/>
        </p:nvGrpSpPr>
        <p:grpSpPr>
          <a:xfrm>
            <a:off x="1422338" y="4620222"/>
            <a:ext cx="274795" cy="274780"/>
            <a:chOff x="266768" y="1721375"/>
            <a:chExt cx="397907" cy="397887"/>
          </a:xfrm>
        </p:grpSpPr>
        <p:sp>
          <p:nvSpPr>
            <p:cNvPr id="1492" name="Google Shape;1492;p70"/>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93" name="Google Shape;1493;p70"/>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494" name="Google Shape;1494;p70"/>
          <p:cNvGrpSpPr/>
          <p:nvPr/>
        </p:nvGrpSpPr>
        <p:grpSpPr>
          <a:xfrm>
            <a:off x="2198575" y="4620222"/>
            <a:ext cx="274766" cy="274780"/>
            <a:chOff x="864491" y="1723250"/>
            <a:chExt cx="397866" cy="397887"/>
          </a:xfrm>
        </p:grpSpPr>
        <p:sp>
          <p:nvSpPr>
            <p:cNvPr id="1495" name="Google Shape;1495;p70"/>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96" name="Google Shape;1496;p70"/>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97" name="Google Shape;1497;p70"/>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498" name="Google Shape;1498;p70"/>
          <p:cNvSpPr txBox="1">
            <a:spLocks noGrp="1"/>
          </p:cNvSpPr>
          <p:nvPr>
            <p:ph type="ctrTitle"/>
          </p:nvPr>
        </p:nvSpPr>
        <p:spPr>
          <a:xfrm flipH="1">
            <a:off x="840837" y="2295362"/>
            <a:ext cx="7467343" cy="835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dirty="0"/>
              <a:t>Thank You!</a:t>
            </a:r>
            <a:endParaRPr sz="6000" dirty="0"/>
          </a:p>
        </p:txBody>
      </p:sp>
      <p:grpSp>
        <p:nvGrpSpPr>
          <p:cNvPr id="2" name="Google Shape;1167;p55">
            <a:extLst>
              <a:ext uri="{FF2B5EF4-FFF2-40B4-BE49-F238E27FC236}">
                <a16:creationId xmlns:a16="http://schemas.microsoft.com/office/drawing/2014/main" id="{A83CB8E3-3BC4-D19D-8735-1ED0F0984C93}"/>
              </a:ext>
            </a:extLst>
          </p:cNvPr>
          <p:cNvGrpSpPr/>
          <p:nvPr/>
        </p:nvGrpSpPr>
        <p:grpSpPr>
          <a:xfrm>
            <a:off x="5559967" y="1863066"/>
            <a:ext cx="2363685" cy="3178834"/>
            <a:chOff x="3695722" y="820070"/>
            <a:chExt cx="3113428" cy="4188850"/>
          </a:xfrm>
        </p:grpSpPr>
        <p:sp>
          <p:nvSpPr>
            <p:cNvPr id="3" name="Google Shape;1168;p55">
              <a:extLst>
                <a:ext uri="{FF2B5EF4-FFF2-40B4-BE49-F238E27FC236}">
                  <a16:creationId xmlns:a16="http://schemas.microsoft.com/office/drawing/2014/main" id="{48D9DC2C-DEB8-5A20-5922-DFA3591CA03D}"/>
                </a:ext>
              </a:extLst>
            </p:cNvPr>
            <p:cNvSpPr/>
            <p:nvPr/>
          </p:nvSpPr>
          <p:spPr>
            <a:xfrm>
              <a:off x="4963306" y="1294314"/>
              <a:ext cx="190402" cy="218610"/>
            </a:xfrm>
            <a:custGeom>
              <a:avLst/>
              <a:gdLst/>
              <a:ahLst/>
              <a:cxnLst/>
              <a:rect l="l" t="t" r="r" b="b"/>
              <a:pathLst>
                <a:path w="191" h="217" extrusionOk="0">
                  <a:moveTo>
                    <a:pt x="35" y="0"/>
                  </a:moveTo>
                  <a:cubicBezTo>
                    <a:pt x="186" y="91"/>
                    <a:pt x="191" y="217"/>
                    <a:pt x="191" y="217"/>
                  </a:cubicBezTo>
                  <a:cubicBezTo>
                    <a:pt x="0" y="174"/>
                    <a:pt x="35" y="0"/>
                    <a:pt x="35"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 name="Google Shape;1169;p55">
              <a:extLst>
                <a:ext uri="{FF2B5EF4-FFF2-40B4-BE49-F238E27FC236}">
                  <a16:creationId xmlns:a16="http://schemas.microsoft.com/office/drawing/2014/main" id="{2EA8C01B-579A-0ED8-6819-32A4BA578202}"/>
                </a:ext>
              </a:extLst>
            </p:cNvPr>
            <p:cNvSpPr/>
            <p:nvPr/>
          </p:nvSpPr>
          <p:spPr>
            <a:xfrm>
              <a:off x="5456941" y="1313706"/>
              <a:ext cx="186876" cy="220374"/>
            </a:xfrm>
            <a:custGeom>
              <a:avLst/>
              <a:gdLst/>
              <a:ahLst/>
              <a:cxnLst/>
              <a:rect l="l" t="t" r="r" b="b"/>
              <a:pathLst>
                <a:path w="186" h="221" extrusionOk="0">
                  <a:moveTo>
                    <a:pt x="151" y="0"/>
                  </a:moveTo>
                  <a:cubicBezTo>
                    <a:pt x="17" y="56"/>
                    <a:pt x="0" y="221"/>
                    <a:pt x="0" y="221"/>
                  </a:cubicBezTo>
                  <a:cubicBezTo>
                    <a:pt x="186" y="182"/>
                    <a:pt x="151" y="0"/>
                    <a:pt x="15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 name="Google Shape;1170;p55">
              <a:extLst>
                <a:ext uri="{FF2B5EF4-FFF2-40B4-BE49-F238E27FC236}">
                  <a16:creationId xmlns:a16="http://schemas.microsoft.com/office/drawing/2014/main" id="{0EB52C26-D4A1-EBD2-2C01-71C3762187A5}"/>
                </a:ext>
              </a:extLst>
            </p:cNvPr>
            <p:cNvSpPr/>
            <p:nvPr/>
          </p:nvSpPr>
          <p:spPr>
            <a:xfrm>
              <a:off x="4501405" y="4628116"/>
              <a:ext cx="775712" cy="315575"/>
            </a:xfrm>
            <a:custGeom>
              <a:avLst/>
              <a:gdLst/>
              <a:ahLst/>
              <a:cxnLst/>
              <a:rect l="l" t="t" r="r" b="b"/>
              <a:pathLst>
                <a:path w="774" h="316" extrusionOk="0">
                  <a:moveTo>
                    <a:pt x="262" y="50"/>
                  </a:moveTo>
                  <a:cubicBezTo>
                    <a:pt x="206" y="50"/>
                    <a:pt x="149" y="33"/>
                    <a:pt x="93" y="24"/>
                  </a:cubicBezTo>
                  <a:cubicBezTo>
                    <a:pt x="63" y="20"/>
                    <a:pt x="44" y="0"/>
                    <a:pt x="22" y="22"/>
                  </a:cubicBezTo>
                  <a:cubicBezTo>
                    <a:pt x="0" y="43"/>
                    <a:pt x="2" y="61"/>
                    <a:pt x="9" y="117"/>
                  </a:cubicBezTo>
                  <a:cubicBezTo>
                    <a:pt x="13" y="152"/>
                    <a:pt x="32" y="199"/>
                    <a:pt x="39" y="212"/>
                  </a:cubicBezTo>
                  <a:cubicBezTo>
                    <a:pt x="69" y="273"/>
                    <a:pt x="93" y="297"/>
                    <a:pt x="121" y="303"/>
                  </a:cubicBezTo>
                  <a:cubicBezTo>
                    <a:pt x="176" y="316"/>
                    <a:pt x="208" y="316"/>
                    <a:pt x="264" y="316"/>
                  </a:cubicBezTo>
                  <a:cubicBezTo>
                    <a:pt x="333" y="316"/>
                    <a:pt x="401" y="314"/>
                    <a:pt x="461" y="297"/>
                  </a:cubicBezTo>
                  <a:cubicBezTo>
                    <a:pt x="540" y="269"/>
                    <a:pt x="660" y="234"/>
                    <a:pt x="774" y="202"/>
                  </a:cubicBezTo>
                  <a:cubicBezTo>
                    <a:pt x="689" y="130"/>
                    <a:pt x="606" y="56"/>
                    <a:pt x="510" y="3"/>
                  </a:cubicBezTo>
                  <a:cubicBezTo>
                    <a:pt x="428" y="26"/>
                    <a:pt x="348" y="50"/>
                    <a:pt x="262" y="50"/>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 name="Google Shape;1171;p55">
              <a:extLst>
                <a:ext uri="{FF2B5EF4-FFF2-40B4-BE49-F238E27FC236}">
                  <a16:creationId xmlns:a16="http://schemas.microsoft.com/office/drawing/2014/main" id="{E02FA72A-4D60-6CFC-4368-58F5BEAEF823}"/>
                </a:ext>
              </a:extLst>
            </p:cNvPr>
            <p:cNvSpPr/>
            <p:nvPr/>
          </p:nvSpPr>
          <p:spPr>
            <a:xfrm>
              <a:off x="4832845" y="4395402"/>
              <a:ext cx="380804" cy="460139"/>
            </a:xfrm>
            <a:custGeom>
              <a:avLst/>
              <a:gdLst/>
              <a:ahLst/>
              <a:cxnLst/>
              <a:rect l="l" t="t" r="r" b="b"/>
              <a:pathLst>
                <a:path w="381" h="459" extrusionOk="0">
                  <a:moveTo>
                    <a:pt x="113" y="459"/>
                  </a:moveTo>
                  <a:cubicBezTo>
                    <a:pt x="381" y="386"/>
                    <a:pt x="286" y="70"/>
                    <a:pt x="286" y="70"/>
                  </a:cubicBezTo>
                  <a:cubicBezTo>
                    <a:pt x="0" y="0"/>
                    <a:pt x="113" y="459"/>
                    <a:pt x="113" y="459"/>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 name="Google Shape;1172;p55">
              <a:extLst>
                <a:ext uri="{FF2B5EF4-FFF2-40B4-BE49-F238E27FC236}">
                  <a16:creationId xmlns:a16="http://schemas.microsoft.com/office/drawing/2014/main" id="{064B341F-4047-9503-C743-58D8DE173B55}"/>
                </a:ext>
              </a:extLst>
            </p:cNvPr>
            <p:cNvSpPr/>
            <p:nvPr/>
          </p:nvSpPr>
          <p:spPr>
            <a:xfrm>
              <a:off x="3695722" y="3767780"/>
              <a:ext cx="3113428" cy="1087762"/>
            </a:xfrm>
            <a:custGeom>
              <a:avLst/>
              <a:gdLst/>
              <a:ahLst/>
              <a:cxnLst/>
              <a:rect l="l" t="t" r="r" b="b"/>
              <a:pathLst>
                <a:path w="3113" h="1086" extrusionOk="0">
                  <a:moveTo>
                    <a:pt x="3057" y="78"/>
                  </a:moveTo>
                  <a:cubicBezTo>
                    <a:pt x="3016" y="29"/>
                    <a:pt x="2951" y="6"/>
                    <a:pt x="2887" y="3"/>
                  </a:cubicBezTo>
                  <a:cubicBezTo>
                    <a:pt x="2824" y="0"/>
                    <a:pt x="2761" y="14"/>
                    <a:pt x="2699" y="31"/>
                  </a:cubicBezTo>
                  <a:cubicBezTo>
                    <a:pt x="2504" y="83"/>
                    <a:pt x="2313" y="153"/>
                    <a:pt x="2122" y="222"/>
                  </a:cubicBezTo>
                  <a:cubicBezTo>
                    <a:pt x="1061" y="224"/>
                    <a:pt x="1061" y="224"/>
                    <a:pt x="1061" y="224"/>
                  </a:cubicBezTo>
                  <a:cubicBezTo>
                    <a:pt x="814" y="156"/>
                    <a:pt x="580" y="73"/>
                    <a:pt x="320" y="13"/>
                  </a:cubicBezTo>
                  <a:cubicBezTo>
                    <a:pt x="290" y="8"/>
                    <a:pt x="259" y="4"/>
                    <a:pt x="229" y="8"/>
                  </a:cubicBezTo>
                  <a:cubicBezTo>
                    <a:pt x="147" y="17"/>
                    <a:pt x="86" y="73"/>
                    <a:pt x="51" y="143"/>
                  </a:cubicBezTo>
                  <a:cubicBezTo>
                    <a:pt x="47" y="151"/>
                    <a:pt x="43" y="164"/>
                    <a:pt x="38" y="173"/>
                  </a:cubicBezTo>
                  <a:cubicBezTo>
                    <a:pt x="0" y="281"/>
                    <a:pt x="30" y="389"/>
                    <a:pt x="95" y="485"/>
                  </a:cubicBezTo>
                  <a:cubicBezTo>
                    <a:pt x="103" y="493"/>
                    <a:pt x="108" y="502"/>
                    <a:pt x="116" y="515"/>
                  </a:cubicBezTo>
                  <a:cubicBezTo>
                    <a:pt x="134" y="532"/>
                    <a:pt x="147" y="554"/>
                    <a:pt x="164" y="571"/>
                  </a:cubicBezTo>
                  <a:cubicBezTo>
                    <a:pt x="242" y="649"/>
                    <a:pt x="330" y="716"/>
                    <a:pt x="424" y="773"/>
                  </a:cubicBezTo>
                  <a:cubicBezTo>
                    <a:pt x="472" y="802"/>
                    <a:pt x="521" y="828"/>
                    <a:pt x="571" y="852"/>
                  </a:cubicBezTo>
                  <a:cubicBezTo>
                    <a:pt x="596" y="865"/>
                    <a:pt x="621" y="876"/>
                    <a:pt x="647" y="888"/>
                  </a:cubicBezTo>
                  <a:cubicBezTo>
                    <a:pt x="693" y="909"/>
                    <a:pt x="743" y="924"/>
                    <a:pt x="790" y="943"/>
                  </a:cubicBezTo>
                  <a:cubicBezTo>
                    <a:pt x="838" y="961"/>
                    <a:pt x="886" y="978"/>
                    <a:pt x="934" y="994"/>
                  </a:cubicBezTo>
                  <a:cubicBezTo>
                    <a:pt x="1039" y="1029"/>
                    <a:pt x="1145" y="1058"/>
                    <a:pt x="1251" y="1086"/>
                  </a:cubicBezTo>
                  <a:cubicBezTo>
                    <a:pt x="1254" y="1086"/>
                    <a:pt x="1254" y="1086"/>
                    <a:pt x="1254" y="1086"/>
                  </a:cubicBezTo>
                  <a:cubicBezTo>
                    <a:pt x="1285" y="1069"/>
                    <a:pt x="1311" y="1047"/>
                    <a:pt x="1320" y="1000"/>
                  </a:cubicBezTo>
                  <a:cubicBezTo>
                    <a:pt x="1687" y="1073"/>
                    <a:pt x="1687" y="1073"/>
                    <a:pt x="1687" y="1073"/>
                  </a:cubicBezTo>
                  <a:cubicBezTo>
                    <a:pt x="1904" y="1067"/>
                    <a:pt x="1904" y="1067"/>
                    <a:pt x="1904" y="1067"/>
                  </a:cubicBezTo>
                  <a:cubicBezTo>
                    <a:pt x="2259" y="941"/>
                    <a:pt x="2594" y="757"/>
                    <a:pt x="2890" y="524"/>
                  </a:cubicBezTo>
                  <a:cubicBezTo>
                    <a:pt x="2960" y="470"/>
                    <a:pt x="3030" y="410"/>
                    <a:pt x="3070" y="330"/>
                  </a:cubicBezTo>
                  <a:cubicBezTo>
                    <a:pt x="3110" y="251"/>
                    <a:pt x="3113" y="147"/>
                    <a:pt x="3057" y="78"/>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 name="Google Shape;1173;p55">
              <a:extLst>
                <a:ext uri="{FF2B5EF4-FFF2-40B4-BE49-F238E27FC236}">
                  <a16:creationId xmlns:a16="http://schemas.microsoft.com/office/drawing/2014/main" id="{61E175BF-DBD1-48AE-CD73-D1E72EB4886C}"/>
                </a:ext>
              </a:extLst>
            </p:cNvPr>
            <p:cNvSpPr/>
            <p:nvPr/>
          </p:nvSpPr>
          <p:spPr>
            <a:xfrm>
              <a:off x="5037351" y="4368958"/>
              <a:ext cx="116357" cy="208032"/>
            </a:xfrm>
            <a:custGeom>
              <a:avLst/>
              <a:gdLst/>
              <a:ahLst/>
              <a:cxnLst/>
              <a:rect l="l" t="t" r="r" b="b"/>
              <a:pathLst>
                <a:path w="117" h="208" extrusionOk="0">
                  <a:moveTo>
                    <a:pt x="0" y="148"/>
                  </a:moveTo>
                  <a:cubicBezTo>
                    <a:pt x="117" y="0"/>
                    <a:pt x="95" y="208"/>
                    <a:pt x="95" y="208"/>
                  </a:cubicBezTo>
                  <a:lnTo>
                    <a:pt x="0" y="148"/>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1174;p55">
              <a:extLst>
                <a:ext uri="{FF2B5EF4-FFF2-40B4-BE49-F238E27FC236}">
                  <a16:creationId xmlns:a16="http://schemas.microsoft.com/office/drawing/2014/main" id="{8366B77C-FF53-4479-BDB5-D33BB69E63BE}"/>
                </a:ext>
              </a:extLst>
            </p:cNvPr>
            <p:cNvSpPr/>
            <p:nvPr/>
          </p:nvSpPr>
          <p:spPr>
            <a:xfrm>
              <a:off x="5370554" y="4388350"/>
              <a:ext cx="86387" cy="123409"/>
            </a:xfrm>
            <a:custGeom>
              <a:avLst/>
              <a:gdLst/>
              <a:ahLst/>
              <a:cxnLst/>
              <a:rect l="l" t="t" r="r" b="b"/>
              <a:pathLst>
                <a:path w="86" h="125" extrusionOk="0">
                  <a:moveTo>
                    <a:pt x="17" y="125"/>
                  </a:moveTo>
                  <a:cubicBezTo>
                    <a:pt x="0" y="0"/>
                    <a:pt x="86" y="98"/>
                    <a:pt x="86" y="98"/>
                  </a:cubicBezTo>
                  <a:lnTo>
                    <a:pt x="17" y="12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 name="Google Shape;1175;p55">
              <a:extLst>
                <a:ext uri="{FF2B5EF4-FFF2-40B4-BE49-F238E27FC236}">
                  <a16:creationId xmlns:a16="http://schemas.microsoft.com/office/drawing/2014/main" id="{3F31C4FC-A6BF-194D-EAC2-338444445FC9}"/>
                </a:ext>
              </a:extLst>
            </p:cNvPr>
            <p:cNvSpPr/>
            <p:nvPr/>
          </p:nvSpPr>
          <p:spPr>
            <a:xfrm>
              <a:off x="5012669" y="4460633"/>
              <a:ext cx="567679" cy="368465"/>
            </a:xfrm>
            <a:custGeom>
              <a:avLst/>
              <a:gdLst/>
              <a:ahLst/>
              <a:cxnLst/>
              <a:rect l="l" t="t" r="r" b="b"/>
              <a:pathLst>
                <a:path w="568" h="369" extrusionOk="0">
                  <a:moveTo>
                    <a:pt x="482" y="85"/>
                  </a:moveTo>
                  <a:cubicBezTo>
                    <a:pt x="466" y="26"/>
                    <a:pt x="419" y="0"/>
                    <a:pt x="419" y="0"/>
                  </a:cubicBezTo>
                  <a:cubicBezTo>
                    <a:pt x="307" y="72"/>
                    <a:pt x="189" y="152"/>
                    <a:pt x="51" y="156"/>
                  </a:cubicBezTo>
                  <a:cubicBezTo>
                    <a:pt x="34" y="161"/>
                    <a:pt x="17" y="166"/>
                    <a:pt x="0" y="170"/>
                  </a:cubicBezTo>
                  <a:cubicBezTo>
                    <a:pt x="96" y="223"/>
                    <a:pt x="179" y="297"/>
                    <a:pt x="264" y="369"/>
                  </a:cubicBezTo>
                  <a:cubicBezTo>
                    <a:pt x="418" y="325"/>
                    <a:pt x="560" y="288"/>
                    <a:pt x="568" y="288"/>
                  </a:cubicBezTo>
                  <a:cubicBezTo>
                    <a:pt x="568" y="288"/>
                    <a:pt x="506" y="180"/>
                    <a:pt x="482" y="85"/>
                  </a:cubicBezTo>
                  <a:close/>
                </a:path>
              </a:pathLst>
            </a:custGeom>
            <a:solidFill>
              <a:srgbClr val="9C7D6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 name="Google Shape;1176;p55">
              <a:extLst>
                <a:ext uri="{FF2B5EF4-FFF2-40B4-BE49-F238E27FC236}">
                  <a16:creationId xmlns:a16="http://schemas.microsoft.com/office/drawing/2014/main" id="{B53C6145-CFC6-8A4C-9AD0-FBC5A0F32D4E}"/>
                </a:ext>
              </a:extLst>
            </p:cNvPr>
            <p:cNvSpPr/>
            <p:nvPr/>
          </p:nvSpPr>
          <p:spPr>
            <a:xfrm>
              <a:off x="5010906" y="4508233"/>
              <a:ext cx="227426" cy="312049"/>
            </a:xfrm>
            <a:custGeom>
              <a:avLst/>
              <a:gdLst/>
              <a:ahLst/>
              <a:cxnLst/>
              <a:rect l="l" t="t" r="r" b="b"/>
              <a:pathLst>
                <a:path w="227" h="311" extrusionOk="0">
                  <a:moveTo>
                    <a:pt x="227" y="98"/>
                  </a:moveTo>
                  <a:cubicBezTo>
                    <a:pt x="159" y="71"/>
                    <a:pt x="93" y="38"/>
                    <a:pt x="30" y="0"/>
                  </a:cubicBezTo>
                  <a:cubicBezTo>
                    <a:pt x="30" y="0"/>
                    <a:pt x="0" y="22"/>
                    <a:pt x="2" y="145"/>
                  </a:cubicBezTo>
                  <a:cubicBezTo>
                    <a:pt x="4" y="237"/>
                    <a:pt x="2" y="271"/>
                    <a:pt x="2" y="271"/>
                  </a:cubicBezTo>
                  <a:cubicBezTo>
                    <a:pt x="51" y="286"/>
                    <a:pt x="97" y="296"/>
                    <a:pt x="140" y="311"/>
                  </a:cubicBezTo>
                  <a:cubicBezTo>
                    <a:pt x="145" y="247"/>
                    <a:pt x="161" y="185"/>
                    <a:pt x="203" y="131"/>
                  </a:cubicBezTo>
                  <a:cubicBezTo>
                    <a:pt x="211" y="123"/>
                    <a:pt x="222" y="113"/>
                    <a:pt x="227" y="98"/>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 name="Google Shape;1177;p55">
              <a:extLst>
                <a:ext uri="{FF2B5EF4-FFF2-40B4-BE49-F238E27FC236}">
                  <a16:creationId xmlns:a16="http://schemas.microsoft.com/office/drawing/2014/main" id="{50550A6D-A11E-6146-3EF1-36624201F5CD}"/>
                </a:ext>
              </a:extLst>
            </p:cNvPr>
            <p:cNvSpPr/>
            <p:nvPr/>
          </p:nvSpPr>
          <p:spPr>
            <a:xfrm>
              <a:off x="5151944" y="4606960"/>
              <a:ext cx="823312" cy="401960"/>
            </a:xfrm>
            <a:custGeom>
              <a:avLst/>
              <a:gdLst/>
              <a:ahLst/>
              <a:cxnLst/>
              <a:rect l="l" t="t" r="r" b="b"/>
              <a:pathLst>
                <a:path w="824" h="402" extrusionOk="0">
                  <a:moveTo>
                    <a:pt x="813" y="148"/>
                  </a:moveTo>
                  <a:cubicBezTo>
                    <a:pt x="807" y="118"/>
                    <a:pt x="778" y="97"/>
                    <a:pt x="748" y="89"/>
                  </a:cubicBezTo>
                  <a:cubicBezTo>
                    <a:pt x="718" y="82"/>
                    <a:pt x="687" y="86"/>
                    <a:pt x="656" y="88"/>
                  </a:cubicBezTo>
                  <a:cubicBezTo>
                    <a:pt x="463" y="104"/>
                    <a:pt x="267" y="72"/>
                    <a:pt x="87" y="0"/>
                  </a:cubicBezTo>
                  <a:cubicBezTo>
                    <a:pt x="82" y="15"/>
                    <a:pt x="71" y="25"/>
                    <a:pt x="63" y="33"/>
                  </a:cubicBezTo>
                  <a:cubicBezTo>
                    <a:pt x="21" y="87"/>
                    <a:pt x="5" y="149"/>
                    <a:pt x="0" y="213"/>
                  </a:cubicBezTo>
                  <a:cubicBezTo>
                    <a:pt x="44" y="228"/>
                    <a:pt x="86" y="246"/>
                    <a:pt x="126" y="277"/>
                  </a:cubicBezTo>
                  <a:cubicBezTo>
                    <a:pt x="146" y="292"/>
                    <a:pt x="177" y="313"/>
                    <a:pt x="200" y="324"/>
                  </a:cubicBezTo>
                  <a:cubicBezTo>
                    <a:pt x="218" y="333"/>
                    <a:pt x="240" y="345"/>
                    <a:pt x="260" y="350"/>
                  </a:cubicBezTo>
                  <a:cubicBezTo>
                    <a:pt x="387" y="382"/>
                    <a:pt x="490" y="402"/>
                    <a:pt x="630" y="396"/>
                  </a:cubicBezTo>
                  <a:cubicBezTo>
                    <a:pt x="653" y="395"/>
                    <a:pt x="686" y="388"/>
                    <a:pt x="704" y="374"/>
                  </a:cubicBezTo>
                  <a:cubicBezTo>
                    <a:pt x="743" y="344"/>
                    <a:pt x="756" y="327"/>
                    <a:pt x="773" y="296"/>
                  </a:cubicBezTo>
                  <a:cubicBezTo>
                    <a:pt x="799" y="251"/>
                    <a:pt x="824" y="198"/>
                    <a:pt x="813" y="148"/>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178;p55">
              <a:extLst>
                <a:ext uri="{FF2B5EF4-FFF2-40B4-BE49-F238E27FC236}">
                  <a16:creationId xmlns:a16="http://schemas.microsoft.com/office/drawing/2014/main" id="{3B2BDD55-FA24-BB76-5EAF-DA8CC15B6F06}"/>
                </a:ext>
              </a:extLst>
            </p:cNvPr>
            <p:cNvSpPr/>
            <p:nvPr/>
          </p:nvSpPr>
          <p:spPr>
            <a:xfrm>
              <a:off x="5388184" y="3900004"/>
              <a:ext cx="849755" cy="565918"/>
            </a:xfrm>
            <a:custGeom>
              <a:avLst/>
              <a:gdLst/>
              <a:ahLst/>
              <a:cxnLst/>
              <a:rect l="l" t="t" r="r" b="b"/>
              <a:pathLst>
                <a:path w="851" h="566" extrusionOk="0">
                  <a:moveTo>
                    <a:pt x="5" y="566"/>
                  </a:moveTo>
                  <a:cubicBezTo>
                    <a:pt x="3" y="566"/>
                    <a:pt x="2" y="565"/>
                    <a:pt x="1" y="564"/>
                  </a:cubicBezTo>
                  <a:cubicBezTo>
                    <a:pt x="0" y="562"/>
                    <a:pt x="1" y="559"/>
                    <a:pt x="3" y="558"/>
                  </a:cubicBezTo>
                  <a:cubicBezTo>
                    <a:pt x="55" y="526"/>
                    <a:pt x="109" y="494"/>
                    <a:pt x="161" y="464"/>
                  </a:cubicBezTo>
                  <a:cubicBezTo>
                    <a:pt x="258" y="408"/>
                    <a:pt x="358" y="349"/>
                    <a:pt x="451" y="284"/>
                  </a:cubicBezTo>
                  <a:cubicBezTo>
                    <a:pt x="499" y="250"/>
                    <a:pt x="546" y="214"/>
                    <a:pt x="591" y="178"/>
                  </a:cubicBezTo>
                  <a:cubicBezTo>
                    <a:pt x="670" y="116"/>
                    <a:pt x="751" y="52"/>
                    <a:pt x="844" y="2"/>
                  </a:cubicBezTo>
                  <a:cubicBezTo>
                    <a:pt x="846" y="0"/>
                    <a:pt x="849" y="1"/>
                    <a:pt x="850" y="3"/>
                  </a:cubicBezTo>
                  <a:cubicBezTo>
                    <a:pt x="851" y="5"/>
                    <a:pt x="850" y="8"/>
                    <a:pt x="848" y="9"/>
                  </a:cubicBezTo>
                  <a:cubicBezTo>
                    <a:pt x="756" y="59"/>
                    <a:pt x="675" y="123"/>
                    <a:pt x="596" y="185"/>
                  </a:cubicBezTo>
                  <a:cubicBezTo>
                    <a:pt x="551" y="221"/>
                    <a:pt x="504" y="257"/>
                    <a:pt x="456" y="291"/>
                  </a:cubicBezTo>
                  <a:cubicBezTo>
                    <a:pt x="363" y="357"/>
                    <a:pt x="262" y="415"/>
                    <a:pt x="165" y="471"/>
                  </a:cubicBezTo>
                  <a:cubicBezTo>
                    <a:pt x="113" y="502"/>
                    <a:pt x="59" y="533"/>
                    <a:pt x="7" y="565"/>
                  </a:cubicBezTo>
                  <a:cubicBezTo>
                    <a:pt x="6" y="566"/>
                    <a:pt x="6" y="566"/>
                    <a:pt x="5" y="566"/>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179;p55">
              <a:extLst>
                <a:ext uri="{FF2B5EF4-FFF2-40B4-BE49-F238E27FC236}">
                  <a16:creationId xmlns:a16="http://schemas.microsoft.com/office/drawing/2014/main" id="{0FD53509-010A-B3EE-11A5-DF02156C9E61}"/>
                </a:ext>
              </a:extLst>
            </p:cNvPr>
            <p:cNvSpPr/>
            <p:nvPr/>
          </p:nvSpPr>
          <p:spPr>
            <a:xfrm>
              <a:off x="4256350" y="3900004"/>
              <a:ext cx="851523" cy="565918"/>
            </a:xfrm>
            <a:custGeom>
              <a:avLst/>
              <a:gdLst/>
              <a:ahLst/>
              <a:cxnLst/>
              <a:rect l="l" t="t" r="r" b="b"/>
              <a:pathLst>
                <a:path w="851" h="566" extrusionOk="0">
                  <a:moveTo>
                    <a:pt x="846" y="566"/>
                  </a:moveTo>
                  <a:cubicBezTo>
                    <a:pt x="848" y="566"/>
                    <a:pt x="849" y="565"/>
                    <a:pt x="850" y="564"/>
                  </a:cubicBezTo>
                  <a:cubicBezTo>
                    <a:pt x="851" y="562"/>
                    <a:pt x="851" y="559"/>
                    <a:pt x="848" y="558"/>
                  </a:cubicBezTo>
                  <a:cubicBezTo>
                    <a:pt x="796" y="526"/>
                    <a:pt x="742" y="494"/>
                    <a:pt x="690" y="464"/>
                  </a:cubicBezTo>
                  <a:cubicBezTo>
                    <a:pt x="593" y="408"/>
                    <a:pt x="493" y="349"/>
                    <a:pt x="400" y="284"/>
                  </a:cubicBezTo>
                  <a:cubicBezTo>
                    <a:pt x="352" y="250"/>
                    <a:pt x="305" y="214"/>
                    <a:pt x="260" y="178"/>
                  </a:cubicBezTo>
                  <a:cubicBezTo>
                    <a:pt x="181" y="116"/>
                    <a:pt x="100" y="52"/>
                    <a:pt x="7" y="2"/>
                  </a:cubicBezTo>
                  <a:cubicBezTo>
                    <a:pt x="5" y="0"/>
                    <a:pt x="2" y="1"/>
                    <a:pt x="1" y="3"/>
                  </a:cubicBezTo>
                  <a:cubicBezTo>
                    <a:pt x="0" y="5"/>
                    <a:pt x="1" y="8"/>
                    <a:pt x="3" y="9"/>
                  </a:cubicBezTo>
                  <a:cubicBezTo>
                    <a:pt x="95" y="59"/>
                    <a:pt x="176" y="123"/>
                    <a:pt x="255" y="185"/>
                  </a:cubicBezTo>
                  <a:cubicBezTo>
                    <a:pt x="300" y="221"/>
                    <a:pt x="347" y="257"/>
                    <a:pt x="395" y="291"/>
                  </a:cubicBezTo>
                  <a:cubicBezTo>
                    <a:pt x="488" y="357"/>
                    <a:pt x="589" y="415"/>
                    <a:pt x="686" y="471"/>
                  </a:cubicBezTo>
                  <a:cubicBezTo>
                    <a:pt x="738" y="502"/>
                    <a:pt x="792" y="533"/>
                    <a:pt x="844" y="565"/>
                  </a:cubicBezTo>
                  <a:cubicBezTo>
                    <a:pt x="845" y="566"/>
                    <a:pt x="845" y="566"/>
                    <a:pt x="846" y="566"/>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180;p55">
              <a:extLst>
                <a:ext uri="{FF2B5EF4-FFF2-40B4-BE49-F238E27FC236}">
                  <a16:creationId xmlns:a16="http://schemas.microsoft.com/office/drawing/2014/main" id="{040F68DD-77A4-E50F-FCB8-8BF13C26815A}"/>
                </a:ext>
              </a:extLst>
            </p:cNvPr>
            <p:cNvSpPr/>
            <p:nvPr/>
          </p:nvSpPr>
          <p:spPr>
            <a:xfrm>
              <a:off x="4980936" y="820070"/>
              <a:ext cx="327915" cy="682275"/>
            </a:xfrm>
            <a:custGeom>
              <a:avLst/>
              <a:gdLst/>
              <a:ahLst/>
              <a:cxnLst/>
              <a:rect l="l" t="t" r="r" b="b"/>
              <a:pathLst>
                <a:path w="329" h="682" extrusionOk="0">
                  <a:moveTo>
                    <a:pt x="113" y="682"/>
                  </a:moveTo>
                  <a:cubicBezTo>
                    <a:pt x="147" y="652"/>
                    <a:pt x="183" y="629"/>
                    <a:pt x="221" y="605"/>
                  </a:cubicBezTo>
                  <a:cubicBezTo>
                    <a:pt x="243" y="592"/>
                    <a:pt x="269" y="586"/>
                    <a:pt x="289" y="570"/>
                  </a:cubicBezTo>
                  <a:cubicBezTo>
                    <a:pt x="311" y="551"/>
                    <a:pt x="321" y="521"/>
                    <a:pt x="323" y="493"/>
                  </a:cubicBezTo>
                  <a:cubicBezTo>
                    <a:pt x="326" y="464"/>
                    <a:pt x="321" y="435"/>
                    <a:pt x="318" y="406"/>
                  </a:cubicBezTo>
                  <a:cubicBezTo>
                    <a:pt x="312" y="346"/>
                    <a:pt x="314" y="285"/>
                    <a:pt x="316" y="224"/>
                  </a:cubicBezTo>
                  <a:cubicBezTo>
                    <a:pt x="318" y="161"/>
                    <a:pt x="326" y="105"/>
                    <a:pt x="329" y="42"/>
                  </a:cubicBezTo>
                  <a:cubicBezTo>
                    <a:pt x="329" y="34"/>
                    <a:pt x="327" y="17"/>
                    <a:pt x="324" y="10"/>
                  </a:cubicBezTo>
                  <a:cubicBezTo>
                    <a:pt x="321" y="2"/>
                    <a:pt x="311" y="0"/>
                    <a:pt x="303" y="1"/>
                  </a:cubicBezTo>
                  <a:cubicBezTo>
                    <a:pt x="291" y="3"/>
                    <a:pt x="287" y="19"/>
                    <a:pt x="286" y="31"/>
                  </a:cubicBezTo>
                  <a:cubicBezTo>
                    <a:pt x="273" y="37"/>
                    <a:pt x="275" y="50"/>
                    <a:pt x="273" y="61"/>
                  </a:cubicBezTo>
                  <a:cubicBezTo>
                    <a:pt x="262" y="105"/>
                    <a:pt x="250" y="149"/>
                    <a:pt x="239" y="193"/>
                  </a:cubicBezTo>
                  <a:cubicBezTo>
                    <a:pt x="236" y="209"/>
                    <a:pt x="232" y="226"/>
                    <a:pt x="226" y="242"/>
                  </a:cubicBezTo>
                  <a:cubicBezTo>
                    <a:pt x="219" y="262"/>
                    <a:pt x="210" y="282"/>
                    <a:pt x="203" y="302"/>
                  </a:cubicBezTo>
                  <a:cubicBezTo>
                    <a:pt x="190" y="339"/>
                    <a:pt x="191" y="367"/>
                    <a:pt x="184" y="405"/>
                  </a:cubicBezTo>
                  <a:cubicBezTo>
                    <a:pt x="182" y="421"/>
                    <a:pt x="171" y="447"/>
                    <a:pt x="164" y="460"/>
                  </a:cubicBezTo>
                  <a:cubicBezTo>
                    <a:pt x="147" y="490"/>
                    <a:pt x="112" y="504"/>
                    <a:pt x="79" y="515"/>
                  </a:cubicBezTo>
                  <a:cubicBezTo>
                    <a:pt x="53" y="525"/>
                    <a:pt x="27" y="534"/>
                    <a:pt x="0" y="544"/>
                  </a:cubicBezTo>
                  <a:cubicBezTo>
                    <a:pt x="0" y="544"/>
                    <a:pt x="7" y="578"/>
                    <a:pt x="35" y="615"/>
                  </a:cubicBezTo>
                  <a:cubicBezTo>
                    <a:pt x="76" y="668"/>
                    <a:pt x="113" y="682"/>
                    <a:pt x="113" y="682"/>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181;p55">
              <a:extLst>
                <a:ext uri="{FF2B5EF4-FFF2-40B4-BE49-F238E27FC236}">
                  <a16:creationId xmlns:a16="http://schemas.microsoft.com/office/drawing/2014/main" id="{CB185E4B-B404-13E7-4CD5-C3D4D32A052A}"/>
                </a:ext>
              </a:extLst>
            </p:cNvPr>
            <p:cNvSpPr/>
            <p:nvPr/>
          </p:nvSpPr>
          <p:spPr>
            <a:xfrm>
              <a:off x="5215412" y="913509"/>
              <a:ext cx="89913" cy="179824"/>
            </a:xfrm>
            <a:custGeom>
              <a:avLst/>
              <a:gdLst/>
              <a:ahLst/>
              <a:cxnLst/>
              <a:rect l="l" t="t" r="r" b="b"/>
              <a:pathLst>
                <a:path w="89" h="180" extrusionOk="0">
                  <a:moveTo>
                    <a:pt x="3" y="180"/>
                  </a:moveTo>
                  <a:cubicBezTo>
                    <a:pt x="3" y="180"/>
                    <a:pt x="2" y="180"/>
                    <a:pt x="2" y="179"/>
                  </a:cubicBezTo>
                  <a:cubicBezTo>
                    <a:pt x="1" y="179"/>
                    <a:pt x="0" y="177"/>
                    <a:pt x="1" y="176"/>
                  </a:cubicBezTo>
                  <a:cubicBezTo>
                    <a:pt x="21" y="132"/>
                    <a:pt x="41" y="88"/>
                    <a:pt x="45" y="39"/>
                  </a:cubicBezTo>
                  <a:cubicBezTo>
                    <a:pt x="47" y="7"/>
                    <a:pt x="58" y="0"/>
                    <a:pt x="67" y="0"/>
                  </a:cubicBezTo>
                  <a:cubicBezTo>
                    <a:pt x="74" y="0"/>
                    <a:pt x="79" y="2"/>
                    <a:pt x="83" y="6"/>
                  </a:cubicBezTo>
                  <a:cubicBezTo>
                    <a:pt x="89" y="13"/>
                    <a:pt x="89" y="23"/>
                    <a:pt x="88" y="31"/>
                  </a:cubicBezTo>
                  <a:cubicBezTo>
                    <a:pt x="88" y="32"/>
                    <a:pt x="87" y="33"/>
                    <a:pt x="85" y="33"/>
                  </a:cubicBezTo>
                  <a:cubicBezTo>
                    <a:pt x="84" y="33"/>
                    <a:pt x="83" y="32"/>
                    <a:pt x="83" y="30"/>
                  </a:cubicBezTo>
                  <a:cubicBezTo>
                    <a:pt x="84" y="25"/>
                    <a:pt x="84" y="15"/>
                    <a:pt x="79" y="10"/>
                  </a:cubicBezTo>
                  <a:cubicBezTo>
                    <a:pt x="76" y="7"/>
                    <a:pt x="72" y="5"/>
                    <a:pt x="67" y="5"/>
                  </a:cubicBezTo>
                  <a:cubicBezTo>
                    <a:pt x="54" y="5"/>
                    <a:pt x="51" y="27"/>
                    <a:pt x="50" y="40"/>
                  </a:cubicBezTo>
                  <a:cubicBezTo>
                    <a:pt x="46" y="89"/>
                    <a:pt x="25" y="134"/>
                    <a:pt x="6" y="178"/>
                  </a:cubicBezTo>
                  <a:cubicBezTo>
                    <a:pt x="5" y="179"/>
                    <a:pt x="4" y="180"/>
                    <a:pt x="3" y="180"/>
                  </a:cubicBezTo>
                  <a:close/>
                </a:path>
              </a:pathLst>
            </a:custGeom>
            <a:solidFill>
              <a:srgbClr val="5C2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182;p55">
              <a:extLst>
                <a:ext uri="{FF2B5EF4-FFF2-40B4-BE49-F238E27FC236}">
                  <a16:creationId xmlns:a16="http://schemas.microsoft.com/office/drawing/2014/main" id="{35C55B2C-75DC-1560-936A-20DEA2D652A4}"/>
                </a:ext>
              </a:extLst>
            </p:cNvPr>
            <p:cNvSpPr/>
            <p:nvPr/>
          </p:nvSpPr>
          <p:spPr>
            <a:xfrm>
              <a:off x="5266539" y="844752"/>
              <a:ext cx="42311" cy="93439"/>
            </a:xfrm>
            <a:custGeom>
              <a:avLst/>
              <a:gdLst/>
              <a:ahLst/>
              <a:cxnLst/>
              <a:rect l="l" t="t" r="r" b="b"/>
              <a:pathLst>
                <a:path w="43" h="94" extrusionOk="0">
                  <a:moveTo>
                    <a:pt x="40" y="94"/>
                  </a:moveTo>
                  <a:cubicBezTo>
                    <a:pt x="39" y="94"/>
                    <a:pt x="38" y="93"/>
                    <a:pt x="38" y="92"/>
                  </a:cubicBezTo>
                  <a:cubicBezTo>
                    <a:pt x="37" y="88"/>
                    <a:pt x="37" y="76"/>
                    <a:pt x="36" y="62"/>
                  </a:cubicBezTo>
                  <a:cubicBezTo>
                    <a:pt x="36" y="50"/>
                    <a:pt x="35" y="37"/>
                    <a:pt x="35" y="33"/>
                  </a:cubicBezTo>
                  <a:cubicBezTo>
                    <a:pt x="34" y="28"/>
                    <a:pt x="34" y="23"/>
                    <a:pt x="32" y="18"/>
                  </a:cubicBezTo>
                  <a:cubicBezTo>
                    <a:pt x="29" y="13"/>
                    <a:pt x="25" y="10"/>
                    <a:pt x="20" y="8"/>
                  </a:cubicBezTo>
                  <a:cubicBezTo>
                    <a:pt x="14" y="6"/>
                    <a:pt x="8" y="6"/>
                    <a:pt x="4" y="8"/>
                  </a:cubicBezTo>
                  <a:cubicBezTo>
                    <a:pt x="2" y="9"/>
                    <a:pt x="1" y="8"/>
                    <a:pt x="0" y="7"/>
                  </a:cubicBezTo>
                  <a:cubicBezTo>
                    <a:pt x="0" y="6"/>
                    <a:pt x="0" y="4"/>
                    <a:pt x="1" y="4"/>
                  </a:cubicBezTo>
                  <a:cubicBezTo>
                    <a:pt x="7" y="1"/>
                    <a:pt x="15" y="0"/>
                    <a:pt x="21" y="3"/>
                  </a:cubicBezTo>
                  <a:cubicBezTo>
                    <a:pt x="28" y="5"/>
                    <a:pt x="34" y="10"/>
                    <a:pt x="36" y="16"/>
                  </a:cubicBezTo>
                  <a:cubicBezTo>
                    <a:pt x="39" y="21"/>
                    <a:pt x="39" y="28"/>
                    <a:pt x="40" y="33"/>
                  </a:cubicBezTo>
                  <a:cubicBezTo>
                    <a:pt x="40" y="36"/>
                    <a:pt x="41" y="49"/>
                    <a:pt x="41" y="62"/>
                  </a:cubicBezTo>
                  <a:cubicBezTo>
                    <a:pt x="42" y="75"/>
                    <a:pt x="43" y="88"/>
                    <a:pt x="43" y="91"/>
                  </a:cubicBezTo>
                  <a:cubicBezTo>
                    <a:pt x="43" y="93"/>
                    <a:pt x="42" y="94"/>
                    <a:pt x="41" y="94"/>
                  </a:cubicBezTo>
                  <a:cubicBezTo>
                    <a:pt x="41" y="94"/>
                    <a:pt x="40" y="94"/>
                    <a:pt x="40" y="94"/>
                  </a:cubicBezTo>
                  <a:close/>
                </a:path>
              </a:pathLst>
            </a:custGeom>
            <a:solidFill>
              <a:srgbClr val="5C2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183;p55">
              <a:extLst>
                <a:ext uri="{FF2B5EF4-FFF2-40B4-BE49-F238E27FC236}">
                  <a16:creationId xmlns:a16="http://schemas.microsoft.com/office/drawing/2014/main" id="{BB3BC7D3-E8FE-DEB3-39BD-ADF3F9CC3D1E}"/>
                </a:ext>
              </a:extLst>
            </p:cNvPr>
            <p:cNvSpPr/>
            <p:nvPr/>
          </p:nvSpPr>
          <p:spPr>
            <a:xfrm>
              <a:off x="5296509" y="820070"/>
              <a:ext cx="333205" cy="682275"/>
            </a:xfrm>
            <a:custGeom>
              <a:avLst/>
              <a:gdLst/>
              <a:ahLst/>
              <a:cxnLst/>
              <a:rect l="l" t="t" r="r" b="b"/>
              <a:pathLst>
                <a:path w="333" h="682" extrusionOk="0">
                  <a:moveTo>
                    <a:pt x="220" y="682"/>
                  </a:moveTo>
                  <a:cubicBezTo>
                    <a:pt x="186" y="652"/>
                    <a:pt x="151" y="629"/>
                    <a:pt x="113" y="605"/>
                  </a:cubicBezTo>
                  <a:cubicBezTo>
                    <a:pt x="91" y="592"/>
                    <a:pt x="64" y="586"/>
                    <a:pt x="45" y="570"/>
                  </a:cubicBezTo>
                  <a:cubicBezTo>
                    <a:pt x="23" y="551"/>
                    <a:pt x="7" y="520"/>
                    <a:pt x="5" y="491"/>
                  </a:cubicBezTo>
                  <a:cubicBezTo>
                    <a:pt x="2" y="463"/>
                    <a:pt x="6" y="441"/>
                    <a:pt x="9" y="412"/>
                  </a:cubicBezTo>
                  <a:cubicBezTo>
                    <a:pt x="16" y="352"/>
                    <a:pt x="12" y="287"/>
                    <a:pt x="9" y="226"/>
                  </a:cubicBezTo>
                  <a:cubicBezTo>
                    <a:pt x="7" y="163"/>
                    <a:pt x="0" y="142"/>
                    <a:pt x="5" y="42"/>
                  </a:cubicBezTo>
                  <a:cubicBezTo>
                    <a:pt x="5" y="34"/>
                    <a:pt x="6" y="17"/>
                    <a:pt x="9" y="10"/>
                  </a:cubicBezTo>
                  <a:cubicBezTo>
                    <a:pt x="12" y="2"/>
                    <a:pt x="23" y="0"/>
                    <a:pt x="30" y="1"/>
                  </a:cubicBezTo>
                  <a:cubicBezTo>
                    <a:pt x="43" y="3"/>
                    <a:pt x="46" y="19"/>
                    <a:pt x="47" y="31"/>
                  </a:cubicBezTo>
                  <a:cubicBezTo>
                    <a:pt x="61" y="37"/>
                    <a:pt x="58" y="50"/>
                    <a:pt x="61" y="61"/>
                  </a:cubicBezTo>
                  <a:cubicBezTo>
                    <a:pt x="71" y="105"/>
                    <a:pt x="84" y="149"/>
                    <a:pt x="94" y="193"/>
                  </a:cubicBezTo>
                  <a:cubicBezTo>
                    <a:pt x="98" y="209"/>
                    <a:pt x="102" y="226"/>
                    <a:pt x="107" y="242"/>
                  </a:cubicBezTo>
                  <a:cubicBezTo>
                    <a:pt x="114" y="262"/>
                    <a:pt x="124" y="282"/>
                    <a:pt x="131" y="302"/>
                  </a:cubicBezTo>
                  <a:cubicBezTo>
                    <a:pt x="144" y="339"/>
                    <a:pt x="142" y="367"/>
                    <a:pt x="149" y="405"/>
                  </a:cubicBezTo>
                  <a:cubicBezTo>
                    <a:pt x="152" y="421"/>
                    <a:pt x="162" y="447"/>
                    <a:pt x="170" y="460"/>
                  </a:cubicBezTo>
                  <a:cubicBezTo>
                    <a:pt x="187" y="490"/>
                    <a:pt x="222" y="504"/>
                    <a:pt x="254" y="515"/>
                  </a:cubicBezTo>
                  <a:cubicBezTo>
                    <a:pt x="280" y="525"/>
                    <a:pt x="307" y="534"/>
                    <a:pt x="333" y="544"/>
                  </a:cubicBezTo>
                  <a:cubicBezTo>
                    <a:pt x="333" y="544"/>
                    <a:pt x="326" y="578"/>
                    <a:pt x="298" y="615"/>
                  </a:cubicBezTo>
                  <a:cubicBezTo>
                    <a:pt x="258" y="668"/>
                    <a:pt x="220" y="682"/>
                    <a:pt x="220" y="682"/>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184;p55">
              <a:extLst>
                <a:ext uri="{FF2B5EF4-FFF2-40B4-BE49-F238E27FC236}">
                  <a16:creationId xmlns:a16="http://schemas.microsoft.com/office/drawing/2014/main" id="{530CC440-15D8-79A3-2ADB-6D6193266F2D}"/>
                </a:ext>
              </a:extLst>
            </p:cNvPr>
            <p:cNvSpPr/>
            <p:nvPr/>
          </p:nvSpPr>
          <p:spPr>
            <a:xfrm>
              <a:off x="5300035" y="913509"/>
              <a:ext cx="93439" cy="179824"/>
            </a:xfrm>
            <a:custGeom>
              <a:avLst/>
              <a:gdLst/>
              <a:ahLst/>
              <a:cxnLst/>
              <a:rect l="l" t="t" r="r" b="b"/>
              <a:pathLst>
                <a:path w="95" h="181" extrusionOk="0">
                  <a:moveTo>
                    <a:pt x="92" y="181"/>
                  </a:moveTo>
                  <a:cubicBezTo>
                    <a:pt x="91" y="181"/>
                    <a:pt x="90" y="180"/>
                    <a:pt x="90" y="179"/>
                  </a:cubicBezTo>
                  <a:cubicBezTo>
                    <a:pt x="70" y="135"/>
                    <a:pt x="49" y="90"/>
                    <a:pt x="46" y="41"/>
                  </a:cubicBezTo>
                  <a:cubicBezTo>
                    <a:pt x="45" y="28"/>
                    <a:pt x="41" y="7"/>
                    <a:pt x="28" y="6"/>
                  </a:cubicBezTo>
                  <a:cubicBezTo>
                    <a:pt x="27" y="6"/>
                    <a:pt x="27" y="6"/>
                    <a:pt x="27" y="6"/>
                  </a:cubicBezTo>
                  <a:cubicBezTo>
                    <a:pt x="23" y="6"/>
                    <a:pt x="19" y="5"/>
                    <a:pt x="15" y="9"/>
                  </a:cubicBezTo>
                  <a:cubicBezTo>
                    <a:pt x="9" y="15"/>
                    <a:pt x="5" y="32"/>
                    <a:pt x="5" y="60"/>
                  </a:cubicBezTo>
                  <a:cubicBezTo>
                    <a:pt x="5" y="61"/>
                    <a:pt x="4" y="62"/>
                    <a:pt x="3" y="62"/>
                  </a:cubicBezTo>
                  <a:cubicBezTo>
                    <a:pt x="1" y="62"/>
                    <a:pt x="0" y="61"/>
                    <a:pt x="0" y="60"/>
                  </a:cubicBezTo>
                  <a:cubicBezTo>
                    <a:pt x="0" y="30"/>
                    <a:pt x="4" y="12"/>
                    <a:pt x="12" y="5"/>
                  </a:cubicBezTo>
                  <a:cubicBezTo>
                    <a:pt x="17" y="0"/>
                    <a:pt x="23" y="1"/>
                    <a:pt x="28" y="1"/>
                  </a:cubicBezTo>
                  <a:cubicBezTo>
                    <a:pt x="29" y="1"/>
                    <a:pt x="29" y="1"/>
                    <a:pt x="29" y="1"/>
                  </a:cubicBezTo>
                  <a:cubicBezTo>
                    <a:pt x="41" y="2"/>
                    <a:pt x="49" y="16"/>
                    <a:pt x="51" y="40"/>
                  </a:cubicBezTo>
                  <a:cubicBezTo>
                    <a:pt x="55" y="89"/>
                    <a:pt x="75" y="133"/>
                    <a:pt x="95" y="177"/>
                  </a:cubicBezTo>
                  <a:cubicBezTo>
                    <a:pt x="95" y="178"/>
                    <a:pt x="95" y="180"/>
                    <a:pt x="93" y="180"/>
                  </a:cubicBezTo>
                  <a:cubicBezTo>
                    <a:pt x="93" y="181"/>
                    <a:pt x="93" y="181"/>
                    <a:pt x="92" y="181"/>
                  </a:cubicBezTo>
                  <a:close/>
                </a:path>
              </a:pathLst>
            </a:custGeom>
            <a:solidFill>
              <a:srgbClr val="5C2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 name="Google Shape;1185;p55">
              <a:extLst>
                <a:ext uri="{FF2B5EF4-FFF2-40B4-BE49-F238E27FC236}">
                  <a16:creationId xmlns:a16="http://schemas.microsoft.com/office/drawing/2014/main" id="{91FE350B-7F33-0D2B-D650-8078F1005893}"/>
                </a:ext>
              </a:extLst>
            </p:cNvPr>
            <p:cNvSpPr/>
            <p:nvPr/>
          </p:nvSpPr>
          <p:spPr>
            <a:xfrm>
              <a:off x="5301798" y="844752"/>
              <a:ext cx="44075" cy="93439"/>
            </a:xfrm>
            <a:custGeom>
              <a:avLst/>
              <a:gdLst/>
              <a:ahLst/>
              <a:cxnLst/>
              <a:rect l="l" t="t" r="r" b="b"/>
              <a:pathLst>
                <a:path w="44" h="94" extrusionOk="0">
                  <a:moveTo>
                    <a:pt x="3" y="94"/>
                  </a:moveTo>
                  <a:cubicBezTo>
                    <a:pt x="3" y="94"/>
                    <a:pt x="3" y="94"/>
                    <a:pt x="3" y="94"/>
                  </a:cubicBezTo>
                  <a:cubicBezTo>
                    <a:pt x="1" y="94"/>
                    <a:pt x="0" y="93"/>
                    <a:pt x="0" y="91"/>
                  </a:cubicBezTo>
                  <a:cubicBezTo>
                    <a:pt x="1" y="88"/>
                    <a:pt x="1" y="75"/>
                    <a:pt x="2" y="62"/>
                  </a:cubicBezTo>
                  <a:cubicBezTo>
                    <a:pt x="3" y="49"/>
                    <a:pt x="3" y="36"/>
                    <a:pt x="3" y="33"/>
                  </a:cubicBezTo>
                  <a:cubicBezTo>
                    <a:pt x="4" y="28"/>
                    <a:pt x="4" y="21"/>
                    <a:pt x="7" y="16"/>
                  </a:cubicBezTo>
                  <a:cubicBezTo>
                    <a:pt x="10" y="10"/>
                    <a:pt x="15" y="5"/>
                    <a:pt x="22" y="3"/>
                  </a:cubicBezTo>
                  <a:cubicBezTo>
                    <a:pt x="29" y="0"/>
                    <a:pt x="36" y="1"/>
                    <a:pt x="42" y="4"/>
                  </a:cubicBezTo>
                  <a:cubicBezTo>
                    <a:pt x="43" y="4"/>
                    <a:pt x="44" y="6"/>
                    <a:pt x="43" y="7"/>
                  </a:cubicBezTo>
                  <a:cubicBezTo>
                    <a:pt x="43" y="8"/>
                    <a:pt x="41" y="9"/>
                    <a:pt x="40" y="8"/>
                  </a:cubicBezTo>
                  <a:cubicBezTo>
                    <a:pt x="35" y="6"/>
                    <a:pt x="29" y="6"/>
                    <a:pt x="24" y="8"/>
                  </a:cubicBezTo>
                  <a:cubicBezTo>
                    <a:pt x="18" y="10"/>
                    <a:pt x="14" y="13"/>
                    <a:pt x="12" y="18"/>
                  </a:cubicBezTo>
                  <a:cubicBezTo>
                    <a:pt x="10" y="23"/>
                    <a:pt x="9" y="28"/>
                    <a:pt x="9" y="33"/>
                  </a:cubicBezTo>
                  <a:cubicBezTo>
                    <a:pt x="8" y="37"/>
                    <a:pt x="8" y="50"/>
                    <a:pt x="7" y="62"/>
                  </a:cubicBezTo>
                  <a:cubicBezTo>
                    <a:pt x="7" y="76"/>
                    <a:pt x="6" y="88"/>
                    <a:pt x="6" y="92"/>
                  </a:cubicBezTo>
                  <a:cubicBezTo>
                    <a:pt x="6" y="93"/>
                    <a:pt x="4" y="94"/>
                    <a:pt x="3" y="94"/>
                  </a:cubicBezTo>
                  <a:close/>
                </a:path>
              </a:pathLst>
            </a:custGeom>
            <a:solidFill>
              <a:srgbClr val="5C2A4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 name="Google Shape;1186;p55">
              <a:extLst>
                <a:ext uri="{FF2B5EF4-FFF2-40B4-BE49-F238E27FC236}">
                  <a16:creationId xmlns:a16="http://schemas.microsoft.com/office/drawing/2014/main" id="{0F9A0090-517C-E450-19B9-0657A19B06E3}"/>
                </a:ext>
              </a:extLst>
            </p:cNvPr>
            <p:cNvSpPr/>
            <p:nvPr/>
          </p:nvSpPr>
          <p:spPr>
            <a:xfrm>
              <a:off x="3995429" y="1292550"/>
              <a:ext cx="2570419" cy="2979434"/>
            </a:xfrm>
            <a:custGeom>
              <a:avLst/>
              <a:gdLst/>
              <a:ahLst/>
              <a:cxnLst/>
              <a:rect l="l" t="t" r="r" b="b"/>
              <a:pathLst>
                <a:path w="2569" h="2977" extrusionOk="0">
                  <a:moveTo>
                    <a:pt x="1000" y="0"/>
                  </a:moveTo>
                  <a:cubicBezTo>
                    <a:pt x="554" y="175"/>
                    <a:pt x="254" y="375"/>
                    <a:pt x="99" y="494"/>
                  </a:cubicBezTo>
                  <a:cubicBezTo>
                    <a:pt x="23" y="551"/>
                    <a:pt x="0" y="654"/>
                    <a:pt x="43" y="738"/>
                  </a:cubicBezTo>
                  <a:cubicBezTo>
                    <a:pt x="315" y="1269"/>
                    <a:pt x="645" y="1719"/>
                    <a:pt x="645" y="1719"/>
                  </a:cubicBezTo>
                  <a:cubicBezTo>
                    <a:pt x="714" y="2230"/>
                    <a:pt x="663" y="2677"/>
                    <a:pt x="663" y="2677"/>
                  </a:cubicBezTo>
                  <a:cubicBezTo>
                    <a:pt x="663" y="2677"/>
                    <a:pt x="1000" y="2896"/>
                    <a:pt x="1136" y="2912"/>
                  </a:cubicBezTo>
                  <a:cubicBezTo>
                    <a:pt x="1669" y="2977"/>
                    <a:pt x="1905" y="2698"/>
                    <a:pt x="1905" y="2698"/>
                  </a:cubicBezTo>
                  <a:cubicBezTo>
                    <a:pt x="1866" y="2066"/>
                    <a:pt x="1909" y="1745"/>
                    <a:pt x="1909" y="1745"/>
                  </a:cubicBezTo>
                  <a:cubicBezTo>
                    <a:pt x="2195" y="1395"/>
                    <a:pt x="2419" y="915"/>
                    <a:pt x="2527" y="660"/>
                  </a:cubicBezTo>
                  <a:cubicBezTo>
                    <a:pt x="2569" y="560"/>
                    <a:pt x="2529" y="445"/>
                    <a:pt x="2434" y="393"/>
                  </a:cubicBezTo>
                  <a:cubicBezTo>
                    <a:pt x="1955" y="130"/>
                    <a:pt x="1614" y="18"/>
                    <a:pt x="1614" y="18"/>
                  </a:cubicBezTo>
                  <a:cubicBezTo>
                    <a:pt x="1601" y="169"/>
                    <a:pt x="1461" y="241"/>
                    <a:pt x="1461" y="241"/>
                  </a:cubicBezTo>
                  <a:cubicBezTo>
                    <a:pt x="1695" y="405"/>
                    <a:pt x="2173" y="667"/>
                    <a:pt x="2173" y="667"/>
                  </a:cubicBezTo>
                  <a:cubicBezTo>
                    <a:pt x="2043" y="957"/>
                    <a:pt x="1725" y="1210"/>
                    <a:pt x="1725" y="1210"/>
                  </a:cubicBezTo>
                  <a:cubicBezTo>
                    <a:pt x="1601" y="1273"/>
                    <a:pt x="1487" y="1280"/>
                    <a:pt x="1487" y="1280"/>
                  </a:cubicBezTo>
                  <a:cubicBezTo>
                    <a:pt x="1153" y="1284"/>
                    <a:pt x="1153" y="1284"/>
                    <a:pt x="1153" y="1284"/>
                  </a:cubicBezTo>
                  <a:cubicBezTo>
                    <a:pt x="1010" y="1319"/>
                    <a:pt x="872" y="1197"/>
                    <a:pt x="872" y="1197"/>
                  </a:cubicBezTo>
                  <a:cubicBezTo>
                    <a:pt x="582" y="912"/>
                    <a:pt x="454" y="676"/>
                    <a:pt x="454" y="676"/>
                  </a:cubicBezTo>
                  <a:cubicBezTo>
                    <a:pt x="774" y="498"/>
                    <a:pt x="1158" y="219"/>
                    <a:pt x="1158" y="219"/>
                  </a:cubicBezTo>
                  <a:cubicBezTo>
                    <a:pt x="1019" y="176"/>
                    <a:pt x="1000" y="0"/>
                    <a:pt x="1000" y="0"/>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 name="Google Shape;1187;p55">
              <a:extLst>
                <a:ext uri="{FF2B5EF4-FFF2-40B4-BE49-F238E27FC236}">
                  <a16:creationId xmlns:a16="http://schemas.microsoft.com/office/drawing/2014/main" id="{77F68EA0-BFA2-262B-4565-0C8C853237D5}"/>
                </a:ext>
              </a:extLst>
            </p:cNvPr>
            <p:cNvSpPr/>
            <p:nvPr/>
          </p:nvSpPr>
          <p:spPr>
            <a:xfrm>
              <a:off x="5063795" y="2380312"/>
              <a:ext cx="449560" cy="363175"/>
            </a:xfrm>
            <a:custGeom>
              <a:avLst/>
              <a:gdLst/>
              <a:ahLst/>
              <a:cxnLst/>
              <a:rect l="l" t="t" r="r" b="b"/>
              <a:pathLst>
                <a:path w="450" h="362" extrusionOk="0">
                  <a:moveTo>
                    <a:pt x="398" y="193"/>
                  </a:moveTo>
                  <a:cubicBezTo>
                    <a:pt x="387" y="0"/>
                    <a:pt x="387" y="0"/>
                    <a:pt x="387" y="0"/>
                  </a:cubicBezTo>
                  <a:cubicBezTo>
                    <a:pt x="58" y="4"/>
                    <a:pt x="58" y="4"/>
                    <a:pt x="58" y="4"/>
                  </a:cubicBezTo>
                  <a:cubicBezTo>
                    <a:pt x="52" y="201"/>
                    <a:pt x="52" y="201"/>
                    <a:pt x="52" y="201"/>
                  </a:cubicBezTo>
                  <a:cubicBezTo>
                    <a:pt x="0" y="201"/>
                    <a:pt x="0" y="201"/>
                    <a:pt x="0" y="201"/>
                  </a:cubicBezTo>
                  <a:cubicBezTo>
                    <a:pt x="0" y="201"/>
                    <a:pt x="21" y="362"/>
                    <a:pt x="247" y="357"/>
                  </a:cubicBezTo>
                  <a:cubicBezTo>
                    <a:pt x="433" y="354"/>
                    <a:pt x="450" y="188"/>
                    <a:pt x="450" y="188"/>
                  </a:cubicBezTo>
                  <a:lnTo>
                    <a:pt x="398" y="193"/>
                  </a:ln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 name="Google Shape;1188;p55">
              <a:extLst>
                <a:ext uri="{FF2B5EF4-FFF2-40B4-BE49-F238E27FC236}">
                  <a16:creationId xmlns:a16="http://schemas.microsoft.com/office/drawing/2014/main" id="{A935E0ED-7D7F-4F37-D59E-3E8139D09C6F}"/>
                </a:ext>
              </a:extLst>
            </p:cNvPr>
            <p:cNvSpPr/>
            <p:nvPr/>
          </p:nvSpPr>
          <p:spPr>
            <a:xfrm>
              <a:off x="5012669" y="1817919"/>
              <a:ext cx="558866" cy="652305"/>
            </a:xfrm>
            <a:custGeom>
              <a:avLst/>
              <a:gdLst/>
              <a:ahLst/>
              <a:cxnLst/>
              <a:rect l="l" t="t" r="r" b="b"/>
              <a:pathLst>
                <a:path w="559" h="652" extrusionOk="0">
                  <a:moveTo>
                    <a:pt x="350" y="652"/>
                  </a:moveTo>
                  <a:cubicBezTo>
                    <a:pt x="208" y="652"/>
                    <a:pt x="208" y="652"/>
                    <a:pt x="208" y="652"/>
                  </a:cubicBezTo>
                  <a:cubicBezTo>
                    <a:pt x="136" y="652"/>
                    <a:pt x="75" y="572"/>
                    <a:pt x="65" y="514"/>
                  </a:cubicBezTo>
                  <a:cubicBezTo>
                    <a:pt x="17" y="238"/>
                    <a:pt x="17" y="238"/>
                    <a:pt x="17" y="238"/>
                  </a:cubicBezTo>
                  <a:cubicBezTo>
                    <a:pt x="0" y="141"/>
                    <a:pt x="61" y="0"/>
                    <a:pt x="169" y="0"/>
                  </a:cubicBezTo>
                  <a:cubicBezTo>
                    <a:pt x="398" y="5"/>
                    <a:pt x="398" y="5"/>
                    <a:pt x="398" y="5"/>
                  </a:cubicBezTo>
                  <a:cubicBezTo>
                    <a:pt x="506" y="5"/>
                    <a:pt x="559" y="127"/>
                    <a:pt x="541" y="225"/>
                  </a:cubicBezTo>
                  <a:cubicBezTo>
                    <a:pt x="498" y="507"/>
                    <a:pt x="498" y="507"/>
                    <a:pt x="498" y="507"/>
                  </a:cubicBezTo>
                  <a:cubicBezTo>
                    <a:pt x="488" y="564"/>
                    <a:pt x="422" y="652"/>
                    <a:pt x="350" y="652"/>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 name="Google Shape;1189;p55">
              <a:extLst>
                <a:ext uri="{FF2B5EF4-FFF2-40B4-BE49-F238E27FC236}">
                  <a16:creationId xmlns:a16="http://schemas.microsoft.com/office/drawing/2014/main" id="{C16C90CD-CDD9-56BE-82A7-2D24878C0398}"/>
                </a:ext>
              </a:extLst>
            </p:cNvPr>
            <p:cNvSpPr/>
            <p:nvPr/>
          </p:nvSpPr>
          <p:spPr>
            <a:xfrm>
              <a:off x="5444599" y="2050633"/>
              <a:ext cx="178061" cy="209796"/>
            </a:xfrm>
            <a:custGeom>
              <a:avLst/>
              <a:gdLst/>
              <a:ahLst/>
              <a:cxnLst/>
              <a:rect l="l" t="t" r="r" b="b"/>
              <a:pathLst>
                <a:path w="178" h="209" extrusionOk="0">
                  <a:moveTo>
                    <a:pt x="153" y="142"/>
                  </a:moveTo>
                  <a:cubicBezTo>
                    <a:pt x="129" y="188"/>
                    <a:pt x="80" y="209"/>
                    <a:pt x="45" y="189"/>
                  </a:cubicBezTo>
                  <a:cubicBezTo>
                    <a:pt x="9" y="169"/>
                    <a:pt x="0" y="115"/>
                    <a:pt x="25" y="68"/>
                  </a:cubicBezTo>
                  <a:cubicBezTo>
                    <a:pt x="50" y="21"/>
                    <a:pt x="99" y="0"/>
                    <a:pt x="134" y="20"/>
                  </a:cubicBezTo>
                  <a:cubicBezTo>
                    <a:pt x="169" y="41"/>
                    <a:pt x="178" y="95"/>
                    <a:pt x="153" y="142"/>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 name="Google Shape;1190;p55">
              <a:extLst>
                <a:ext uri="{FF2B5EF4-FFF2-40B4-BE49-F238E27FC236}">
                  <a16:creationId xmlns:a16="http://schemas.microsoft.com/office/drawing/2014/main" id="{36DB1F61-1EE1-15F9-FF66-94CE8B87B722}"/>
                </a:ext>
              </a:extLst>
            </p:cNvPr>
            <p:cNvSpPr/>
            <p:nvPr/>
          </p:nvSpPr>
          <p:spPr>
            <a:xfrm>
              <a:off x="4952728" y="2061211"/>
              <a:ext cx="178061" cy="208032"/>
            </a:xfrm>
            <a:custGeom>
              <a:avLst/>
              <a:gdLst/>
              <a:ahLst/>
              <a:cxnLst/>
              <a:rect l="l" t="t" r="r" b="b"/>
              <a:pathLst>
                <a:path w="178" h="209" extrusionOk="0">
                  <a:moveTo>
                    <a:pt x="25" y="141"/>
                  </a:moveTo>
                  <a:cubicBezTo>
                    <a:pt x="50" y="188"/>
                    <a:pt x="98" y="209"/>
                    <a:pt x="134" y="189"/>
                  </a:cubicBezTo>
                  <a:cubicBezTo>
                    <a:pt x="169" y="168"/>
                    <a:pt x="178" y="114"/>
                    <a:pt x="153" y="68"/>
                  </a:cubicBezTo>
                  <a:cubicBezTo>
                    <a:pt x="129" y="21"/>
                    <a:pt x="80" y="0"/>
                    <a:pt x="44" y="20"/>
                  </a:cubicBezTo>
                  <a:cubicBezTo>
                    <a:pt x="9" y="40"/>
                    <a:pt x="0" y="95"/>
                    <a:pt x="25" y="141"/>
                  </a:cubicBez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1191;p55">
              <a:extLst>
                <a:ext uri="{FF2B5EF4-FFF2-40B4-BE49-F238E27FC236}">
                  <a16:creationId xmlns:a16="http://schemas.microsoft.com/office/drawing/2014/main" id="{ECBE94CB-84DE-E909-5D0B-C64BB8B7CB25}"/>
                </a:ext>
              </a:extLst>
            </p:cNvPr>
            <p:cNvSpPr/>
            <p:nvPr/>
          </p:nvSpPr>
          <p:spPr>
            <a:xfrm>
              <a:off x="5211886" y="1997744"/>
              <a:ext cx="167484" cy="26445"/>
            </a:xfrm>
            <a:custGeom>
              <a:avLst/>
              <a:gdLst/>
              <a:ahLst/>
              <a:cxnLst/>
              <a:rect l="l" t="t" r="r" b="b"/>
              <a:pathLst>
                <a:path w="167" h="25" extrusionOk="0">
                  <a:moveTo>
                    <a:pt x="79" y="25"/>
                  </a:moveTo>
                  <a:cubicBezTo>
                    <a:pt x="76" y="25"/>
                    <a:pt x="72" y="24"/>
                    <a:pt x="67" y="21"/>
                  </a:cubicBezTo>
                  <a:cubicBezTo>
                    <a:pt x="65" y="19"/>
                    <a:pt x="63" y="17"/>
                    <a:pt x="61" y="15"/>
                  </a:cubicBezTo>
                  <a:cubicBezTo>
                    <a:pt x="58" y="11"/>
                    <a:pt x="54" y="6"/>
                    <a:pt x="50" y="6"/>
                  </a:cubicBezTo>
                  <a:cubicBezTo>
                    <a:pt x="33" y="6"/>
                    <a:pt x="20" y="6"/>
                    <a:pt x="3" y="7"/>
                  </a:cubicBezTo>
                  <a:cubicBezTo>
                    <a:pt x="1" y="7"/>
                    <a:pt x="0" y="6"/>
                    <a:pt x="0" y="5"/>
                  </a:cubicBezTo>
                  <a:cubicBezTo>
                    <a:pt x="0" y="3"/>
                    <a:pt x="1" y="2"/>
                    <a:pt x="2" y="2"/>
                  </a:cubicBezTo>
                  <a:cubicBezTo>
                    <a:pt x="20" y="1"/>
                    <a:pt x="33" y="1"/>
                    <a:pt x="50" y="1"/>
                  </a:cubicBezTo>
                  <a:cubicBezTo>
                    <a:pt x="56" y="1"/>
                    <a:pt x="61" y="6"/>
                    <a:pt x="65" y="11"/>
                  </a:cubicBezTo>
                  <a:cubicBezTo>
                    <a:pt x="67" y="13"/>
                    <a:pt x="69" y="15"/>
                    <a:pt x="70" y="16"/>
                  </a:cubicBezTo>
                  <a:cubicBezTo>
                    <a:pt x="79" y="23"/>
                    <a:pt x="85" y="19"/>
                    <a:pt x="93" y="13"/>
                  </a:cubicBezTo>
                  <a:cubicBezTo>
                    <a:pt x="97" y="10"/>
                    <a:pt x="101" y="7"/>
                    <a:pt x="106" y="5"/>
                  </a:cubicBezTo>
                  <a:cubicBezTo>
                    <a:pt x="121" y="0"/>
                    <a:pt x="137" y="0"/>
                    <a:pt x="153" y="1"/>
                  </a:cubicBezTo>
                  <a:cubicBezTo>
                    <a:pt x="157" y="1"/>
                    <a:pt x="161" y="1"/>
                    <a:pt x="164" y="1"/>
                  </a:cubicBezTo>
                  <a:cubicBezTo>
                    <a:pt x="166" y="1"/>
                    <a:pt x="167" y="2"/>
                    <a:pt x="167" y="3"/>
                  </a:cubicBezTo>
                  <a:cubicBezTo>
                    <a:pt x="167" y="5"/>
                    <a:pt x="166" y="6"/>
                    <a:pt x="164" y="6"/>
                  </a:cubicBezTo>
                  <a:cubicBezTo>
                    <a:pt x="160" y="6"/>
                    <a:pt x="157" y="6"/>
                    <a:pt x="153" y="6"/>
                  </a:cubicBezTo>
                  <a:cubicBezTo>
                    <a:pt x="138" y="5"/>
                    <a:pt x="122" y="5"/>
                    <a:pt x="108" y="10"/>
                  </a:cubicBezTo>
                  <a:cubicBezTo>
                    <a:pt x="104" y="12"/>
                    <a:pt x="100" y="15"/>
                    <a:pt x="96" y="17"/>
                  </a:cubicBezTo>
                  <a:cubicBezTo>
                    <a:pt x="91" y="21"/>
                    <a:pt x="86" y="25"/>
                    <a:pt x="79" y="25"/>
                  </a:cubicBezTo>
                  <a:close/>
                </a:path>
              </a:pathLst>
            </a:custGeom>
            <a:solidFill>
              <a:srgbClr val="9565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1192;p55">
              <a:extLst>
                <a:ext uri="{FF2B5EF4-FFF2-40B4-BE49-F238E27FC236}">
                  <a16:creationId xmlns:a16="http://schemas.microsoft.com/office/drawing/2014/main" id="{E5604B03-2EF7-F40A-8BCE-CF3F82C94552}"/>
                </a:ext>
              </a:extLst>
            </p:cNvPr>
            <p:cNvSpPr/>
            <p:nvPr/>
          </p:nvSpPr>
          <p:spPr>
            <a:xfrm>
              <a:off x="5211886" y="1964248"/>
              <a:ext cx="165721" cy="19393"/>
            </a:xfrm>
            <a:custGeom>
              <a:avLst/>
              <a:gdLst/>
              <a:ahLst/>
              <a:cxnLst/>
              <a:rect l="l" t="t" r="r" b="b"/>
              <a:pathLst>
                <a:path w="165" h="19" extrusionOk="0">
                  <a:moveTo>
                    <a:pt x="79" y="19"/>
                  </a:moveTo>
                  <a:cubicBezTo>
                    <a:pt x="78" y="19"/>
                    <a:pt x="78" y="19"/>
                    <a:pt x="77" y="19"/>
                  </a:cubicBezTo>
                  <a:cubicBezTo>
                    <a:pt x="72" y="18"/>
                    <a:pt x="68" y="15"/>
                    <a:pt x="65" y="12"/>
                  </a:cubicBezTo>
                  <a:cubicBezTo>
                    <a:pt x="62" y="10"/>
                    <a:pt x="59" y="9"/>
                    <a:pt x="57" y="8"/>
                  </a:cubicBezTo>
                  <a:cubicBezTo>
                    <a:pt x="54" y="6"/>
                    <a:pt x="50" y="6"/>
                    <a:pt x="47" y="6"/>
                  </a:cubicBezTo>
                  <a:cubicBezTo>
                    <a:pt x="2" y="7"/>
                    <a:pt x="2" y="7"/>
                    <a:pt x="2" y="7"/>
                  </a:cubicBezTo>
                  <a:cubicBezTo>
                    <a:pt x="2" y="7"/>
                    <a:pt x="2" y="7"/>
                    <a:pt x="2" y="7"/>
                  </a:cubicBezTo>
                  <a:cubicBezTo>
                    <a:pt x="1" y="7"/>
                    <a:pt x="0" y="6"/>
                    <a:pt x="0" y="4"/>
                  </a:cubicBezTo>
                  <a:cubicBezTo>
                    <a:pt x="0" y="3"/>
                    <a:pt x="1" y="1"/>
                    <a:pt x="2" y="1"/>
                  </a:cubicBezTo>
                  <a:cubicBezTo>
                    <a:pt x="46" y="1"/>
                    <a:pt x="46" y="1"/>
                    <a:pt x="46" y="1"/>
                  </a:cubicBezTo>
                  <a:cubicBezTo>
                    <a:pt x="50" y="1"/>
                    <a:pt x="54" y="1"/>
                    <a:pt x="58" y="3"/>
                  </a:cubicBezTo>
                  <a:cubicBezTo>
                    <a:pt x="62" y="4"/>
                    <a:pt x="65" y="6"/>
                    <a:pt x="68" y="8"/>
                  </a:cubicBezTo>
                  <a:cubicBezTo>
                    <a:pt x="71" y="11"/>
                    <a:pt x="74" y="13"/>
                    <a:pt x="78" y="13"/>
                  </a:cubicBezTo>
                  <a:cubicBezTo>
                    <a:pt x="82" y="14"/>
                    <a:pt x="87" y="11"/>
                    <a:pt x="92" y="9"/>
                  </a:cubicBezTo>
                  <a:cubicBezTo>
                    <a:pt x="94" y="7"/>
                    <a:pt x="96" y="6"/>
                    <a:pt x="97" y="5"/>
                  </a:cubicBezTo>
                  <a:cubicBezTo>
                    <a:pt x="109" y="0"/>
                    <a:pt x="123" y="1"/>
                    <a:pt x="135" y="1"/>
                  </a:cubicBezTo>
                  <a:cubicBezTo>
                    <a:pt x="144" y="2"/>
                    <a:pt x="153" y="3"/>
                    <a:pt x="162" y="1"/>
                  </a:cubicBezTo>
                  <a:cubicBezTo>
                    <a:pt x="163" y="1"/>
                    <a:pt x="164" y="2"/>
                    <a:pt x="165" y="3"/>
                  </a:cubicBezTo>
                  <a:cubicBezTo>
                    <a:pt x="165" y="5"/>
                    <a:pt x="164" y="6"/>
                    <a:pt x="162" y="6"/>
                  </a:cubicBezTo>
                  <a:cubicBezTo>
                    <a:pt x="153" y="8"/>
                    <a:pt x="144" y="7"/>
                    <a:pt x="135" y="7"/>
                  </a:cubicBezTo>
                  <a:cubicBezTo>
                    <a:pt x="122" y="6"/>
                    <a:pt x="110" y="5"/>
                    <a:pt x="100" y="10"/>
                  </a:cubicBezTo>
                  <a:cubicBezTo>
                    <a:pt x="98" y="11"/>
                    <a:pt x="96" y="12"/>
                    <a:pt x="94" y="13"/>
                  </a:cubicBezTo>
                  <a:cubicBezTo>
                    <a:pt x="90" y="16"/>
                    <a:pt x="85" y="19"/>
                    <a:pt x="79" y="19"/>
                  </a:cubicBezTo>
                  <a:close/>
                </a:path>
              </a:pathLst>
            </a:custGeom>
            <a:solidFill>
              <a:srgbClr val="9565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1193;p55">
              <a:extLst>
                <a:ext uri="{FF2B5EF4-FFF2-40B4-BE49-F238E27FC236}">
                  <a16:creationId xmlns:a16="http://schemas.microsoft.com/office/drawing/2014/main" id="{9390C259-32E1-E3FA-E17D-4A4F1009A084}"/>
                </a:ext>
              </a:extLst>
            </p:cNvPr>
            <p:cNvSpPr/>
            <p:nvPr/>
          </p:nvSpPr>
          <p:spPr>
            <a:xfrm>
              <a:off x="5033825" y="2108812"/>
              <a:ext cx="500686" cy="451324"/>
            </a:xfrm>
            <a:custGeom>
              <a:avLst/>
              <a:gdLst/>
              <a:ahLst/>
              <a:cxnLst/>
              <a:rect l="l" t="t" r="r" b="b"/>
              <a:pathLst>
                <a:path w="501" h="451" extrusionOk="0">
                  <a:moveTo>
                    <a:pt x="495" y="34"/>
                  </a:moveTo>
                  <a:cubicBezTo>
                    <a:pt x="492" y="44"/>
                    <a:pt x="476" y="161"/>
                    <a:pt x="424" y="221"/>
                  </a:cubicBezTo>
                  <a:cubicBezTo>
                    <a:pt x="416" y="230"/>
                    <a:pt x="403" y="235"/>
                    <a:pt x="393" y="212"/>
                  </a:cubicBezTo>
                  <a:cubicBezTo>
                    <a:pt x="392" y="201"/>
                    <a:pt x="390" y="186"/>
                    <a:pt x="383" y="171"/>
                  </a:cubicBezTo>
                  <a:cubicBezTo>
                    <a:pt x="382" y="168"/>
                    <a:pt x="381" y="165"/>
                    <a:pt x="380" y="164"/>
                  </a:cubicBezTo>
                  <a:cubicBezTo>
                    <a:pt x="364" y="137"/>
                    <a:pt x="332" y="117"/>
                    <a:pt x="264" y="142"/>
                  </a:cubicBezTo>
                  <a:cubicBezTo>
                    <a:pt x="233" y="131"/>
                    <a:pt x="193" y="123"/>
                    <a:pt x="164" y="146"/>
                  </a:cubicBezTo>
                  <a:cubicBezTo>
                    <a:pt x="144" y="162"/>
                    <a:pt x="142" y="170"/>
                    <a:pt x="138" y="204"/>
                  </a:cubicBezTo>
                  <a:cubicBezTo>
                    <a:pt x="134" y="243"/>
                    <a:pt x="105" y="227"/>
                    <a:pt x="90" y="213"/>
                  </a:cubicBezTo>
                  <a:cubicBezTo>
                    <a:pt x="28" y="151"/>
                    <a:pt x="30" y="22"/>
                    <a:pt x="13" y="0"/>
                  </a:cubicBezTo>
                  <a:cubicBezTo>
                    <a:pt x="0" y="37"/>
                    <a:pt x="17" y="118"/>
                    <a:pt x="18" y="124"/>
                  </a:cubicBezTo>
                  <a:cubicBezTo>
                    <a:pt x="23" y="166"/>
                    <a:pt x="32" y="208"/>
                    <a:pt x="44" y="249"/>
                  </a:cubicBezTo>
                  <a:cubicBezTo>
                    <a:pt x="47" y="262"/>
                    <a:pt x="55" y="273"/>
                    <a:pt x="60" y="286"/>
                  </a:cubicBezTo>
                  <a:cubicBezTo>
                    <a:pt x="86" y="364"/>
                    <a:pt x="177" y="451"/>
                    <a:pt x="264" y="451"/>
                  </a:cubicBezTo>
                  <a:cubicBezTo>
                    <a:pt x="380" y="451"/>
                    <a:pt x="462" y="312"/>
                    <a:pt x="484" y="209"/>
                  </a:cubicBezTo>
                  <a:cubicBezTo>
                    <a:pt x="488" y="194"/>
                    <a:pt x="490" y="180"/>
                    <a:pt x="492" y="165"/>
                  </a:cubicBezTo>
                  <a:cubicBezTo>
                    <a:pt x="494" y="149"/>
                    <a:pt x="497" y="134"/>
                    <a:pt x="498" y="118"/>
                  </a:cubicBezTo>
                  <a:cubicBezTo>
                    <a:pt x="499" y="106"/>
                    <a:pt x="501" y="30"/>
                    <a:pt x="501" y="4"/>
                  </a:cubicBezTo>
                  <a:cubicBezTo>
                    <a:pt x="499" y="14"/>
                    <a:pt x="497" y="24"/>
                    <a:pt x="495" y="34"/>
                  </a:cubicBezTo>
                  <a:close/>
                </a:path>
              </a:pathLst>
            </a:custGeom>
            <a:solidFill>
              <a:srgbClr val="E9E9E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1194;p55">
              <a:extLst>
                <a:ext uri="{FF2B5EF4-FFF2-40B4-BE49-F238E27FC236}">
                  <a16:creationId xmlns:a16="http://schemas.microsoft.com/office/drawing/2014/main" id="{121366BA-EF5B-1F5D-75B7-0542E88260A8}"/>
                </a:ext>
              </a:extLst>
            </p:cNvPr>
            <p:cNvSpPr/>
            <p:nvPr/>
          </p:nvSpPr>
          <p:spPr>
            <a:xfrm>
              <a:off x="5233042" y="2286873"/>
              <a:ext cx="142802" cy="81097"/>
            </a:xfrm>
            <a:custGeom>
              <a:avLst/>
              <a:gdLst/>
              <a:ahLst/>
              <a:cxnLst/>
              <a:rect l="l" t="t" r="r" b="b"/>
              <a:pathLst>
                <a:path w="142" h="80" extrusionOk="0">
                  <a:moveTo>
                    <a:pt x="0" y="0"/>
                  </a:moveTo>
                  <a:cubicBezTo>
                    <a:pt x="142" y="0"/>
                    <a:pt x="142" y="0"/>
                    <a:pt x="142" y="0"/>
                  </a:cubicBezTo>
                  <a:cubicBezTo>
                    <a:pt x="62" y="80"/>
                    <a:pt x="0" y="0"/>
                    <a:pt x="0"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1195;p55">
              <a:extLst>
                <a:ext uri="{FF2B5EF4-FFF2-40B4-BE49-F238E27FC236}">
                  <a16:creationId xmlns:a16="http://schemas.microsoft.com/office/drawing/2014/main" id="{5D2AE46D-141B-9B2B-8D49-24F81375820A}"/>
                </a:ext>
              </a:extLst>
            </p:cNvPr>
            <p:cNvSpPr/>
            <p:nvPr/>
          </p:nvSpPr>
          <p:spPr>
            <a:xfrm>
              <a:off x="4859290" y="1639858"/>
              <a:ext cx="763372" cy="682278"/>
            </a:xfrm>
            <a:custGeom>
              <a:avLst/>
              <a:gdLst/>
              <a:ahLst/>
              <a:cxnLst/>
              <a:rect l="l" t="t" r="r" b="b"/>
              <a:pathLst>
                <a:path w="764" h="683" extrusionOk="0">
                  <a:moveTo>
                    <a:pt x="199" y="411"/>
                  </a:moveTo>
                  <a:cubicBezTo>
                    <a:pt x="200" y="400"/>
                    <a:pt x="201" y="390"/>
                    <a:pt x="207" y="382"/>
                  </a:cubicBezTo>
                  <a:cubicBezTo>
                    <a:pt x="217" y="368"/>
                    <a:pt x="237" y="367"/>
                    <a:pt x="254" y="364"/>
                  </a:cubicBezTo>
                  <a:cubicBezTo>
                    <a:pt x="272" y="361"/>
                    <a:pt x="289" y="354"/>
                    <a:pt x="304" y="343"/>
                  </a:cubicBezTo>
                  <a:cubicBezTo>
                    <a:pt x="315" y="335"/>
                    <a:pt x="324" y="324"/>
                    <a:pt x="323" y="310"/>
                  </a:cubicBezTo>
                  <a:cubicBezTo>
                    <a:pt x="322" y="292"/>
                    <a:pt x="301" y="283"/>
                    <a:pt x="286" y="273"/>
                  </a:cubicBezTo>
                  <a:cubicBezTo>
                    <a:pt x="273" y="265"/>
                    <a:pt x="262" y="254"/>
                    <a:pt x="253" y="242"/>
                  </a:cubicBezTo>
                  <a:cubicBezTo>
                    <a:pt x="251" y="238"/>
                    <a:pt x="249" y="235"/>
                    <a:pt x="249" y="231"/>
                  </a:cubicBezTo>
                  <a:cubicBezTo>
                    <a:pt x="250" y="223"/>
                    <a:pt x="261" y="220"/>
                    <a:pt x="270" y="219"/>
                  </a:cubicBezTo>
                  <a:cubicBezTo>
                    <a:pt x="332" y="217"/>
                    <a:pt x="395" y="214"/>
                    <a:pt x="458" y="211"/>
                  </a:cubicBezTo>
                  <a:cubicBezTo>
                    <a:pt x="497" y="209"/>
                    <a:pt x="539" y="208"/>
                    <a:pt x="572" y="229"/>
                  </a:cubicBezTo>
                  <a:cubicBezTo>
                    <a:pt x="584" y="236"/>
                    <a:pt x="598" y="247"/>
                    <a:pt x="611" y="242"/>
                  </a:cubicBezTo>
                  <a:cubicBezTo>
                    <a:pt x="616" y="241"/>
                    <a:pt x="620" y="238"/>
                    <a:pt x="624" y="236"/>
                  </a:cubicBezTo>
                  <a:cubicBezTo>
                    <a:pt x="633" y="234"/>
                    <a:pt x="643" y="239"/>
                    <a:pt x="650" y="247"/>
                  </a:cubicBezTo>
                  <a:cubicBezTo>
                    <a:pt x="665" y="264"/>
                    <a:pt x="668" y="290"/>
                    <a:pt x="670" y="313"/>
                  </a:cubicBezTo>
                  <a:cubicBezTo>
                    <a:pt x="675" y="391"/>
                    <a:pt x="651" y="605"/>
                    <a:pt x="641" y="683"/>
                  </a:cubicBezTo>
                  <a:cubicBezTo>
                    <a:pt x="675" y="632"/>
                    <a:pt x="709" y="420"/>
                    <a:pt x="732" y="356"/>
                  </a:cubicBezTo>
                  <a:cubicBezTo>
                    <a:pt x="742" y="327"/>
                    <a:pt x="756" y="300"/>
                    <a:pt x="760" y="270"/>
                  </a:cubicBezTo>
                  <a:cubicBezTo>
                    <a:pt x="764" y="240"/>
                    <a:pt x="756" y="206"/>
                    <a:pt x="732" y="189"/>
                  </a:cubicBezTo>
                  <a:cubicBezTo>
                    <a:pt x="722" y="183"/>
                    <a:pt x="711" y="179"/>
                    <a:pt x="701" y="173"/>
                  </a:cubicBezTo>
                  <a:cubicBezTo>
                    <a:pt x="678" y="159"/>
                    <a:pt x="666" y="132"/>
                    <a:pt x="651" y="109"/>
                  </a:cubicBezTo>
                  <a:cubicBezTo>
                    <a:pt x="621" y="67"/>
                    <a:pt x="574" y="39"/>
                    <a:pt x="524" y="23"/>
                  </a:cubicBezTo>
                  <a:cubicBezTo>
                    <a:pt x="475" y="8"/>
                    <a:pt x="422" y="4"/>
                    <a:pt x="370" y="2"/>
                  </a:cubicBezTo>
                  <a:cubicBezTo>
                    <a:pt x="312" y="0"/>
                    <a:pt x="249" y="2"/>
                    <a:pt x="200" y="34"/>
                  </a:cubicBezTo>
                  <a:cubicBezTo>
                    <a:pt x="194" y="38"/>
                    <a:pt x="189" y="42"/>
                    <a:pt x="187" y="49"/>
                  </a:cubicBezTo>
                  <a:cubicBezTo>
                    <a:pt x="183" y="66"/>
                    <a:pt x="211" y="75"/>
                    <a:pt x="212" y="93"/>
                  </a:cubicBezTo>
                  <a:cubicBezTo>
                    <a:pt x="214" y="110"/>
                    <a:pt x="192" y="118"/>
                    <a:pt x="176" y="121"/>
                  </a:cubicBezTo>
                  <a:cubicBezTo>
                    <a:pt x="147" y="126"/>
                    <a:pt x="118" y="134"/>
                    <a:pt x="90" y="143"/>
                  </a:cubicBezTo>
                  <a:cubicBezTo>
                    <a:pt x="57" y="154"/>
                    <a:pt x="22" y="171"/>
                    <a:pt x="12" y="204"/>
                  </a:cubicBezTo>
                  <a:cubicBezTo>
                    <a:pt x="0" y="240"/>
                    <a:pt x="24" y="277"/>
                    <a:pt x="52" y="302"/>
                  </a:cubicBezTo>
                  <a:cubicBezTo>
                    <a:pt x="80" y="326"/>
                    <a:pt x="115" y="345"/>
                    <a:pt x="136" y="375"/>
                  </a:cubicBezTo>
                  <a:cubicBezTo>
                    <a:pt x="159" y="407"/>
                    <a:pt x="179" y="562"/>
                    <a:pt x="195" y="596"/>
                  </a:cubicBezTo>
                  <a:cubicBezTo>
                    <a:pt x="230" y="670"/>
                    <a:pt x="198" y="427"/>
                    <a:pt x="199" y="411"/>
                  </a:cubicBezTo>
                  <a:close/>
                </a:path>
              </a:pathLst>
            </a:custGeom>
            <a:solidFill>
              <a:srgbClr val="E9E9E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1196;p55">
              <a:extLst>
                <a:ext uri="{FF2B5EF4-FFF2-40B4-BE49-F238E27FC236}">
                  <a16:creationId xmlns:a16="http://schemas.microsoft.com/office/drawing/2014/main" id="{7C6BC9F3-F5AF-C1C4-750C-4E18453EB330}"/>
                </a:ext>
              </a:extLst>
            </p:cNvPr>
            <p:cNvSpPr/>
            <p:nvPr/>
          </p:nvSpPr>
          <p:spPr>
            <a:xfrm>
              <a:off x="5315902" y="1749163"/>
              <a:ext cx="250343" cy="118121"/>
            </a:xfrm>
            <a:custGeom>
              <a:avLst/>
              <a:gdLst/>
              <a:ahLst/>
              <a:cxnLst/>
              <a:rect l="l" t="t" r="r" b="b"/>
              <a:pathLst>
                <a:path w="249" h="119" extrusionOk="0">
                  <a:moveTo>
                    <a:pt x="244" y="119"/>
                  </a:moveTo>
                  <a:cubicBezTo>
                    <a:pt x="247" y="112"/>
                    <a:pt x="247" y="105"/>
                    <a:pt x="246" y="99"/>
                  </a:cubicBezTo>
                  <a:cubicBezTo>
                    <a:pt x="244" y="92"/>
                    <a:pt x="240" y="87"/>
                    <a:pt x="236" y="82"/>
                  </a:cubicBezTo>
                  <a:cubicBezTo>
                    <a:pt x="227" y="72"/>
                    <a:pt x="215" y="66"/>
                    <a:pt x="202" y="63"/>
                  </a:cubicBezTo>
                  <a:cubicBezTo>
                    <a:pt x="189" y="60"/>
                    <a:pt x="175" y="61"/>
                    <a:pt x="163" y="65"/>
                  </a:cubicBezTo>
                  <a:cubicBezTo>
                    <a:pt x="161" y="65"/>
                    <a:pt x="159" y="66"/>
                    <a:pt x="157" y="66"/>
                  </a:cubicBezTo>
                  <a:cubicBezTo>
                    <a:pt x="156" y="66"/>
                    <a:pt x="154" y="66"/>
                    <a:pt x="153" y="66"/>
                  </a:cubicBezTo>
                  <a:cubicBezTo>
                    <a:pt x="151" y="65"/>
                    <a:pt x="150" y="64"/>
                    <a:pt x="149" y="63"/>
                  </a:cubicBezTo>
                  <a:cubicBezTo>
                    <a:pt x="147" y="61"/>
                    <a:pt x="147" y="58"/>
                    <a:pt x="146" y="57"/>
                  </a:cubicBezTo>
                  <a:cubicBezTo>
                    <a:pt x="146" y="55"/>
                    <a:pt x="145" y="54"/>
                    <a:pt x="145" y="52"/>
                  </a:cubicBezTo>
                  <a:cubicBezTo>
                    <a:pt x="142" y="46"/>
                    <a:pt x="139" y="40"/>
                    <a:pt x="135" y="35"/>
                  </a:cubicBezTo>
                  <a:cubicBezTo>
                    <a:pt x="128" y="25"/>
                    <a:pt x="117" y="17"/>
                    <a:pt x="104" y="13"/>
                  </a:cubicBezTo>
                  <a:cubicBezTo>
                    <a:pt x="92" y="8"/>
                    <a:pt x="79" y="8"/>
                    <a:pt x="66" y="10"/>
                  </a:cubicBezTo>
                  <a:cubicBezTo>
                    <a:pt x="53" y="12"/>
                    <a:pt x="40" y="18"/>
                    <a:pt x="29" y="25"/>
                  </a:cubicBezTo>
                  <a:cubicBezTo>
                    <a:pt x="18" y="32"/>
                    <a:pt x="8" y="42"/>
                    <a:pt x="0" y="54"/>
                  </a:cubicBezTo>
                  <a:cubicBezTo>
                    <a:pt x="13" y="29"/>
                    <a:pt x="37" y="10"/>
                    <a:pt x="64" y="3"/>
                  </a:cubicBezTo>
                  <a:cubicBezTo>
                    <a:pt x="78" y="0"/>
                    <a:pt x="93" y="0"/>
                    <a:pt x="107" y="5"/>
                  </a:cubicBezTo>
                  <a:cubicBezTo>
                    <a:pt x="121" y="10"/>
                    <a:pt x="133" y="18"/>
                    <a:pt x="142" y="30"/>
                  </a:cubicBezTo>
                  <a:cubicBezTo>
                    <a:pt x="147" y="36"/>
                    <a:pt x="150" y="42"/>
                    <a:pt x="152" y="49"/>
                  </a:cubicBezTo>
                  <a:cubicBezTo>
                    <a:pt x="154" y="53"/>
                    <a:pt x="155" y="57"/>
                    <a:pt x="155" y="58"/>
                  </a:cubicBezTo>
                  <a:cubicBezTo>
                    <a:pt x="156" y="58"/>
                    <a:pt x="155" y="58"/>
                    <a:pt x="157" y="58"/>
                  </a:cubicBezTo>
                  <a:cubicBezTo>
                    <a:pt x="158" y="58"/>
                    <a:pt x="159" y="57"/>
                    <a:pt x="161" y="57"/>
                  </a:cubicBezTo>
                  <a:cubicBezTo>
                    <a:pt x="175" y="53"/>
                    <a:pt x="189" y="53"/>
                    <a:pt x="203" y="57"/>
                  </a:cubicBezTo>
                  <a:cubicBezTo>
                    <a:pt x="217" y="60"/>
                    <a:pt x="230" y="68"/>
                    <a:pt x="239" y="79"/>
                  </a:cubicBezTo>
                  <a:cubicBezTo>
                    <a:pt x="243" y="85"/>
                    <a:pt x="247" y="91"/>
                    <a:pt x="248" y="98"/>
                  </a:cubicBezTo>
                  <a:cubicBezTo>
                    <a:pt x="249" y="105"/>
                    <a:pt x="248" y="113"/>
                    <a:pt x="244" y="11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1197;p55">
              <a:extLst>
                <a:ext uri="{FF2B5EF4-FFF2-40B4-BE49-F238E27FC236}">
                  <a16:creationId xmlns:a16="http://schemas.microsoft.com/office/drawing/2014/main" id="{DD11A9B7-E9A2-68B8-FAC5-F0E407BB0E22}"/>
                </a:ext>
              </a:extLst>
            </p:cNvPr>
            <p:cNvSpPr/>
            <p:nvPr/>
          </p:nvSpPr>
          <p:spPr>
            <a:xfrm>
              <a:off x="5240093" y="2699411"/>
              <a:ext cx="109305" cy="220373"/>
            </a:xfrm>
            <a:custGeom>
              <a:avLst/>
              <a:gdLst/>
              <a:ahLst/>
              <a:cxnLst/>
              <a:rect l="l" t="t" r="r" b="b"/>
              <a:pathLst>
                <a:path w="62" h="125" extrusionOk="0">
                  <a:moveTo>
                    <a:pt x="31" y="0"/>
                  </a:moveTo>
                  <a:lnTo>
                    <a:pt x="62" y="0"/>
                  </a:lnTo>
                  <a:lnTo>
                    <a:pt x="46" y="62"/>
                  </a:lnTo>
                  <a:lnTo>
                    <a:pt x="31" y="125"/>
                  </a:lnTo>
                  <a:lnTo>
                    <a:pt x="15" y="62"/>
                  </a:lnTo>
                  <a:lnTo>
                    <a:pt x="0" y="0"/>
                  </a:lnTo>
                  <a:lnTo>
                    <a:pt x="31" y="0"/>
                  </a:lnTo>
                  <a:close/>
                </a:path>
              </a:pathLst>
            </a:custGeom>
            <a:solidFill>
              <a:srgbClr val="C4998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3" name="Google Shape;1198;p55">
              <a:extLst>
                <a:ext uri="{FF2B5EF4-FFF2-40B4-BE49-F238E27FC236}">
                  <a16:creationId xmlns:a16="http://schemas.microsoft.com/office/drawing/2014/main" id="{CAF1F61E-874A-E294-8D1C-F09F34E39F70}"/>
                </a:ext>
              </a:extLst>
            </p:cNvPr>
            <p:cNvGrpSpPr/>
            <p:nvPr/>
          </p:nvGrpSpPr>
          <p:grpSpPr>
            <a:xfrm>
              <a:off x="5188968" y="2759353"/>
              <a:ext cx="236239" cy="534184"/>
              <a:chOff x="5188968" y="2759353"/>
              <a:chExt cx="236239" cy="534184"/>
            </a:xfrm>
          </p:grpSpPr>
          <p:sp>
            <p:nvSpPr>
              <p:cNvPr id="43" name="Google Shape;1199;p55">
                <a:extLst>
                  <a:ext uri="{FF2B5EF4-FFF2-40B4-BE49-F238E27FC236}">
                    <a16:creationId xmlns:a16="http://schemas.microsoft.com/office/drawing/2014/main" id="{9060A2A3-F9F6-E033-EB56-A1A3975048CE}"/>
                  </a:ext>
                </a:extLst>
              </p:cNvPr>
              <p:cNvSpPr/>
              <p:nvPr/>
            </p:nvSpPr>
            <p:spPr>
              <a:xfrm>
                <a:off x="5188968" y="2759353"/>
                <a:ext cx="63467" cy="534184"/>
              </a:xfrm>
              <a:custGeom>
                <a:avLst/>
                <a:gdLst/>
                <a:ahLst/>
                <a:cxnLst/>
                <a:rect l="l" t="t" r="r" b="b"/>
                <a:pathLst>
                  <a:path w="63" h="534" extrusionOk="0">
                    <a:moveTo>
                      <a:pt x="30" y="534"/>
                    </a:moveTo>
                    <a:cubicBezTo>
                      <a:pt x="29" y="534"/>
                      <a:pt x="29" y="533"/>
                      <a:pt x="28" y="533"/>
                    </a:cubicBezTo>
                    <a:cubicBezTo>
                      <a:pt x="26" y="532"/>
                      <a:pt x="25" y="530"/>
                      <a:pt x="26" y="528"/>
                    </a:cubicBezTo>
                    <a:cubicBezTo>
                      <a:pt x="40" y="492"/>
                      <a:pt x="29" y="446"/>
                      <a:pt x="19" y="404"/>
                    </a:cubicBezTo>
                    <a:cubicBezTo>
                      <a:pt x="15" y="390"/>
                      <a:pt x="12" y="377"/>
                      <a:pt x="10" y="365"/>
                    </a:cubicBezTo>
                    <a:cubicBezTo>
                      <a:pt x="0" y="309"/>
                      <a:pt x="11" y="252"/>
                      <a:pt x="23" y="196"/>
                    </a:cubicBezTo>
                    <a:cubicBezTo>
                      <a:pt x="24" y="190"/>
                      <a:pt x="25" y="183"/>
                      <a:pt x="26" y="177"/>
                    </a:cubicBezTo>
                    <a:cubicBezTo>
                      <a:pt x="29" y="166"/>
                      <a:pt x="31" y="155"/>
                      <a:pt x="33" y="145"/>
                    </a:cubicBezTo>
                    <a:cubicBezTo>
                      <a:pt x="44" y="96"/>
                      <a:pt x="54" y="53"/>
                      <a:pt x="34" y="7"/>
                    </a:cubicBezTo>
                    <a:cubicBezTo>
                      <a:pt x="33" y="5"/>
                      <a:pt x="34" y="2"/>
                      <a:pt x="37" y="1"/>
                    </a:cubicBezTo>
                    <a:cubicBezTo>
                      <a:pt x="39" y="0"/>
                      <a:pt x="41" y="1"/>
                      <a:pt x="42" y="4"/>
                    </a:cubicBezTo>
                    <a:cubicBezTo>
                      <a:pt x="63" y="53"/>
                      <a:pt x="52" y="99"/>
                      <a:pt x="42" y="147"/>
                    </a:cubicBezTo>
                    <a:cubicBezTo>
                      <a:pt x="39" y="157"/>
                      <a:pt x="37" y="168"/>
                      <a:pt x="35" y="178"/>
                    </a:cubicBezTo>
                    <a:cubicBezTo>
                      <a:pt x="34" y="185"/>
                      <a:pt x="32" y="191"/>
                      <a:pt x="31" y="198"/>
                    </a:cubicBezTo>
                    <a:cubicBezTo>
                      <a:pt x="20" y="252"/>
                      <a:pt x="9" y="309"/>
                      <a:pt x="19" y="363"/>
                    </a:cubicBezTo>
                    <a:cubicBezTo>
                      <a:pt x="21" y="375"/>
                      <a:pt x="24" y="388"/>
                      <a:pt x="27" y="402"/>
                    </a:cubicBezTo>
                    <a:cubicBezTo>
                      <a:pt x="38" y="445"/>
                      <a:pt x="49" y="493"/>
                      <a:pt x="34" y="531"/>
                    </a:cubicBezTo>
                    <a:cubicBezTo>
                      <a:pt x="33" y="533"/>
                      <a:pt x="31" y="534"/>
                      <a:pt x="30" y="53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1200;p55">
                <a:extLst>
                  <a:ext uri="{FF2B5EF4-FFF2-40B4-BE49-F238E27FC236}">
                    <a16:creationId xmlns:a16="http://schemas.microsoft.com/office/drawing/2014/main" id="{CD7C6A35-FAB1-A190-D0C7-7F809888EA8A}"/>
                  </a:ext>
                </a:extLst>
              </p:cNvPr>
              <p:cNvSpPr/>
              <p:nvPr/>
            </p:nvSpPr>
            <p:spPr>
              <a:xfrm>
                <a:off x="5213649" y="3249462"/>
                <a:ext cx="23100" cy="30000"/>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1201;p55">
                <a:extLst>
                  <a:ext uri="{FF2B5EF4-FFF2-40B4-BE49-F238E27FC236}">
                    <a16:creationId xmlns:a16="http://schemas.microsoft.com/office/drawing/2014/main" id="{F23CADE1-7809-9B33-DFC3-0554EC32153C}"/>
                  </a:ext>
                </a:extLst>
              </p:cNvPr>
              <p:cNvSpPr/>
              <p:nvPr/>
            </p:nvSpPr>
            <p:spPr>
              <a:xfrm>
                <a:off x="5342346" y="2759353"/>
                <a:ext cx="82861" cy="534184"/>
              </a:xfrm>
              <a:custGeom>
                <a:avLst/>
                <a:gdLst/>
                <a:ahLst/>
                <a:cxnLst/>
                <a:rect l="l" t="t" r="r" b="b"/>
                <a:pathLst>
                  <a:path w="82" h="534" extrusionOk="0">
                    <a:moveTo>
                      <a:pt x="67" y="534"/>
                    </a:moveTo>
                    <a:cubicBezTo>
                      <a:pt x="66" y="534"/>
                      <a:pt x="64" y="533"/>
                      <a:pt x="63" y="531"/>
                    </a:cubicBezTo>
                    <a:cubicBezTo>
                      <a:pt x="41" y="494"/>
                      <a:pt x="45" y="403"/>
                      <a:pt x="53" y="365"/>
                    </a:cubicBezTo>
                    <a:cubicBezTo>
                      <a:pt x="55" y="359"/>
                      <a:pt x="56" y="353"/>
                      <a:pt x="57" y="348"/>
                    </a:cubicBezTo>
                    <a:cubicBezTo>
                      <a:pt x="65" y="314"/>
                      <a:pt x="73" y="279"/>
                      <a:pt x="67" y="246"/>
                    </a:cubicBezTo>
                    <a:cubicBezTo>
                      <a:pt x="63" y="223"/>
                      <a:pt x="52" y="203"/>
                      <a:pt x="41" y="181"/>
                    </a:cubicBezTo>
                    <a:cubicBezTo>
                      <a:pt x="34" y="169"/>
                      <a:pt x="28" y="156"/>
                      <a:pt x="22" y="143"/>
                    </a:cubicBezTo>
                    <a:cubicBezTo>
                      <a:pt x="2" y="92"/>
                      <a:pt x="0" y="52"/>
                      <a:pt x="15" y="4"/>
                    </a:cubicBezTo>
                    <a:cubicBezTo>
                      <a:pt x="16" y="2"/>
                      <a:pt x="19" y="0"/>
                      <a:pt x="21" y="1"/>
                    </a:cubicBezTo>
                    <a:cubicBezTo>
                      <a:pt x="23" y="2"/>
                      <a:pt x="24" y="4"/>
                      <a:pt x="24" y="7"/>
                    </a:cubicBezTo>
                    <a:cubicBezTo>
                      <a:pt x="9" y="52"/>
                      <a:pt x="10" y="91"/>
                      <a:pt x="30" y="140"/>
                    </a:cubicBezTo>
                    <a:cubicBezTo>
                      <a:pt x="36" y="152"/>
                      <a:pt x="42" y="165"/>
                      <a:pt x="48" y="177"/>
                    </a:cubicBezTo>
                    <a:cubicBezTo>
                      <a:pt x="59" y="198"/>
                      <a:pt x="71" y="220"/>
                      <a:pt x="75" y="244"/>
                    </a:cubicBezTo>
                    <a:cubicBezTo>
                      <a:pt x="82" y="280"/>
                      <a:pt x="74" y="315"/>
                      <a:pt x="66" y="350"/>
                    </a:cubicBezTo>
                    <a:cubicBezTo>
                      <a:pt x="64" y="355"/>
                      <a:pt x="63" y="361"/>
                      <a:pt x="62" y="367"/>
                    </a:cubicBezTo>
                    <a:cubicBezTo>
                      <a:pt x="53" y="409"/>
                      <a:pt x="51" y="494"/>
                      <a:pt x="71" y="527"/>
                    </a:cubicBezTo>
                    <a:cubicBezTo>
                      <a:pt x="72" y="529"/>
                      <a:pt x="71" y="532"/>
                      <a:pt x="69" y="533"/>
                    </a:cubicBezTo>
                    <a:cubicBezTo>
                      <a:pt x="69" y="533"/>
                      <a:pt x="68" y="534"/>
                      <a:pt x="67" y="53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 name="Google Shape;1202;p55">
                <a:extLst>
                  <a:ext uri="{FF2B5EF4-FFF2-40B4-BE49-F238E27FC236}">
                    <a16:creationId xmlns:a16="http://schemas.microsoft.com/office/drawing/2014/main" id="{D868AD89-FAE4-9A75-93A2-A34FAD109647}"/>
                  </a:ext>
                </a:extLst>
              </p:cNvPr>
              <p:cNvSpPr/>
              <p:nvPr/>
            </p:nvSpPr>
            <p:spPr>
              <a:xfrm>
                <a:off x="5386421" y="3244174"/>
                <a:ext cx="24682" cy="31734"/>
              </a:xfrm>
              <a:custGeom>
                <a:avLst/>
                <a:gdLst/>
                <a:ahLst/>
                <a:cxnLst/>
                <a:rect l="l" t="t" r="r" b="b"/>
                <a:pathLst>
                  <a:path w="25" h="32" extrusionOk="0">
                    <a:moveTo>
                      <a:pt x="23" y="14"/>
                    </a:moveTo>
                    <a:cubicBezTo>
                      <a:pt x="25" y="22"/>
                      <a:pt x="22" y="29"/>
                      <a:pt x="16" y="31"/>
                    </a:cubicBezTo>
                    <a:cubicBezTo>
                      <a:pt x="10" y="32"/>
                      <a:pt x="4" y="27"/>
                      <a:pt x="2" y="18"/>
                    </a:cubicBezTo>
                    <a:cubicBezTo>
                      <a:pt x="0" y="10"/>
                      <a:pt x="3" y="3"/>
                      <a:pt x="9" y="1"/>
                    </a:cubicBezTo>
                    <a:cubicBezTo>
                      <a:pt x="15" y="0"/>
                      <a:pt x="21" y="5"/>
                      <a:pt x="23" y="1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4" name="Google Shape;1203;p55">
              <a:extLst>
                <a:ext uri="{FF2B5EF4-FFF2-40B4-BE49-F238E27FC236}">
                  <a16:creationId xmlns:a16="http://schemas.microsoft.com/office/drawing/2014/main" id="{80263666-873A-44B5-7C1A-664F60DF7B10}"/>
                </a:ext>
              </a:extLst>
            </p:cNvPr>
            <p:cNvSpPr/>
            <p:nvPr/>
          </p:nvSpPr>
          <p:spPr>
            <a:xfrm>
              <a:off x="5158996" y="2110575"/>
              <a:ext cx="44075" cy="51127"/>
            </a:xfrm>
            <a:custGeom>
              <a:avLst/>
              <a:gdLst/>
              <a:ahLst/>
              <a:cxnLst/>
              <a:rect l="l" t="t" r="r" b="b"/>
              <a:pathLst>
                <a:path w="44" h="52" extrusionOk="0">
                  <a:moveTo>
                    <a:pt x="1" y="25"/>
                  </a:moveTo>
                  <a:cubicBezTo>
                    <a:pt x="3" y="15"/>
                    <a:pt x="7" y="3"/>
                    <a:pt x="19" y="1"/>
                  </a:cubicBezTo>
                  <a:cubicBezTo>
                    <a:pt x="27" y="0"/>
                    <a:pt x="36" y="3"/>
                    <a:pt x="39" y="9"/>
                  </a:cubicBezTo>
                  <a:cubicBezTo>
                    <a:pt x="41" y="13"/>
                    <a:pt x="42" y="16"/>
                    <a:pt x="42" y="20"/>
                  </a:cubicBezTo>
                  <a:cubicBezTo>
                    <a:pt x="44" y="29"/>
                    <a:pt x="43" y="41"/>
                    <a:pt x="35" y="47"/>
                  </a:cubicBezTo>
                  <a:cubicBezTo>
                    <a:pt x="30" y="51"/>
                    <a:pt x="23" y="52"/>
                    <a:pt x="17" y="49"/>
                  </a:cubicBezTo>
                  <a:cubicBezTo>
                    <a:pt x="5" y="44"/>
                    <a:pt x="0" y="37"/>
                    <a:pt x="1" y="25"/>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1204;p55">
              <a:extLst>
                <a:ext uri="{FF2B5EF4-FFF2-40B4-BE49-F238E27FC236}">
                  <a16:creationId xmlns:a16="http://schemas.microsoft.com/office/drawing/2014/main" id="{EF643671-4E66-0139-1F54-5DB3A3804F11}"/>
                </a:ext>
              </a:extLst>
            </p:cNvPr>
            <p:cNvSpPr/>
            <p:nvPr/>
          </p:nvSpPr>
          <p:spPr>
            <a:xfrm>
              <a:off x="5106107" y="2055923"/>
              <a:ext cx="123409" cy="52889"/>
            </a:xfrm>
            <a:custGeom>
              <a:avLst/>
              <a:gdLst/>
              <a:ahLst/>
              <a:cxnLst/>
              <a:rect l="l" t="t" r="r" b="b"/>
              <a:pathLst>
                <a:path w="125" h="54" extrusionOk="0">
                  <a:moveTo>
                    <a:pt x="52" y="11"/>
                  </a:moveTo>
                  <a:cubicBezTo>
                    <a:pt x="32" y="19"/>
                    <a:pt x="10" y="28"/>
                    <a:pt x="1" y="48"/>
                  </a:cubicBezTo>
                  <a:cubicBezTo>
                    <a:pt x="1" y="49"/>
                    <a:pt x="0" y="50"/>
                    <a:pt x="1" y="51"/>
                  </a:cubicBezTo>
                  <a:cubicBezTo>
                    <a:pt x="1" y="53"/>
                    <a:pt x="4" y="54"/>
                    <a:pt x="7" y="53"/>
                  </a:cubicBezTo>
                  <a:cubicBezTo>
                    <a:pt x="24" y="51"/>
                    <a:pt x="39" y="42"/>
                    <a:pt x="55" y="37"/>
                  </a:cubicBezTo>
                  <a:cubicBezTo>
                    <a:pt x="73" y="32"/>
                    <a:pt x="93" y="32"/>
                    <a:pt x="111" y="28"/>
                  </a:cubicBezTo>
                  <a:cubicBezTo>
                    <a:pt x="115" y="27"/>
                    <a:pt x="118" y="26"/>
                    <a:pt x="121" y="24"/>
                  </a:cubicBezTo>
                  <a:cubicBezTo>
                    <a:pt x="123" y="22"/>
                    <a:pt x="125" y="18"/>
                    <a:pt x="125" y="15"/>
                  </a:cubicBezTo>
                  <a:cubicBezTo>
                    <a:pt x="124" y="11"/>
                    <a:pt x="119" y="9"/>
                    <a:pt x="115" y="7"/>
                  </a:cubicBezTo>
                  <a:cubicBezTo>
                    <a:pt x="94" y="0"/>
                    <a:pt x="73" y="3"/>
                    <a:pt x="52" y="11"/>
                  </a:cubicBezTo>
                  <a:cubicBezTo>
                    <a:pt x="52" y="11"/>
                    <a:pt x="52" y="11"/>
                    <a:pt x="52" y="11"/>
                  </a:cubicBezTo>
                  <a:close/>
                </a:path>
              </a:pathLst>
            </a:custGeom>
            <a:solidFill>
              <a:srgbClr val="E9E9E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1205;p55">
              <a:extLst>
                <a:ext uri="{FF2B5EF4-FFF2-40B4-BE49-F238E27FC236}">
                  <a16:creationId xmlns:a16="http://schemas.microsoft.com/office/drawing/2014/main" id="{8F78220A-31DC-F2F6-341B-7D0B5E4DF9CA}"/>
                </a:ext>
              </a:extLst>
            </p:cNvPr>
            <p:cNvSpPr/>
            <p:nvPr/>
          </p:nvSpPr>
          <p:spPr>
            <a:xfrm>
              <a:off x="5386421" y="2110575"/>
              <a:ext cx="44075" cy="51127"/>
            </a:xfrm>
            <a:custGeom>
              <a:avLst/>
              <a:gdLst/>
              <a:ahLst/>
              <a:cxnLst/>
              <a:rect l="l" t="t" r="r" b="b"/>
              <a:pathLst>
                <a:path w="44" h="52" extrusionOk="0">
                  <a:moveTo>
                    <a:pt x="42" y="25"/>
                  </a:moveTo>
                  <a:cubicBezTo>
                    <a:pt x="41" y="15"/>
                    <a:pt x="37" y="3"/>
                    <a:pt x="25" y="1"/>
                  </a:cubicBezTo>
                  <a:cubicBezTo>
                    <a:pt x="17" y="0"/>
                    <a:pt x="8" y="3"/>
                    <a:pt x="4" y="9"/>
                  </a:cubicBezTo>
                  <a:cubicBezTo>
                    <a:pt x="2" y="13"/>
                    <a:pt x="1" y="16"/>
                    <a:pt x="1" y="20"/>
                  </a:cubicBezTo>
                  <a:cubicBezTo>
                    <a:pt x="0" y="29"/>
                    <a:pt x="0" y="41"/>
                    <a:pt x="8" y="47"/>
                  </a:cubicBezTo>
                  <a:cubicBezTo>
                    <a:pt x="13" y="51"/>
                    <a:pt x="21" y="52"/>
                    <a:pt x="27" y="49"/>
                  </a:cubicBezTo>
                  <a:cubicBezTo>
                    <a:pt x="39" y="44"/>
                    <a:pt x="44" y="37"/>
                    <a:pt x="42" y="25"/>
                  </a:cubicBezTo>
                  <a:close/>
                </a:path>
              </a:pathLst>
            </a:custGeom>
            <a:solidFill>
              <a:srgbClr val="02080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1206;p55">
              <a:extLst>
                <a:ext uri="{FF2B5EF4-FFF2-40B4-BE49-F238E27FC236}">
                  <a16:creationId xmlns:a16="http://schemas.microsoft.com/office/drawing/2014/main" id="{39C7BAD8-87DD-AEA1-0FCA-650F0066C856}"/>
                </a:ext>
              </a:extLst>
            </p:cNvPr>
            <p:cNvSpPr/>
            <p:nvPr/>
          </p:nvSpPr>
          <p:spPr>
            <a:xfrm>
              <a:off x="5358214" y="2055923"/>
              <a:ext cx="125172" cy="52889"/>
            </a:xfrm>
            <a:custGeom>
              <a:avLst/>
              <a:gdLst/>
              <a:ahLst/>
              <a:cxnLst/>
              <a:rect l="l" t="t" r="r" b="b"/>
              <a:pathLst>
                <a:path w="125" h="54" extrusionOk="0">
                  <a:moveTo>
                    <a:pt x="74" y="11"/>
                  </a:moveTo>
                  <a:cubicBezTo>
                    <a:pt x="93" y="19"/>
                    <a:pt x="115" y="28"/>
                    <a:pt x="124" y="48"/>
                  </a:cubicBezTo>
                  <a:cubicBezTo>
                    <a:pt x="125" y="49"/>
                    <a:pt x="125" y="50"/>
                    <a:pt x="125" y="51"/>
                  </a:cubicBezTo>
                  <a:cubicBezTo>
                    <a:pt x="124" y="53"/>
                    <a:pt x="121" y="54"/>
                    <a:pt x="119" y="53"/>
                  </a:cubicBezTo>
                  <a:cubicBezTo>
                    <a:pt x="102" y="51"/>
                    <a:pt x="87" y="42"/>
                    <a:pt x="70" y="37"/>
                  </a:cubicBezTo>
                  <a:cubicBezTo>
                    <a:pt x="52" y="32"/>
                    <a:pt x="32" y="32"/>
                    <a:pt x="14" y="28"/>
                  </a:cubicBezTo>
                  <a:cubicBezTo>
                    <a:pt x="11" y="27"/>
                    <a:pt x="7" y="26"/>
                    <a:pt x="5" y="24"/>
                  </a:cubicBezTo>
                  <a:cubicBezTo>
                    <a:pt x="2" y="22"/>
                    <a:pt x="0" y="18"/>
                    <a:pt x="1" y="15"/>
                  </a:cubicBezTo>
                  <a:cubicBezTo>
                    <a:pt x="2" y="11"/>
                    <a:pt x="6" y="9"/>
                    <a:pt x="10" y="7"/>
                  </a:cubicBezTo>
                  <a:cubicBezTo>
                    <a:pt x="32" y="0"/>
                    <a:pt x="52" y="3"/>
                    <a:pt x="73" y="11"/>
                  </a:cubicBezTo>
                  <a:cubicBezTo>
                    <a:pt x="73" y="11"/>
                    <a:pt x="74" y="11"/>
                    <a:pt x="74" y="11"/>
                  </a:cubicBezTo>
                  <a:close/>
                </a:path>
              </a:pathLst>
            </a:custGeom>
            <a:solidFill>
              <a:srgbClr val="E9E9E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1207;p55">
              <a:extLst>
                <a:ext uri="{FF2B5EF4-FFF2-40B4-BE49-F238E27FC236}">
                  <a16:creationId xmlns:a16="http://schemas.microsoft.com/office/drawing/2014/main" id="{DD30BFA7-CA68-8707-B7AB-A792C02F3876}"/>
                </a:ext>
              </a:extLst>
            </p:cNvPr>
            <p:cNvSpPr/>
            <p:nvPr/>
          </p:nvSpPr>
          <p:spPr>
            <a:xfrm>
              <a:off x="5263013" y="2087656"/>
              <a:ext cx="58179" cy="146328"/>
            </a:xfrm>
            <a:custGeom>
              <a:avLst/>
              <a:gdLst/>
              <a:ahLst/>
              <a:cxnLst/>
              <a:rect l="l" t="t" r="r" b="b"/>
              <a:pathLst>
                <a:path w="58" h="147" extrusionOk="0">
                  <a:moveTo>
                    <a:pt x="58" y="121"/>
                  </a:moveTo>
                  <a:cubicBezTo>
                    <a:pt x="58" y="115"/>
                    <a:pt x="57" y="110"/>
                    <a:pt x="56" y="104"/>
                  </a:cubicBezTo>
                  <a:cubicBezTo>
                    <a:pt x="55" y="97"/>
                    <a:pt x="54" y="91"/>
                    <a:pt x="53" y="85"/>
                  </a:cubicBezTo>
                  <a:cubicBezTo>
                    <a:pt x="51" y="72"/>
                    <a:pt x="49" y="60"/>
                    <a:pt x="49" y="48"/>
                  </a:cubicBezTo>
                  <a:cubicBezTo>
                    <a:pt x="48" y="33"/>
                    <a:pt x="49" y="18"/>
                    <a:pt x="50" y="4"/>
                  </a:cubicBezTo>
                  <a:cubicBezTo>
                    <a:pt x="51" y="0"/>
                    <a:pt x="41" y="0"/>
                    <a:pt x="41" y="3"/>
                  </a:cubicBezTo>
                  <a:cubicBezTo>
                    <a:pt x="40" y="15"/>
                    <a:pt x="39" y="28"/>
                    <a:pt x="39" y="40"/>
                  </a:cubicBezTo>
                  <a:cubicBezTo>
                    <a:pt x="39" y="52"/>
                    <a:pt x="41" y="63"/>
                    <a:pt x="42" y="75"/>
                  </a:cubicBezTo>
                  <a:cubicBezTo>
                    <a:pt x="44" y="87"/>
                    <a:pt x="46" y="99"/>
                    <a:pt x="48" y="111"/>
                  </a:cubicBezTo>
                  <a:cubicBezTo>
                    <a:pt x="49" y="115"/>
                    <a:pt x="49" y="120"/>
                    <a:pt x="49" y="125"/>
                  </a:cubicBezTo>
                  <a:cubicBezTo>
                    <a:pt x="48" y="131"/>
                    <a:pt x="44" y="133"/>
                    <a:pt x="40" y="135"/>
                  </a:cubicBezTo>
                  <a:cubicBezTo>
                    <a:pt x="29" y="139"/>
                    <a:pt x="17" y="142"/>
                    <a:pt x="5" y="142"/>
                  </a:cubicBezTo>
                  <a:cubicBezTo>
                    <a:pt x="4" y="142"/>
                    <a:pt x="1" y="142"/>
                    <a:pt x="1" y="144"/>
                  </a:cubicBezTo>
                  <a:cubicBezTo>
                    <a:pt x="0" y="146"/>
                    <a:pt x="4" y="147"/>
                    <a:pt x="5" y="147"/>
                  </a:cubicBezTo>
                  <a:cubicBezTo>
                    <a:pt x="17" y="147"/>
                    <a:pt x="28" y="145"/>
                    <a:pt x="40" y="142"/>
                  </a:cubicBezTo>
                  <a:cubicBezTo>
                    <a:pt x="44" y="140"/>
                    <a:pt x="50" y="138"/>
                    <a:pt x="54" y="135"/>
                  </a:cubicBezTo>
                  <a:cubicBezTo>
                    <a:pt x="57" y="131"/>
                    <a:pt x="58" y="126"/>
                    <a:pt x="58" y="121"/>
                  </a:cubicBezTo>
                  <a:close/>
                </a:path>
              </a:pathLst>
            </a:custGeom>
            <a:solidFill>
              <a:srgbClr val="95654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1208;p55">
              <a:extLst>
                <a:ext uri="{FF2B5EF4-FFF2-40B4-BE49-F238E27FC236}">
                  <a16:creationId xmlns:a16="http://schemas.microsoft.com/office/drawing/2014/main" id="{34819453-FE84-C07A-D4E7-AA2942242038}"/>
                </a:ext>
              </a:extLst>
            </p:cNvPr>
            <p:cNvSpPr/>
            <p:nvPr/>
          </p:nvSpPr>
          <p:spPr>
            <a:xfrm>
              <a:off x="4215802" y="1900780"/>
              <a:ext cx="229187" cy="56416"/>
            </a:xfrm>
            <a:custGeom>
              <a:avLst/>
              <a:gdLst/>
              <a:ahLst/>
              <a:cxnLst/>
              <a:rect l="l" t="t" r="r" b="b"/>
              <a:pathLst>
                <a:path w="229" h="55" extrusionOk="0">
                  <a:moveTo>
                    <a:pt x="4" y="7"/>
                  </a:moveTo>
                  <a:cubicBezTo>
                    <a:pt x="49" y="6"/>
                    <a:pt x="92" y="16"/>
                    <a:pt x="136" y="26"/>
                  </a:cubicBezTo>
                  <a:cubicBezTo>
                    <a:pt x="151" y="30"/>
                    <a:pt x="167" y="34"/>
                    <a:pt x="183" y="36"/>
                  </a:cubicBezTo>
                  <a:cubicBezTo>
                    <a:pt x="197" y="37"/>
                    <a:pt x="215" y="37"/>
                    <a:pt x="221" y="52"/>
                  </a:cubicBezTo>
                  <a:cubicBezTo>
                    <a:pt x="222" y="55"/>
                    <a:pt x="229" y="51"/>
                    <a:pt x="228" y="47"/>
                  </a:cubicBezTo>
                  <a:cubicBezTo>
                    <a:pt x="223" y="36"/>
                    <a:pt x="212" y="33"/>
                    <a:pt x="201" y="31"/>
                  </a:cubicBezTo>
                  <a:cubicBezTo>
                    <a:pt x="183" y="28"/>
                    <a:pt x="165" y="26"/>
                    <a:pt x="147" y="22"/>
                  </a:cubicBezTo>
                  <a:cubicBezTo>
                    <a:pt x="101" y="11"/>
                    <a:pt x="55" y="0"/>
                    <a:pt x="7" y="1"/>
                  </a:cubicBezTo>
                  <a:cubicBezTo>
                    <a:pt x="4" y="1"/>
                    <a:pt x="0" y="7"/>
                    <a:pt x="4"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1209;p55">
              <a:extLst>
                <a:ext uri="{FF2B5EF4-FFF2-40B4-BE49-F238E27FC236}">
                  <a16:creationId xmlns:a16="http://schemas.microsoft.com/office/drawing/2014/main" id="{921E850F-92B3-4811-EA8A-50107EF437A2}"/>
                </a:ext>
              </a:extLst>
            </p:cNvPr>
            <p:cNvSpPr/>
            <p:nvPr/>
          </p:nvSpPr>
          <p:spPr>
            <a:xfrm>
              <a:off x="6174473" y="1842601"/>
              <a:ext cx="200980" cy="116357"/>
            </a:xfrm>
            <a:custGeom>
              <a:avLst/>
              <a:gdLst/>
              <a:ahLst/>
              <a:cxnLst/>
              <a:rect l="l" t="t" r="r" b="b"/>
              <a:pathLst>
                <a:path w="201" h="116" extrusionOk="0">
                  <a:moveTo>
                    <a:pt x="9" y="114"/>
                  </a:moveTo>
                  <a:cubicBezTo>
                    <a:pt x="28" y="85"/>
                    <a:pt x="62" y="68"/>
                    <a:pt x="92" y="53"/>
                  </a:cubicBezTo>
                  <a:cubicBezTo>
                    <a:pt x="126" y="35"/>
                    <a:pt x="160" y="17"/>
                    <a:pt x="196" y="3"/>
                  </a:cubicBezTo>
                  <a:cubicBezTo>
                    <a:pt x="201" y="2"/>
                    <a:pt x="195" y="0"/>
                    <a:pt x="192" y="1"/>
                  </a:cubicBezTo>
                  <a:cubicBezTo>
                    <a:pt x="153" y="15"/>
                    <a:pt x="117" y="34"/>
                    <a:pt x="81" y="53"/>
                  </a:cubicBezTo>
                  <a:cubicBezTo>
                    <a:pt x="52" y="68"/>
                    <a:pt x="19" y="85"/>
                    <a:pt x="1" y="114"/>
                  </a:cubicBezTo>
                  <a:cubicBezTo>
                    <a:pt x="0" y="116"/>
                    <a:pt x="7" y="116"/>
                    <a:pt x="9" y="11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1210;p55">
              <a:extLst>
                <a:ext uri="{FF2B5EF4-FFF2-40B4-BE49-F238E27FC236}">
                  <a16:creationId xmlns:a16="http://schemas.microsoft.com/office/drawing/2014/main" id="{657C2469-4330-F3A8-D7F3-E35BCD008B31}"/>
                </a:ext>
              </a:extLst>
            </p:cNvPr>
            <p:cNvSpPr/>
            <p:nvPr/>
          </p:nvSpPr>
          <p:spPr>
            <a:xfrm>
              <a:off x="5185442" y="3684920"/>
              <a:ext cx="578258" cy="259160"/>
            </a:xfrm>
            <a:custGeom>
              <a:avLst/>
              <a:gdLst/>
              <a:ahLst/>
              <a:cxnLst/>
              <a:rect l="l" t="t" r="r" b="b"/>
              <a:pathLst>
                <a:path w="577" h="258" extrusionOk="0">
                  <a:moveTo>
                    <a:pt x="5" y="251"/>
                  </a:moveTo>
                  <a:cubicBezTo>
                    <a:pt x="116" y="252"/>
                    <a:pt x="230" y="258"/>
                    <a:pt x="337" y="223"/>
                  </a:cubicBezTo>
                  <a:cubicBezTo>
                    <a:pt x="441" y="189"/>
                    <a:pt x="528" y="105"/>
                    <a:pt x="575" y="7"/>
                  </a:cubicBezTo>
                  <a:cubicBezTo>
                    <a:pt x="577" y="2"/>
                    <a:pt x="570" y="0"/>
                    <a:pt x="568" y="4"/>
                  </a:cubicBezTo>
                  <a:cubicBezTo>
                    <a:pt x="521" y="104"/>
                    <a:pt x="435" y="184"/>
                    <a:pt x="329" y="219"/>
                  </a:cubicBezTo>
                  <a:cubicBezTo>
                    <a:pt x="226" y="252"/>
                    <a:pt x="114" y="245"/>
                    <a:pt x="7" y="245"/>
                  </a:cubicBezTo>
                  <a:cubicBezTo>
                    <a:pt x="3" y="245"/>
                    <a:pt x="0" y="251"/>
                    <a:pt x="5" y="25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1211;p55">
              <a:extLst>
                <a:ext uri="{FF2B5EF4-FFF2-40B4-BE49-F238E27FC236}">
                  <a16:creationId xmlns:a16="http://schemas.microsoft.com/office/drawing/2014/main" id="{D32DDEEC-72A3-55AB-00B0-C4B5DE5BE516}"/>
                </a:ext>
              </a:extLst>
            </p:cNvPr>
            <p:cNvSpPr/>
            <p:nvPr/>
          </p:nvSpPr>
          <p:spPr>
            <a:xfrm>
              <a:off x="5225990" y="3933500"/>
              <a:ext cx="497161" cy="102253"/>
            </a:xfrm>
            <a:custGeom>
              <a:avLst/>
              <a:gdLst/>
              <a:ahLst/>
              <a:cxnLst/>
              <a:rect l="l" t="t" r="r" b="b"/>
              <a:pathLst>
                <a:path w="496" h="102" extrusionOk="0">
                  <a:moveTo>
                    <a:pt x="7" y="87"/>
                  </a:moveTo>
                  <a:cubicBezTo>
                    <a:pt x="169" y="88"/>
                    <a:pt x="350" y="102"/>
                    <a:pt x="491" y="7"/>
                  </a:cubicBezTo>
                  <a:cubicBezTo>
                    <a:pt x="496" y="4"/>
                    <a:pt x="490" y="0"/>
                    <a:pt x="487" y="2"/>
                  </a:cubicBezTo>
                  <a:cubicBezTo>
                    <a:pt x="346" y="96"/>
                    <a:pt x="167" y="81"/>
                    <a:pt x="6" y="81"/>
                  </a:cubicBezTo>
                  <a:cubicBezTo>
                    <a:pt x="0" y="81"/>
                    <a:pt x="2" y="87"/>
                    <a:pt x="7" y="8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48" name="Picture 47">
            <a:extLst>
              <a:ext uri="{FF2B5EF4-FFF2-40B4-BE49-F238E27FC236}">
                <a16:creationId xmlns:a16="http://schemas.microsoft.com/office/drawing/2014/main" id="{94E04F86-E7AC-0759-1797-9016E471D846}"/>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5742"/>
                    </a14:imgEffect>
                    <a14:imgEffect>
                      <a14:saturation sat="238000"/>
                    </a14:imgEffect>
                  </a14:imgLayer>
                </a14:imgProps>
              </a:ext>
              <a:ext uri="{28A0092B-C50C-407E-A947-70E740481C1C}">
                <a14:useLocalDpi xmlns:a14="http://schemas.microsoft.com/office/drawing/2010/main" val="0"/>
              </a:ext>
            </a:extLst>
          </a:blip>
          <a:srcRect r="73519"/>
          <a:stretch/>
        </p:blipFill>
        <p:spPr>
          <a:xfrm>
            <a:off x="8424000" y="40583"/>
            <a:ext cx="663681" cy="998833"/>
          </a:xfrm>
          <a:prstGeom prst="rect">
            <a:avLst/>
          </a:prstGeom>
        </p:spPr>
      </p:pic>
      <p:sp>
        <p:nvSpPr>
          <p:cNvPr id="49" name="Slide Number Placeholder 48">
            <a:extLst>
              <a:ext uri="{FF2B5EF4-FFF2-40B4-BE49-F238E27FC236}">
                <a16:creationId xmlns:a16="http://schemas.microsoft.com/office/drawing/2014/main" id="{CEA9E666-85E3-CF09-9800-B19409EEC4A6}"/>
              </a:ext>
            </a:extLst>
          </p:cNvPr>
          <p:cNvSpPr>
            <a:spLocks noGrp="1"/>
          </p:cNvSpPr>
          <p:nvPr>
            <p:ph type="sldNum" sz="quarter" idx="4"/>
          </p:nvPr>
        </p:nvSpPr>
        <p:spPr/>
        <p:txBody>
          <a:bodyPr/>
          <a:lstStyle/>
          <a:p>
            <a:fld id="{9B734CDD-9A74-423D-886C-51C237F4B489}" type="slidenum">
              <a:rPr lang="en-IN" smtClean="0"/>
              <a:t>7</a:t>
            </a:fld>
            <a:endParaRPr lang="en-IN"/>
          </a:p>
        </p:txBody>
      </p:sp>
    </p:spTree>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sld>
</file>

<file path=ppt/theme/theme1.xml><?xml version="1.0" encoding="utf-8"?>
<a:theme xmlns:a="http://schemas.openxmlformats.org/drawingml/2006/main" name="Personal Development and Self-Knowledge by Slidesgo">
  <a:themeElements>
    <a:clrScheme name="Simple Light">
      <a:dk1>
        <a:srgbClr val="1D2A33"/>
      </a:dk1>
      <a:lt1>
        <a:srgbClr val="FAFEFF"/>
      </a:lt1>
      <a:dk2>
        <a:srgbClr val="DF7628"/>
      </a:dk2>
      <a:lt2>
        <a:srgbClr val="E7A749"/>
      </a:lt2>
      <a:accent1>
        <a:srgbClr val="BEE2EA"/>
      </a:accent1>
      <a:accent2>
        <a:srgbClr val="5EADB5"/>
      </a:accent2>
      <a:accent3>
        <a:srgbClr val="6A8EA8"/>
      </a:accent3>
      <a:accent4>
        <a:srgbClr val="4C6880"/>
      </a:accent4>
      <a:accent5>
        <a:srgbClr val="B5696D"/>
      </a:accent5>
      <a:accent6>
        <a:srgbClr val="F8B8B9"/>
      </a:accent6>
      <a:hlink>
        <a:srgbClr val="1D2A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172</Words>
  <Application>Microsoft Office PowerPoint</Application>
  <PresentationFormat>On-screen Show (16:9)</PresentationFormat>
  <Paragraphs>26</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vt:lpstr>
      <vt:lpstr>Work Sans</vt:lpstr>
      <vt:lpstr>Nunito Light</vt:lpstr>
      <vt:lpstr>Manjari</vt:lpstr>
      <vt:lpstr>Arial</vt:lpstr>
      <vt:lpstr>Personal Development and Self-Knowledge by Slidesgo</vt:lpstr>
      <vt:lpstr>Blockchain Technology: The Future of Secure Transactions</vt:lpstr>
      <vt:lpstr>What is Blockchain?</vt:lpstr>
      <vt:lpstr>How Does Blockchain Work?</vt:lpstr>
      <vt:lpstr>Key Features of Blockchain</vt:lpstr>
      <vt:lpstr>Applications of Blockchain</vt:lpstr>
      <vt:lpstr>Future of Blockchain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Ranbir</dc:creator>
  <cp:lastModifiedBy>Ranbir</cp:lastModifiedBy>
  <cp:revision>6</cp:revision>
  <dcterms:modified xsi:type="dcterms:W3CDTF">2025-03-20T16:38:41Z</dcterms:modified>
</cp:coreProperties>
</file>