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1"/>
  </p:sldMasterIdLst>
  <p:notesMasterIdLst>
    <p:notesMasterId r:id="rId17"/>
  </p:notesMasterIdLst>
  <p:sldIdLst>
    <p:sldId id="256" r:id="rId2"/>
    <p:sldId id="258" r:id="rId3"/>
    <p:sldId id="262" r:id="rId4"/>
    <p:sldId id="282" r:id="rId5"/>
    <p:sldId id="261" r:id="rId6"/>
    <p:sldId id="313" r:id="rId7"/>
    <p:sldId id="312" r:id="rId8"/>
    <p:sldId id="314" r:id="rId9"/>
    <p:sldId id="257" r:id="rId10"/>
    <p:sldId id="280" r:id="rId11"/>
    <p:sldId id="265" r:id="rId12"/>
    <p:sldId id="263" r:id="rId13"/>
    <p:sldId id="315" r:id="rId14"/>
    <p:sldId id="293" r:id="rId15"/>
    <p:sldId id="290" r:id="rId16"/>
  </p:sldIdLst>
  <p:sldSz cx="9144000" cy="5143500" type="screen16x9"/>
  <p:notesSz cx="6858000" cy="9144000"/>
  <p:embeddedFontLst>
    <p:embeddedFont>
      <p:font typeface="Anaheim" panose="020B0604020202020204" charset="0"/>
      <p:regular r:id="rId18"/>
      <p:bold r:id="rId19"/>
    </p:embeddedFont>
    <p:embeddedFont>
      <p:font typeface="Bebas Neue" panose="020B0606020202050201" pitchFamily="34" charset="0"/>
      <p:regular r:id="rId20"/>
    </p:embeddedFont>
    <p:embeddedFont>
      <p:font typeface="Cambria Math" panose="02040503050406030204" pitchFamily="18" charset="0"/>
      <p:regular r:id="rId21"/>
    </p:embeddedFont>
    <p:embeddedFont>
      <p:font typeface="Fredoka One" panose="02000000000000000000" pitchFamily="2" charset="0"/>
      <p:regular r:id="rId22"/>
    </p:embeddedFont>
    <p:embeddedFont>
      <p:font typeface="Nunito" pitchFamily="2" charset="0"/>
      <p:regular r:id="rId23"/>
      <p:bold r:id="rId24"/>
      <p:italic r:id="rId25"/>
      <p:boldItalic r:id="rId26"/>
    </p:embeddedFont>
    <p:embeddedFont>
      <p:font typeface="Nunito Light" pitchFamily="2" charset="0"/>
      <p:regular r:id="rId27"/>
      <p: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3DD"/>
    <a:srgbClr val="FFFFFF"/>
    <a:srgbClr val="F6A9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8A3460E-21C1-4390-8DAC-6B687231105E}">
  <a:tblStyle styleId="{78A3460E-21C1-4390-8DAC-6B687231105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A8D52B6-3642-472F-BED5-292BB1E2B308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8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7" name="Google Shape;767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3" name="Google Shape;823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1" name="Google Shape;941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5" name="Google Shape;1725;gd5260bdd85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6" name="Google Shape;1726;gd5260bdd85_0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9" name="Google Shape;919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7">
          <a:extLst>
            <a:ext uri="{FF2B5EF4-FFF2-40B4-BE49-F238E27FC236}">
              <a16:creationId xmlns:a16="http://schemas.microsoft.com/office/drawing/2014/main" id="{2B83D7FA-F055-33B2-9973-D6766F4D3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g14072739ea5_12_0:notes">
            <a:extLst>
              <a:ext uri="{FF2B5EF4-FFF2-40B4-BE49-F238E27FC236}">
                <a16:creationId xmlns:a16="http://schemas.microsoft.com/office/drawing/2014/main" id="{43908B4A-1674-AFD8-579B-0C91EB4D19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9" name="Google Shape;919;g14072739ea5_12_0:notes">
            <a:extLst>
              <a:ext uri="{FF2B5EF4-FFF2-40B4-BE49-F238E27FC236}">
                <a16:creationId xmlns:a16="http://schemas.microsoft.com/office/drawing/2014/main" id="{87F5E285-237A-CD75-075D-B46C427DCE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19605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7">
          <a:extLst>
            <a:ext uri="{FF2B5EF4-FFF2-40B4-BE49-F238E27FC236}">
              <a16:creationId xmlns:a16="http://schemas.microsoft.com/office/drawing/2014/main" id="{EB8666A9-B564-E2C9-356C-C6DB14B08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g14072739ea5_12_0:notes">
            <a:extLst>
              <a:ext uri="{FF2B5EF4-FFF2-40B4-BE49-F238E27FC236}">
                <a16:creationId xmlns:a16="http://schemas.microsoft.com/office/drawing/2014/main" id="{43965245-AB9E-6EAF-9F40-2B5EB7FE00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9" name="Google Shape;919;g14072739ea5_12_0:notes">
            <a:extLst>
              <a:ext uri="{FF2B5EF4-FFF2-40B4-BE49-F238E27FC236}">
                <a16:creationId xmlns:a16="http://schemas.microsoft.com/office/drawing/2014/main" id="{94D7AAE6-2534-997B-23AB-8B026971B3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513509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7">
          <a:extLst>
            <a:ext uri="{FF2B5EF4-FFF2-40B4-BE49-F238E27FC236}">
              <a16:creationId xmlns:a16="http://schemas.microsoft.com/office/drawing/2014/main" id="{6567A61F-6611-9616-25AE-8387EA639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g14072739ea5_12_0:notes">
            <a:extLst>
              <a:ext uri="{FF2B5EF4-FFF2-40B4-BE49-F238E27FC236}">
                <a16:creationId xmlns:a16="http://schemas.microsoft.com/office/drawing/2014/main" id="{47649C9F-7FDC-6997-A894-7C93546B11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9" name="Google Shape;919;g14072739ea5_12_0:notes">
            <a:extLst>
              <a:ext uri="{FF2B5EF4-FFF2-40B4-BE49-F238E27FC236}">
                <a16:creationId xmlns:a16="http://schemas.microsoft.com/office/drawing/2014/main" id="{3FD05D11-27D2-BC76-A0E4-782845CD73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641932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5" name="Google Shape;805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7" name="Google Shape;1677;g54dda1946d_4_27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8" name="Google Shape;1678;g54dda1946d_4_27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gd5260bdd85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8" name="Google Shape;1058;gd5260bdd85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8" name="Google Shape;978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6">
          <a:extLst>
            <a:ext uri="{FF2B5EF4-FFF2-40B4-BE49-F238E27FC236}">
              <a16:creationId xmlns:a16="http://schemas.microsoft.com/office/drawing/2014/main" id="{7D3A5DB6-88D7-5C5C-4FCA-8496F9866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g54dda1946d_6_332:notes">
            <a:extLst>
              <a:ext uri="{FF2B5EF4-FFF2-40B4-BE49-F238E27FC236}">
                <a16:creationId xmlns:a16="http://schemas.microsoft.com/office/drawing/2014/main" id="{C0BE3250-A8DB-FA51-3743-045796F6DE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8" name="Google Shape;978;g54dda1946d_6_332:notes">
            <a:extLst>
              <a:ext uri="{FF2B5EF4-FFF2-40B4-BE49-F238E27FC236}">
                <a16:creationId xmlns:a16="http://schemas.microsoft.com/office/drawing/2014/main" id="{1BFE5C07-D991-33A6-6652-3FCE3EEAF2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84351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6" name="Google Shape;2706;g51b1a71d38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7" name="Google Shape;2707;g51b1a71d38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8" name="Google Shape;2158;g135e18421cc_1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9" name="Google Shape;2159;g135e18421cc_1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311036" y="279900"/>
            <a:ext cx="8496698" cy="4620823"/>
            <a:chOff x="311036" y="279900"/>
            <a:chExt cx="8496698" cy="4620823"/>
          </a:xfrm>
        </p:grpSpPr>
        <p:sp>
          <p:nvSpPr>
            <p:cNvPr id="10" name="Google Shape;10;p2"/>
            <p:cNvSpPr/>
            <p:nvPr/>
          </p:nvSpPr>
          <p:spPr>
            <a:xfrm>
              <a:off x="311814" y="4642854"/>
              <a:ext cx="8495531" cy="257869"/>
            </a:xfrm>
            <a:custGeom>
              <a:avLst/>
              <a:gdLst/>
              <a:ahLst/>
              <a:cxnLst/>
              <a:rect l="l" t="t" r="r" b="b"/>
              <a:pathLst>
                <a:path w="262046" h="7954" extrusionOk="0">
                  <a:moveTo>
                    <a:pt x="1739" y="1"/>
                  </a:moveTo>
                  <a:lnTo>
                    <a:pt x="1727" y="239"/>
                  </a:lnTo>
                  <a:lnTo>
                    <a:pt x="798" y="941"/>
                  </a:lnTo>
                  <a:lnTo>
                    <a:pt x="1" y="1453"/>
                  </a:lnTo>
                  <a:lnTo>
                    <a:pt x="1" y="2465"/>
                  </a:lnTo>
                  <a:lnTo>
                    <a:pt x="1917" y="2394"/>
                  </a:lnTo>
                  <a:lnTo>
                    <a:pt x="3870" y="2346"/>
                  </a:lnTo>
                  <a:lnTo>
                    <a:pt x="5823" y="2560"/>
                  </a:lnTo>
                  <a:lnTo>
                    <a:pt x="7728" y="2596"/>
                  </a:lnTo>
                  <a:lnTo>
                    <a:pt x="9323" y="2941"/>
                  </a:lnTo>
                  <a:lnTo>
                    <a:pt x="11097" y="3180"/>
                  </a:lnTo>
                  <a:lnTo>
                    <a:pt x="12645" y="3608"/>
                  </a:lnTo>
                  <a:lnTo>
                    <a:pt x="14181" y="4061"/>
                  </a:lnTo>
                  <a:lnTo>
                    <a:pt x="16229" y="4037"/>
                  </a:lnTo>
                  <a:lnTo>
                    <a:pt x="17919" y="4346"/>
                  </a:lnTo>
                  <a:lnTo>
                    <a:pt x="19574" y="4692"/>
                  </a:lnTo>
                  <a:lnTo>
                    <a:pt x="20884" y="5358"/>
                  </a:lnTo>
                  <a:lnTo>
                    <a:pt x="22587" y="5739"/>
                  </a:lnTo>
                  <a:lnTo>
                    <a:pt x="24456" y="5418"/>
                  </a:lnTo>
                  <a:lnTo>
                    <a:pt x="26230" y="5513"/>
                  </a:lnTo>
                  <a:lnTo>
                    <a:pt x="28004" y="5716"/>
                  </a:lnTo>
                  <a:lnTo>
                    <a:pt x="29742" y="5668"/>
                  </a:lnTo>
                  <a:lnTo>
                    <a:pt x="31564" y="5835"/>
                  </a:lnTo>
                  <a:lnTo>
                    <a:pt x="33469" y="5930"/>
                  </a:lnTo>
                  <a:lnTo>
                    <a:pt x="35041" y="6442"/>
                  </a:lnTo>
                  <a:lnTo>
                    <a:pt x="36779" y="6763"/>
                  </a:lnTo>
                  <a:lnTo>
                    <a:pt x="38565" y="7013"/>
                  </a:lnTo>
                  <a:lnTo>
                    <a:pt x="40446" y="7156"/>
                  </a:lnTo>
                  <a:lnTo>
                    <a:pt x="42351" y="7263"/>
                  </a:lnTo>
                  <a:lnTo>
                    <a:pt x="43982" y="7692"/>
                  </a:lnTo>
                  <a:lnTo>
                    <a:pt x="45744" y="7609"/>
                  </a:lnTo>
                  <a:lnTo>
                    <a:pt x="47518" y="7502"/>
                  </a:lnTo>
                  <a:lnTo>
                    <a:pt x="49292" y="7728"/>
                  </a:lnTo>
                  <a:lnTo>
                    <a:pt x="51066" y="7918"/>
                  </a:lnTo>
                  <a:lnTo>
                    <a:pt x="52840" y="7597"/>
                  </a:lnTo>
                  <a:lnTo>
                    <a:pt x="54543" y="7502"/>
                  </a:lnTo>
                  <a:lnTo>
                    <a:pt x="56424" y="7716"/>
                  </a:lnTo>
                  <a:lnTo>
                    <a:pt x="57913" y="7251"/>
                  </a:lnTo>
                  <a:lnTo>
                    <a:pt x="59651" y="7168"/>
                  </a:lnTo>
                  <a:lnTo>
                    <a:pt x="61211" y="6811"/>
                  </a:lnTo>
                  <a:lnTo>
                    <a:pt x="62818" y="6537"/>
                  </a:lnTo>
                  <a:lnTo>
                    <a:pt x="64532" y="6406"/>
                  </a:lnTo>
                  <a:lnTo>
                    <a:pt x="66152" y="6132"/>
                  </a:lnTo>
                  <a:lnTo>
                    <a:pt x="67878" y="6013"/>
                  </a:lnTo>
                  <a:lnTo>
                    <a:pt x="69414" y="5620"/>
                  </a:lnTo>
                  <a:lnTo>
                    <a:pt x="71033" y="5346"/>
                  </a:lnTo>
                  <a:lnTo>
                    <a:pt x="72950" y="5501"/>
                  </a:lnTo>
                  <a:lnTo>
                    <a:pt x="74474" y="5204"/>
                  </a:lnTo>
                  <a:lnTo>
                    <a:pt x="76248" y="5466"/>
                  </a:lnTo>
                  <a:lnTo>
                    <a:pt x="77796" y="5989"/>
                  </a:lnTo>
                  <a:lnTo>
                    <a:pt x="79427" y="6430"/>
                  </a:lnTo>
                  <a:lnTo>
                    <a:pt x="81594" y="6430"/>
                  </a:lnTo>
                  <a:lnTo>
                    <a:pt x="83166" y="6930"/>
                  </a:lnTo>
                  <a:lnTo>
                    <a:pt x="84773" y="7406"/>
                  </a:lnTo>
                  <a:lnTo>
                    <a:pt x="86571" y="7716"/>
                  </a:lnTo>
                  <a:lnTo>
                    <a:pt x="88369" y="7561"/>
                  </a:lnTo>
                  <a:lnTo>
                    <a:pt x="90155" y="7537"/>
                  </a:lnTo>
                  <a:lnTo>
                    <a:pt x="91953" y="7668"/>
                  </a:lnTo>
                  <a:lnTo>
                    <a:pt x="93750" y="7883"/>
                  </a:lnTo>
                  <a:lnTo>
                    <a:pt x="95548" y="7871"/>
                  </a:lnTo>
                  <a:lnTo>
                    <a:pt x="97346" y="7704"/>
                  </a:lnTo>
                  <a:lnTo>
                    <a:pt x="99132" y="7847"/>
                  </a:lnTo>
                  <a:lnTo>
                    <a:pt x="100930" y="7942"/>
                  </a:lnTo>
                  <a:lnTo>
                    <a:pt x="102728" y="7644"/>
                  </a:lnTo>
                  <a:lnTo>
                    <a:pt x="104526" y="7763"/>
                  </a:lnTo>
                  <a:lnTo>
                    <a:pt x="106335" y="7573"/>
                  </a:lnTo>
                  <a:lnTo>
                    <a:pt x="108133" y="7763"/>
                  </a:lnTo>
                  <a:lnTo>
                    <a:pt x="109931" y="7644"/>
                  </a:lnTo>
                  <a:lnTo>
                    <a:pt x="111729" y="7918"/>
                  </a:lnTo>
                  <a:lnTo>
                    <a:pt x="113550" y="7752"/>
                  </a:lnTo>
                  <a:lnTo>
                    <a:pt x="115253" y="7442"/>
                  </a:lnTo>
                  <a:lnTo>
                    <a:pt x="117134" y="7561"/>
                  </a:lnTo>
                  <a:lnTo>
                    <a:pt x="118765" y="7073"/>
                  </a:lnTo>
                  <a:lnTo>
                    <a:pt x="120599" y="7073"/>
                  </a:lnTo>
                  <a:lnTo>
                    <a:pt x="122337" y="6859"/>
                  </a:lnTo>
                  <a:lnTo>
                    <a:pt x="124266" y="7061"/>
                  </a:lnTo>
                  <a:lnTo>
                    <a:pt x="125969" y="6751"/>
                  </a:lnTo>
                  <a:lnTo>
                    <a:pt x="127767" y="6668"/>
                  </a:lnTo>
                  <a:lnTo>
                    <a:pt x="129410" y="6228"/>
                  </a:lnTo>
                  <a:lnTo>
                    <a:pt x="131172" y="6061"/>
                  </a:lnTo>
                  <a:lnTo>
                    <a:pt x="132958" y="5930"/>
                  </a:lnTo>
                  <a:lnTo>
                    <a:pt x="134755" y="5858"/>
                  </a:lnTo>
                  <a:lnTo>
                    <a:pt x="136494" y="5620"/>
                  </a:lnTo>
                  <a:lnTo>
                    <a:pt x="138339" y="5644"/>
                  </a:lnTo>
                  <a:lnTo>
                    <a:pt x="140220" y="5739"/>
                  </a:lnTo>
                  <a:lnTo>
                    <a:pt x="141959" y="5513"/>
                  </a:lnTo>
                  <a:lnTo>
                    <a:pt x="143626" y="5096"/>
                  </a:lnTo>
                  <a:lnTo>
                    <a:pt x="145519" y="4966"/>
                  </a:lnTo>
                  <a:lnTo>
                    <a:pt x="147031" y="5608"/>
                  </a:lnTo>
                  <a:lnTo>
                    <a:pt x="148781" y="5870"/>
                  </a:lnTo>
                  <a:lnTo>
                    <a:pt x="150615" y="6049"/>
                  </a:lnTo>
                  <a:lnTo>
                    <a:pt x="152543" y="6120"/>
                  </a:lnTo>
                  <a:lnTo>
                    <a:pt x="154175" y="6537"/>
                  </a:lnTo>
                  <a:lnTo>
                    <a:pt x="155877" y="6859"/>
                  </a:lnTo>
                  <a:lnTo>
                    <a:pt x="157461" y="7323"/>
                  </a:lnTo>
                  <a:lnTo>
                    <a:pt x="159270" y="7537"/>
                  </a:lnTo>
                  <a:lnTo>
                    <a:pt x="161104" y="7537"/>
                  </a:lnTo>
                  <a:lnTo>
                    <a:pt x="162914" y="7680"/>
                  </a:lnTo>
                  <a:lnTo>
                    <a:pt x="164521" y="7394"/>
                  </a:lnTo>
                  <a:lnTo>
                    <a:pt x="166140" y="7121"/>
                  </a:lnTo>
                  <a:lnTo>
                    <a:pt x="167760" y="6847"/>
                  </a:lnTo>
                  <a:lnTo>
                    <a:pt x="169224" y="6394"/>
                  </a:lnTo>
                  <a:lnTo>
                    <a:pt x="170784" y="6049"/>
                  </a:lnTo>
                  <a:lnTo>
                    <a:pt x="172653" y="6073"/>
                  </a:lnTo>
                  <a:lnTo>
                    <a:pt x="174272" y="5787"/>
                  </a:lnTo>
                  <a:lnTo>
                    <a:pt x="175892" y="5501"/>
                  </a:lnTo>
                  <a:lnTo>
                    <a:pt x="177439" y="5144"/>
                  </a:lnTo>
                  <a:lnTo>
                    <a:pt x="179249" y="5108"/>
                  </a:lnTo>
                  <a:lnTo>
                    <a:pt x="181071" y="4977"/>
                  </a:lnTo>
                  <a:lnTo>
                    <a:pt x="182892" y="5204"/>
                  </a:lnTo>
                  <a:lnTo>
                    <a:pt x="184714" y="5061"/>
                  </a:lnTo>
                  <a:lnTo>
                    <a:pt x="186548" y="5335"/>
                  </a:lnTo>
                  <a:lnTo>
                    <a:pt x="188369" y="5239"/>
                  </a:lnTo>
                  <a:lnTo>
                    <a:pt x="190203" y="5287"/>
                  </a:lnTo>
                  <a:lnTo>
                    <a:pt x="192013" y="5204"/>
                  </a:lnTo>
                  <a:lnTo>
                    <a:pt x="193822" y="4942"/>
                  </a:lnTo>
                  <a:lnTo>
                    <a:pt x="195632" y="5144"/>
                  </a:lnTo>
                  <a:lnTo>
                    <a:pt x="197442" y="4918"/>
                  </a:lnTo>
                  <a:lnTo>
                    <a:pt x="199264" y="4906"/>
                  </a:lnTo>
                  <a:lnTo>
                    <a:pt x="201073" y="5156"/>
                  </a:lnTo>
                  <a:lnTo>
                    <a:pt x="202895" y="5085"/>
                  </a:lnTo>
                  <a:lnTo>
                    <a:pt x="204705" y="4906"/>
                  </a:lnTo>
                  <a:lnTo>
                    <a:pt x="206550" y="5061"/>
                  </a:lnTo>
                  <a:lnTo>
                    <a:pt x="208241" y="5263"/>
                  </a:lnTo>
                  <a:lnTo>
                    <a:pt x="209848" y="5513"/>
                  </a:lnTo>
                  <a:lnTo>
                    <a:pt x="211420" y="5811"/>
                  </a:lnTo>
                  <a:lnTo>
                    <a:pt x="212896" y="6204"/>
                  </a:lnTo>
                  <a:lnTo>
                    <a:pt x="214230" y="6740"/>
                  </a:lnTo>
                  <a:lnTo>
                    <a:pt x="216182" y="6656"/>
                  </a:lnTo>
                  <a:lnTo>
                    <a:pt x="217444" y="7263"/>
                  </a:lnTo>
                  <a:lnTo>
                    <a:pt x="218933" y="7644"/>
                  </a:lnTo>
                  <a:lnTo>
                    <a:pt x="220802" y="7549"/>
                  </a:lnTo>
                  <a:lnTo>
                    <a:pt x="222528" y="7787"/>
                  </a:lnTo>
                  <a:lnTo>
                    <a:pt x="224350" y="7740"/>
                  </a:lnTo>
                  <a:lnTo>
                    <a:pt x="226160" y="7716"/>
                  </a:lnTo>
                  <a:lnTo>
                    <a:pt x="227970" y="7692"/>
                  </a:lnTo>
                  <a:lnTo>
                    <a:pt x="229779" y="7585"/>
                  </a:lnTo>
                  <a:lnTo>
                    <a:pt x="231601" y="7811"/>
                  </a:lnTo>
                  <a:lnTo>
                    <a:pt x="233411" y="7668"/>
                  </a:lnTo>
                  <a:lnTo>
                    <a:pt x="235232" y="7954"/>
                  </a:lnTo>
                  <a:lnTo>
                    <a:pt x="237042" y="7609"/>
                  </a:lnTo>
                  <a:lnTo>
                    <a:pt x="238804" y="7549"/>
                  </a:lnTo>
                  <a:lnTo>
                    <a:pt x="240626" y="7573"/>
                  </a:lnTo>
                  <a:lnTo>
                    <a:pt x="242352" y="7263"/>
                  </a:lnTo>
                  <a:lnTo>
                    <a:pt x="244186" y="7371"/>
                  </a:lnTo>
                  <a:lnTo>
                    <a:pt x="246007" y="7454"/>
                  </a:lnTo>
                  <a:lnTo>
                    <a:pt x="247817" y="7466"/>
                  </a:lnTo>
                  <a:lnTo>
                    <a:pt x="249520" y="7037"/>
                  </a:lnTo>
                  <a:lnTo>
                    <a:pt x="251365" y="7180"/>
                  </a:lnTo>
                  <a:lnTo>
                    <a:pt x="253139" y="7061"/>
                  </a:lnTo>
                  <a:lnTo>
                    <a:pt x="254842" y="7263"/>
                  </a:lnTo>
                  <a:lnTo>
                    <a:pt x="256652" y="7204"/>
                  </a:lnTo>
                  <a:lnTo>
                    <a:pt x="258414" y="7263"/>
                  </a:lnTo>
                  <a:lnTo>
                    <a:pt x="260093" y="7597"/>
                  </a:lnTo>
                  <a:lnTo>
                    <a:pt x="262045" y="7621"/>
                  </a:lnTo>
                  <a:lnTo>
                    <a:pt x="261890" y="6632"/>
                  </a:lnTo>
                  <a:lnTo>
                    <a:pt x="261676" y="6001"/>
                  </a:lnTo>
                  <a:lnTo>
                    <a:pt x="261581" y="5227"/>
                  </a:lnTo>
                  <a:lnTo>
                    <a:pt x="260938" y="4477"/>
                  </a:lnTo>
                  <a:lnTo>
                    <a:pt x="260438" y="3727"/>
                  </a:lnTo>
                  <a:lnTo>
                    <a:pt x="260104" y="2965"/>
                  </a:lnTo>
                  <a:lnTo>
                    <a:pt x="260045" y="2191"/>
                  </a:lnTo>
                  <a:lnTo>
                    <a:pt x="260533" y="1382"/>
                  </a:lnTo>
                  <a:lnTo>
                    <a:pt x="259747" y="644"/>
                  </a:lnTo>
                  <a:lnTo>
                    <a:pt x="2593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311036" y="279900"/>
              <a:ext cx="8496698" cy="4577996"/>
            </a:xfrm>
            <a:custGeom>
              <a:avLst/>
              <a:gdLst/>
              <a:ahLst/>
              <a:cxnLst/>
              <a:rect l="l" t="t" r="r" b="b"/>
              <a:pathLst>
                <a:path w="262082" h="141209" extrusionOk="0">
                  <a:moveTo>
                    <a:pt x="262069" y="12"/>
                  </a:moveTo>
                  <a:lnTo>
                    <a:pt x="256961" y="12"/>
                  </a:lnTo>
                  <a:lnTo>
                    <a:pt x="256961" y="2227"/>
                  </a:lnTo>
                  <a:cubicBezTo>
                    <a:pt x="258045" y="2822"/>
                    <a:pt x="258783" y="3989"/>
                    <a:pt x="258783" y="5323"/>
                  </a:cubicBezTo>
                  <a:cubicBezTo>
                    <a:pt x="258783" y="7263"/>
                    <a:pt x="257211" y="8847"/>
                    <a:pt x="255259" y="8847"/>
                  </a:cubicBezTo>
                  <a:cubicBezTo>
                    <a:pt x="253306" y="8847"/>
                    <a:pt x="251723" y="7263"/>
                    <a:pt x="251723" y="5323"/>
                  </a:cubicBezTo>
                  <a:cubicBezTo>
                    <a:pt x="251723" y="3989"/>
                    <a:pt x="252473" y="2822"/>
                    <a:pt x="253556" y="2227"/>
                  </a:cubicBezTo>
                  <a:lnTo>
                    <a:pt x="253556" y="12"/>
                  </a:lnTo>
                  <a:lnTo>
                    <a:pt x="245258" y="12"/>
                  </a:lnTo>
                  <a:lnTo>
                    <a:pt x="245258" y="2227"/>
                  </a:lnTo>
                  <a:cubicBezTo>
                    <a:pt x="246353" y="2822"/>
                    <a:pt x="247091" y="3989"/>
                    <a:pt x="247091" y="5323"/>
                  </a:cubicBezTo>
                  <a:cubicBezTo>
                    <a:pt x="247091" y="7263"/>
                    <a:pt x="245508" y="8847"/>
                    <a:pt x="243555" y="8847"/>
                  </a:cubicBezTo>
                  <a:cubicBezTo>
                    <a:pt x="241602" y="8847"/>
                    <a:pt x="240031" y="7263"/>
                    <a:pt x="240031" y="5323"/>
                  </a:cubicBezTo>
                  <a:cubicBezTo>
                    <a:pt x="240031" y="3989"/>
                    <a:pt x="240769" y="2822"/>
                    <a:pt x="241852" y="2227"/>
                  </a:cubicBezTo>
                  <a:lnTo>
                    <a:pt x="241852" y="12"/>
                  </a:lnTo>
                  <a:lnTo>
                    <a:pt x="233554" y="12"/>
                  </a:lnTo>
                  <a:lnTo>
                    <a:pt x="233554" y="2227"/>
                  </a:lnTo>
                  <a:cubicBezTo>
                    <a:pt x="234649" y="2822"/>
                    <a:pt x="235387" y="3989"/>
                    <a:pt x="235387" y="5323"/>
                  </a:cubicBezTo>
                  <a:cubicBezTo>
                    <a:pt x="235387" y="7263"/>
                    <a:pt x="233804" y="8847"/>
                    <a:pt x="231851" y="8847"/>
                  </a:cubicBezTo>
                  <a:cubicBezTo>
                    <a:pt x="229910" y="8847"/>
                    <a:pt x="228327" y="7263"/>
                    <a:pt x="228327" y="5323"/>
                  </a:cubicBezTo>
                  <a:cubicBezTo>
                    <a:pt x="228327" y="3989"/>
                    <a:pt x="229065" y="2822"/>
                    <a:pt x="230160" y="2227"/>
                  </a:cubicBezTo>
                  <a:lnTo>
                    <a:pt x="230160" y="12"/>
                  </a:lnTo>
                  <a:lnTo>
                    <a:pt x="221850" y="12"/>
                  </a:lnTo>
                  <a:lnTo>
                    <a:pt x="221850" y="2227"/>
                  </a:lnTo>
                  <a:cubicBezTo>
                    <a:pt x="222945" y="2822"/>
                    <a:pt x="223683" y="3989"/>
                    <a:pt x="223683" y="5323"/>
                  </a:cubicBezTo>
                  <a:cubicBezTo>
                    <a:pt x="223683" y="7263"/>
                    <a:pt x="222100" y="8847"/>
                    <a:pt x="220159" y="8847"/>
                  </a:cubicBezTo>
                  <a:cubicBezTo>
                    <a:pt x="218207" y="8847"/>
                    <a:pt x="216623" y="7263"/>
                    <a:pt x="216623" y="5323"/>
                  </a:cubicBezTo>
                  <a:cubicBezTo>
                    <a:pt x="216623" y="3989"/>
                    <a:pt x="217361" y="2822"/>
                    <a:pt x="218457" y="2227"/>
                  </a:cubicBezTo>
                  <a:lnTo>
                    <a:pt x="218457" y="12"/>
                  </a:lnTo>
                  <a:lnTo>
                    <a:pt x="210158" y="12"/>
                  </a:lnTo>
                  <a:lnTo>
                    <a:pt x="210158" y="2227"/>
                  </a:lnTo>
                  <a:cubicBezTo>
                    <a:pt x="211241" y="2822"/>
                    <a:pt x="211980" y="3989"/>
                    <a:pt x="211980" y="5323"/>
                  </a:cubicBezTo>
                  <a:cubicBezTo>
                    <a:pt x="211980" y="7263"/>
                    <a:pt x="210408" y="8847"/>
                    <a:pt x="208455" y="8847"/>
                  </a:cubicBezTo>
                  <a:cubicBezTo>
                    <a:pt x="206503" y="8847"/>
                    <a:pt x="204919" y="7263"/>
                    <a:pt x="204919" y="5323"/>
                  </a:cubicBezTo>
                  <a:cubicBezTo>
                    <a:pt x="204919" y="3989"/>
                    <a:pt x="205657" y="2822"/>
                    <a:pt x="206753" y="2227"/>
                  </a:cubicBezTo>
                  <a:lnTo>
                    <a:pt x="206753" y="12"/>
                  </a:lnTo>
                  <a:lnTo>
                    <a:pt x="198454" y="12"/>
                  </a:lnTo>
                  <a:lnTo>
                    <a:pt x="198454" y="2227"/>
                  </a:lnTo>
                  <a:cubicBezTo>
                    <a:pt x="199538" y="2822"/>
                    <a:pt x="200288" y="3989"/>
                    <a:pt x="200288" y="5323"/>
                  </a:cubicBezTo>
                  <a:cubicBezTo>
                    <a:pt x="200288" y="7263"/>
                    <a:pt x="198704" y="8847"/>
                    <a:pt x="196752" y="8847"/>
                  </a:cubicBezTo>
                  <a:cubicBezTo>
                    <a:pt x="194799" y="8847"/>
                    <a:pt x="193227" y="7263"/>
                    <a:pt x="193227" y="5323"/>
                  </a:cubicBezTo>
                  <a:cubicBezTo>
                    <a:pt x="193227" y="3989"/>
                    <a:pt x="193965" y="2822"/>
                    <a:pt x="195049" y="2227"/>
                  </a:cubicBezTo>
                  <a:lnTo>
                    <a:pt x="195049" y="12"/>
                  </a:lnTo>
                  <a:lnTo>
                    <a:pt x="185810" y="12"/>
                  </a:lnTo>
                  <a:lnTo>
                    <a:pt x="185810" y="2227"/>
                  </a:lnTo>
                  <a:cubicBezTo>
                    <a:pt x="186893" y="2822"/>
                    <a:pt x="187631" y="3989"/>
                    <a:pt x="187631" y="5323"/>
                  </a:cubicBezTo>
                  <a:cubicBezTo>
                    <a:pt x="187631" y="7263"/>
                    <a:pt x="186060" y="8847"/>
                    <a:pt x="184107" y="8847"/>
                  </a:cubicBezTo>
                  <a:cubicBezTo>
                    <a:pt x="182154" y="8847"/>
                    <a:pt x="180571" y="7263"/>
                    <a:pt x="180571" y="5323"/>
                  </a:cubicBezTo>
                  <a:cubicBezTo>
                    <a:pt x="180571" y="3989"/>
                    <a:pt x="181309" y="2822"/>
                    <a:pt x="182404" y="2227"/>
                  </a:cubicBezTo>
                  <a:lnTo>
                    <a:pt x="182404" y="12"/>
                  </a:lnTo>
                  <a:lnTo>
                    <a:pt x="174106" y="12"/>
                  </a:lnTo>
                  <a:lnTo>
                    <a:pt x="174106" y="2227"/>
                  </a:lnTo>
                  <a:cubicBezTo>
                    <a:pt x="175189" y="2822"/>
                    <a:pt x="175939" y="3989"/>
                    <a:pt x="175939" y="5323"/>
                  </a:cubicBezTo>
                  <a:cubicBezTo>
                    <a:pt x="175939" y="7263"/>
                    <a:pt x="174356" y="8847"/>
                    <a:pt x="172403" y="8847"/>
                  </a:cubicBezTo>
                  <a:cubicBezTo>
                    <a:pt x="170451" y="8847"/>
                    <a:pt x="168879" y="7263"/>
                    <a:pt x="168879" y="5323"/>
                  </a:cubicBezTo>
                  <a:cubicBezTo>
                    <a:pt x="168879" y="3989"/>
                    <a:pt x="169617" y="2822"/>
                    <a:pt x="170701" y="2227"/>
                  </a:cubicBezTo>
                  <a:lnTo>
                    <a:pt x="170701" y="12"/>
                  </a:lnTo>
                  <a:lnTo>
                    <a:pt x="162402" y="12"/>
                  </a:lnTo>
                  <a:lnTo>
                    <a:pt x="162402" y="2227"/>
                  </a:lnTo>
                  <a:cubicBezTo>
                    <a:pt x="163497" y="2822"/>
                    <a:pt x="164236" y="3989"/>
                    <a:pt x="164236" y="5323"/>
                  </a:cubicBezTo>
                  <a:cubicBezTo>
                    <a:pt x="164236" y="7263"/>
                    <a:pt x="162652" y="8847"/>
                    <a:pt x="160699" y="8847"/>
                  </a:cubicBezTo>
                  <a:cubicBezTo>
                    <a:pt x="158759" y="8847"/>
                    <a:pt x="157175" y="7263"/>
                    <a:pt x="157175" y="5323"/>
                  </a:cubicBezTo>
                  <a:cubicBezTo>
                    <a:pt x="157175" y="3989"/>
                    <a:pt x="157913" y="2822"/>
                    <a:pt x="159009" y="2227"/>
                  </a:cubicBezTo>
                  <a:lnTo>
                    <a:pt x="159009" y="12"/>
                  </a:lnTo>
                  <a:lnTo>
                    <a:pt x="150698" y="12"/>
                  </a:lnTo>
                  <a:lnTo>
                    <a:pt x="150698" y="2227"/>
                  </a:lnTo>
                  <a:cubicBezTo>
                    <a:pt x="151794" y="2822"/>
                    <a:pt x="152532" y="3989"/>
                    <a:pt x="152532" y="5323"/>
                  </a:cubicBezTo>
                  <a:cubicBezTo>
                    <a:pt x="152532" y="7263"/>
                    <a:pt x="150948" y="8847"/>
                    <a:pt x="149007" y="8847"/>
                  </a:cubicBezTo>
                  <a:cubicBezTo>
                    <a:pt x="147055" y="8847"/>
                    <a:pt x="145471" y="7263"/>
                    <a:pt x="145471" y="5323"/>
                  </a:cubicBezTo>
                  <a:cubicBezTo>
                    <a:pt x="145471" y="3989"/>
                    <a:pt x="146209" y="2822"/>
                    <a:pt x="147305" y="2227"/>
                  </a:cubicBezTo>
                  <a:lnTo>
                    <a:pt x="147305" y="12"/>
                  </a:lnTo>
                  <a:lnTo>
                    <a:pt x="139006" y="12"/>
                  </a:lnTo>
                  <a:lnTo>
                    <a:pt x="139006" y="2227"/>
                  </a:lnTo>
                  <a:cubicBezTo>
                    <a:pt x="140090" y="2822"/>
                    <a:pt x="140828" y="3989"/>
                    <a:pt x="140828" y="5323"/>
                  </a:cubicBezTo>
                  <a:cubicBezTo>
                    <a:pt x="140828" y="7263"/>
                    <a:pt x="139256" y="8847"/>
                    <a:pt x="137304" y="8847"/>
                  </a:cubicBezTo>
                  <a:cubicBezTo>
                    <a:pt x="135351" y="8847"/>
                    <a:pt x="133767" y="7263"/>
                    <a:pt x="133767" y="5323"/>
                  </a:cubicBezTo>
                  <a:cubicBezTo>
                    <a:pt x="133767" y="3989"/>
                    <a:pt x="134506" y="2822"/>
                    <a:pt x="135601" y="2227"/>
                  </a:cubicBezTo>
                  <a:lnTo>
                    <a:pt x="135601" y="12"/>
                  </a:lnTo>
                  <a:lnTo>
                    <a:pt x="127302" y="12"/>
                  </a:lnTo>
                  <a:lnTo>
                    <a:pt x="127302" y="2227"/>
                  </a:lnTo>
                  <a:cubicBezTo>
                    <a:pt x="128386" y="2822"/>
                    <a:pt x="129136" y="3989"/>
                    <a:pt x="129136" y="5323"/>
                  </a:cubicBezTo>
                  <a:cubicBezTo>
                    <a:pt x="129136" y="7263"/>
                    <a:pt x="127552" y="8847"/>
                    <a:pt x="125600" y="8847"/>
                  </a:cubicBezTo>
                  <a:cubicBezTo>
                    <a:pt x="123647" y="8847"/>
                    <a:pt x="122076" y="7263"/>
                    <a:pt x="122076" y="5323"/>
                  </a:cubicBezTo>
                  <a:cubicBezTo>
                    <a:pt x="122076" y="3989"/>
                    <a:pt x="122814" y="2822"/>
                    <a:pt x="123897" y="2227"/>
                  </a:cubicBezTo>
                  <a:lnTo>
                    <a:pt x="123897" y="12"/>
                  </a:lnTo>
                  <a:lnTo>
                    <a:pt x="115599" y="12"/>
                  </a:lnTo>
                  <a:lnTo>
                    <a:pt x="115599" y="2227"/>
                  </a:lnTo>
                  <a:cubicBezTo>
                    <a:pt x="116694" y="2822"/>
                    <a:pt x="117432" y="3989"/>
                    <a:pt x="117432" y="5323"/>
                  </a:cubicBezTo>
                  <a:cubicBezTo>
                    <a:pt x="117432" y="7263"/>
                    <a:pt x="115849" y="8847"/>
                    <a:pt x="113896" y="8847"/>
                  </a:cubicBezTo>
                  <a:cubicBezTo>
                    <a:pt x="111955" y="8847"/>
                    <a:pt x="110372" y="7263"/>
                    <a:pt x="110372" y="5323"/>
                  </a:cubicBezTo>
                  <a:cubicBezTo>
                    <a:pt x="110372" y="3989"/>
                    <a:pt x="111110" y="2822"/>
                    <a:pt x="112205" y="2227"/>
                  </a:cubicBezTo>
                  <a:lnTo>
                    <a:pt x="112205" y="12"/>
                  </a:lnTo>
                  <a:lnTo>
                    <a:pt x="103895" y="12"/>
                  </a:lnTo>
                  <a:lnTo>
                    <a:pt x="103895" y="2227"/>
                  </a:lnTo>
                  <a:cubicBezTo>
                    <a:pt x="104990" y="2822"/>
                    <a:pt x="105728" y="3989"/>
                    <a:pt x="105728" y="5323"/>
                  </a:cubicBezTo>
                  <a:cubicBezTo>
                    <a:pt x="105728" y="7263"/>
                    <a:pt x="104145" y="8847"/>
                    <a:pt x="102204" y="8847"/>
                  </a:cubicBezTo>
                  <a:cubicBezTo>
                    <a:pt x="100632" y="8847"/>
                    <a:pt x="99311" y="7835"/>
                    <a:pt x="98846" y="6418"/>
                  </a:cubicBezTo>
                  <a:lnTo>
                    <a:pt x="98811" y="4323"/>
                  </a:lnTo>
                  <a:cubicBezTo>
                    <a:pt x="99073" y="3418"/>
                    <a:pt x="99692" y="2668"/>
                    <a:pt x="100501" y="2227"/>
                  </a:cubicBezTo>
                  <a:lnTo>
                    <a:pt x="100501" y="12"/>
                  </a:lnTo>
                  <a:lnTo>
                    <a:pt x="91953" y="12"/>
                  </a:lnTo>
                  <a:lnTo>
                    <a:pt x="91953" y="2227"/>
                  </a:lnTo>
                  <a:cubicBezTo>
                    <a:pt x="93048" y="2822"/>
                    <a:pt x="93786" y="3989"/>
                    <a:pt x="93786" y="5323"/>
                  </a:cubicBezTo>
                  <a:cubicBezTo>
                    <a:pt x="93786" y="7263"/>
                    <a:pt x="92203" y="8847"/>
                    <a:pt x="90250" y="8847"/>
                  </a:cubicBezTo>
                  <a:cubicBezTo>
                    <a:pt x="88309" y="8847"/>
                    <a:pt x="86726" y="7263"/>
                    <a:pt x="86726" y="5323"/>
                  </a:cubicBezTo>
                  <a:cubicBezTo>
                    <a:pt x="86726" y="3989"/>
                    <a:pt x="87464" y="2822"/>
                    <a:pt x="88559" y="2227"/>
                  </a:cubicBezTo>
                  <a:lnTo>
                    <a:pt x="88559" y="12"/>
                  </a:lnTo>
                  <a:lnTo>
                    <a:pt x="80249" y="12"/>
                  </a:lnTo>
                  <a:lnTo>
                    <a:pt x="80249" y="2227"/>
                  </a:lnTo>
                  <a:cubicBezTo>
                    <a:pt x="81344" y="2822"/>
                    <a:pt x="82082" y="3989"/>
                    <a:pt x="82082" y="5323"/>
                  </a:cubicBezTo>
                  <a:cubicBezTo>
                    <a:pt x="82082" y="7263"/>
                    <a:pt x="80499" y="8847"/>
                    <a:pt x="78558" y="8847"/>
                  </a:cubicBezTo>
                  <a:cubicBezTo>
                    <a:pt x="76606" y="8847"/>
                    <a:pt x="75022" y="7263"/>
                    <a:pt x="75022" y="5323"/>
                  </a:cubicBezTo>
                  <a:cubicBezTo>
                    <a:pt x="75022" y="3989"/>
                    <a:pt x="75760" y="2822"/>
                    <a:pt x="76856" y="2227"/>
                  </a:cubicBezTo>
                  <a:lnTo>
                    <a:pt x="76856" y="12"/>
                  </a:lnTo>
                  <a:lnTo>
                    <a:pt x="68557" y="12"/>
                  </a:lnTo>
                  <a:lnTo>
                    <a:pt x="68557" y="2227"/>
                  </a:lnTo>
                  <a:cubicBezTo>
                    <a:pt x="69640" y="2822"/>
                    <a:pt x="70379" y="3989"/>
                    <a:pt x="70379" y="5323"/>
                  </a:cubicBezTo>
                  <a:cubicBezTo>
                    <a:pt x="70379" y="7263"/>
                    <a:pt x="68807" y="8847"/>
                    <a:pt x="66854" y="8847"/>
                  </a:cubicBezTo>
                  <a:cubicBezTo>
                    <a:pt x="64902" y="8847"/>
                    <a:pt x="63318" y="7263"/>
                    <a:pt x="63318" y="5323"/>
                  </a:cubicBezTo>
                  <a:cubicBezTo>
                    <a:pt x="63318" y="3989"/>
                    <a:pt x="64068" y="2822"/>
                    <a:pt x="65152" y="2227"/>
                  </a:cubicBezTo>
                  <a:lnTo>
                    <a:pt x="65152" y="12"/>
                  </a:lnTo>
                  <a:lnTo>
                    <a:pt x="56853" y="12"/>
                  </a:lnTo>
                  <a:lnTo>
                    <a:pt x="56853" y="2227"/>
                  </a:lnTo>
                  <a:cubicBezTo>
                    <a:pt x="57948" y="2822"/>
                    <a:pt x="58687" y="3989"/>
                    <a:pt x="58687" y="5323"/>
                  </a:cubicBezTo>
                  <a:cubicBezTo>
                    <a:pt x="58687" y="7263"/>
                    <a:pt x="57103" y="8847"/>
                    <a:pt x="55150" y="8847"/>
                  </a:cubicBezTo>
                  <a:cubicBezTo>
                    <a:pt x="53198" y="8847"/>
                    <a:pt x="51626" y="7263"/>
                    <a:pt x="51626" y="5323"/>
                  </a:cubicBezTo>
                  <a:cubicBezTo>
                    <a:pt x="51626" y="3989"/>
                    <a:pt x="52364" y="2822"/>
                    <a:pt x="53448" y="2227"/>
                  </a:cubicBezTo>
                  <a:lnTo>
                    <a:pt x="53448" y="12"/>
                  </a:lnTo>
                  <a:lnTo>
                    <a:pt x="45149" y="12"/>
                  </a:lnTo>
                  <a:lnTo>
                    <a:pt x="45149" y="2227"/>
                  </a:lnTo>
                  <a:cubicBezTo>
                    <a:pt x="46245" y="2822"/>
                    <a:pt x="46983" y="3989"/>
                    <a:pt x="46983" y="5323"/>
                  </a:cubicBezTo>
                  <a:cubicBezTo>
                    <a:pt x="46983" y="7263"/>
                    <a:pt x="45399" y="8847"/>
                    <a:pt x="43447" y="8847"/>
                  </a:cubicBezTo>
                  <a:cubicBezTo>
                    <a:pt x="41506" y="8847"/>
                    <a:pt x="39922" y="7263"/>
                    <a:pt x="39922" y="5323"/>
                  </a:cubicBezTo>
                  <a:cubicBezTo>
                    <a:pt x="39922" y="3989"/>
                    <a:pt x="40661" y="2822"/>
                    <a:pt x="41756" y="2227"/>
                  </a:cubicBezTo>
                  <a:lnTo>
                    <a:pt x="41756" y="12"/>
                  </a:lnTo>
                  <a:lnTo>
                    <a:pt x="33445" y="12"/>
                  </a:lnTo>
                  <a:lnTo>
                    <a:pt x="33445" y="2227"/>
                  </a:lnTo>
                  <a:cubicBezTo>
                    <a:pt x="34541" y="2822"/>
                    <a:pt x="35279" y="3989"/>
                    <a:pt x="35279" y="5323"/>
                  </a:cubicBezTo>
                  <a:cubicBezTo>
                    <a:pt x="35279" y="7263"/>
                    <a:pt x="33695" y="8847"/>
                    <a:pt x="31755" y="8847"/>
                  </a:cubicBezTo>
                  <a:cubicBezTo>
                    <a:pt x="29802" y="8847"/>
                    <a:pt x="28219" y="7263"/>
                    <a:pt x="28219" y="5323"/>
                  </a:cubicBezTo>
                  <a:cubicBezTo>
                    <a:pt x="28219" y="3989"/>
                    <a:pt x="28957" y="2822"/>
                    <a:pt x="30052" y="2227"/>
                  </a:cubicBezTo>
                  <a:lnTo>
                    <a:pt x="30052" y="12"/>
                  </a:lnTo>
                  <a:lnTo>
                    <a:pt x="21753" y="12"/>
                  </a:lnTo>
                  <a:lnTo>
                    <a:pt x="21753" y="2227"/>
                  </a:lnTo>
                  <a:cubicBezTo>
                    <a:pt x="22837" y="2822"/>
                    <a:pt x="23575" y="3989"/>
                    <a:pt x="23575" y="5323"/>
                  </a:cubicBezTo>
                  <a:cubicBezTo>
                    <a:pt x="23575" y="7263"/>
                    <a:pt x="22003" y="8847"/>
                    <a:pt x="20051" y="8847"/>
                  </a:cubicBezTo>
                  <a:cubicBezTo>
                    <a:pt x="18098" y="8847"/>
                    <a:pt x="16515" y="7263"/>
                    <a:pt x="16515" y="5323"/>
                  </a:cubicBezTo>
                  <a:cubicBezTo>
                    <a:pt x="16515" y="3989"/>
                    <a:pt x="17265" y="2822"/>
                    <a:pt x="18348" y="2227"/>
                  </a:cubicBezTo>
                  <a:lnTo>
                    <a:pt x="18348" y="12"/>
                  </a:lnTo>
                  <a:lnTo>
                    <a:pt x="10050" y="12"/>
                  </a:lnTo>
                  <a:lnTo>
                    <a:pt x="10050" y="2227"/>
                  </a:lnTo>
                  <a:cubicBezTo>
                    <a:pt x="11145" y="2822"/>
                    <a:pt x="11883" y="3989"/>
                    <a:pt x="11883" y="5323"/>
                  </a:cubicBezTo>
                  <a:cubicBezTo>
                    <a:pt x="11883" y="7263"/>
                    <a:pt x="10300" y="8847"/>
                    <a:pt x="8347" y="8847"/>
                  </a:cubicBezTo>
                  <a:cubicBezTo>
                    <a:pt x="6394" y="8847"/>
                    <a:pt x="4823" y="7263"/>
                    <a:pt x="4823" y="5323"/>
                  </a:cubicBezTo>
                  <a:cubicBezTo>
                    <a:pt x="4823" y="3989"/>
                    <a:pt x="5561" y="2822"/>
                    <a:pt x="6644" y="2227"/>
                  </a:cubicBezTo>
                  <a:lnTo>
                    <a:pt x="6644" y="12"/>
                  </a:lnTo>
                  <a:lnTo>
                    <a:pt x="239" y="12"/>
                  </a:lnTo>
                  <a:lnTo>
                    <a:pt x="239" y="110550"/>
                  </a:lnTo>
                  <a:lnTo>
                    <a:pt x="1" y="136267"/>
                  </a:lnTo>
                  <a:lnTo>
                    <a:pt x="7811" y="134767"/>
                  </a:lnTo>
                  <a:lnTo>
                    <a:pt x="22718" y="137839"/>
                  </a:lnTo>
                  <a:lnTo>
                    <a:pt x="29814" y="137839"/>
                  </a:lnTo>
                  <a:lnTo>
                    <a:pt x="44006" y="139982"/>
                  </a:lnTo>
                  <a:lnTo>
                    <a:pt x="54662" y="139982"/>
                  </a:lnTo>
                  <a:lnTo>
                    <a:pt x="74534" y="137375"/>
                  </a:lnTo>
                  <a:lnTo>
                    <a:pt x="86595" y="139982"/>
                  </a:lnTo>
                  <a:lnTo>
                    <a:pt x="113574" y="139982"/>
                  </a:lnTo>
                  <a:lnTo>
                    <a:pt x="145519" y="137375"/>
                  </a:lnTo>
                  <a:lnTo>
                    <a:pt x="161128" y="139982"/>
                  </a:lnTo>
                  <a:lnTo>
                    <a:pt x="177463" y="137375"/>
                  </a:lnTo>
                  <a:lnTo>
                    <a:pt x="206562" y="137375"/>
                  </a:lnTo>
                  <a:lnTo>
                    <a:pt x="220755" y="139982"/>
                  </a:lnTo>
                  <a:lnTo>
                    <a:pt x="237090" y="139982"/>
                  </a:lnTo>
                  <a:lnTo>
                    <a:pt x="253175" y="139268"/>
                  </a:lnTo>
                  <a:lnTo>
                    <a:pt x="261926" y="141208"/>
                  </a:lnTo>
                  <a:lnTo>
                    <a:pt x="262081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642204" y="1154631"/>
              <a:ext cx="7850114" cy="4668"/>
            </a:xfrm>
            <a:custGeom>
              <a:avLst/>
              <a:gdLst/>
              <a:ahLst/>
              <a:cxnLst/>
              <a:rect l="l" t="t" r="r" b="b"/>
              <a:pathLst>
                <a:path w="242138" h="144" extrusionOk="0">
                  <a:moveTo>
                    <a:pt x="1" y="0"/>
                  </a:moveTo>
                  <a:lnTo>
                    <a:pt x="1" y="143"/>
                  </a:lnTo>
                  <a:lnTo>
                    <a:pt x="242138" y="143"/>
                  </a:lnTo>
                  <a:lnTo>
                    <a:pt x="2421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641128" y="1462337"/>
              <a:ext cx="7850114" cy="4636"/>
            </a:xfrm>
            <a:custGeom>
              <a:avLst/>
              <a:gdLst/>
              <a:ahLst/>
              <a:cxnLst/>
              <a:rect l="l" t="t" r="r" b="b"/>
              <a:pathLst>
                <a:path w="242138" h="143" extrusionOk="0">
                  <a:moveTo>
                    <a:pt x="1" y="0"/>
                  </a:moveTo>
                  <a:lnTo>
                    <a:pt x="1" y="143"/>
                  </a:lnTo>
                  <a:lnTo>
                    <a:pt x="242138" y="143"/>
                  </a:lnTo>
                  <a:lnTo>
                    <a:pt x="2421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640052" y="1770011"/>
              <a:ext cx="7850114" cy="5058"/>
            </a:xfrm>
            <a:custGeom>
              <a:avLst/>
              <a:gdLst/>
              <a:ahLst/>
              <a:cxnLst/>
              <a:rect l="l" t="t" r="r" b="b"/>
              <a:pathLst>
                <a:path w="242138" h="156" extrusionOk="0">
                  <a:moveTo>
                    <a:pt x="1" y="1"/>
                  </a:moveTo>
                  <a:lnTo>
                    <a:pt x="1" y="156"/>
                  </a:lnTo>
                  <a:lnTo>
                    <a:pt x="242138" y="156"/>
                  </a:lnTo>
                  <a:lnTo>
                    <a:pt x="2421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638976" y="2078106"/>
              <a:ext cx="7850114" cy="4668"/>
            </a:xfrm>
            <a:custGeom>
              <a:avLst/>
              <a:gdLst/>
              <a:ahLst/>
              <a:cxnLst/>
              <a:rect l="l" t="t" r="r" b="b"/>
              <a:pathLst>
                <a:path w="242138" h="144" extrusionOk="0">
                  <a:moveTo>
                    <a:pt x="1" y="0"/>
                  </a:moveTo>
                  <a:lnTo>
                    <a:pt x="1" y="143"/>
                  </a:lnTo>
                  <a:lnTo>
                    <a:pt x="242138" y="143"/>
                  </a:lnTo>
                  <a:lnTo>
                    <a:pt x="2421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637901" y="2385812"/>
              <a:ext cx="7850114" cy="5025"/>
            </a:xfrm>
            <a:custGeom>
              <a:avLst/>
              <a:gdLst/>
              <a:ahLst/>
              <a:cxnLst/>
              <a:rect l="l" t="t" r="r" b="b"/>
              <a:pathLst>
                <a:path w="242138" h="155" extrusionOk="0">
                  <a:moveTo>
                    <a:pt x="1" y="0"/>
                  </a:moveTo>
                  <a:lnTo>
                    <a:pt x="1" y="155"/>
                  </a:lnTo>
                  <a:lnTo>
                    <a:pt x="242138" y="155"/>
                  </a:lnTo>
                  <a:lnTo>
                    <a:pt x="2421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636825" y="2693874"/>
              <a:ext cx="7850114" cy="4668"/>
            </a:xfrm>
            <a:custGeom>
              <a:avLst/>
              <a:gdLst/>
              <a:ahLst/>
              <a:cxnLst/>
              <a:rect l="l" t="t" r="r" b="b"/>
              <a:pathLst>
                <a:path w="242138" h="144" extrusionOk="0">
                  <a:moveTo>
                    <a:pt x="1" y="1"/>
                  </a:moveTo>
                  <a:lnTo>
                    <a:pt x="1" y="143"/>
                  </a:lnTo>
                  <a:lnTo>
                    <a:pt x="242138" y="143"/>
                  </a:lnTo>
                  <a:lnTo>
                    <a:pt x="2421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648788" y="3001580"/>
              <a:ext cx="7850146" cy="5025"/>
            </a:xfrm>
            <a:custGeom>
              <a:avLst/>
              <a:gdLst/>
              <a:ahLst/>
              <a:cxnLst/>
              <a:rect l="l" t="t" r="r" b="b"/>
              <a:pathLst>
                <a:path w="242139" h="155" extrusionOk="0">
                  <a:moveTo>
                    <a:pt x="1" y="0"/>
                  </a:moveTo>
                  <a:lnTo>
                    <a:pt x="1" y="155"/>
                  </a:lnTo>
                  <a:lnTo>
                    <a:pt x="242138" y="155"/>
                  </a:lnTo>
                  <a:lnTo>
                    <a:pt x="2421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647680" y="3309642"/>
              <a:ext cx="7850146" cy="4668"/>
            </a:xfrm>
            <a:custGeom>
              <a:avLst/>
              <a:gdLst/>
              <a:ahLst/>
              <a:cxnLst/>
              <a:rect l="l" t="t" r="r" b="b"/>
              <a:pathLst>
                <a:path w="242139" h="144" extrusionOk="0">
                  <a:moveTo>
                    <a:pt x="1" y="1"/>
                  </a:moveTo>
                  <a:lnTo>
                    <a:pt x="1" y="144"/>
                  </a:lnTo>
                  <a:lnTo>
                    <a:pt x="242138" y="144"/>
                  </a:lnTo>
                  <a:lnTo>
                    <a:pt x="2421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646571" y="3617348"/>
              <a:ext cx="7850146" cy="5058"/>
            </a:xfrm>
            <a:custGeom>
              <a:avLst/>
              <a:gdLst/>
              <a:ahLst/>
              <a:cxnLst/>
              <a:rect l="l" t="t" r="r" b="b"/>
              <a:pathLst>
                <a:path w="242139" h="156" extrusionOk="0">
                  <a:moveTo>
                    <a:pt x="1" y="0"/>
                  </a:moveTo>
                  <a:lnTo>
                    <a:pt x="1" y="155"/>
                  </a:lnTo>
                  <a:lnTo>
                    <a:pt x="242138" y="155"/>
                  </a:lnTo>
                  <a:lnTo>
                    <a:pt x="2421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644355" y="3925443"/>
              <a:ext cx="7850146" cy="4668"/>
            </a:xfrm>
            <a:custGeom>
              <a:avLst/>
              <a:gdLst/>
              <a:ahLst/>
              <a:cxnLst/>
              <a:rect l="l" t="t" r="r" b="b"/>
              <a:pathLst>
                <a:path w="242139" h="144" extrusionOk="0">
                  <a:moveTo>
                    <a:pt x="1" y="1"/>
                  </a:moveTo>
                  <a:lnTo>
                    <a:pt x="1" y="144"/>
                  </a:lnTo>
                  <a:lnTo>
                    <a:pt x="242138" y="144"/>
                  </a:lnTo>
                  <a:lnTo>
                    <a:pt x="2421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645463" y="4233149"/>
              <a:ext cx="7850146" cy="5058"/>
            </a:xfrm>
            <a:custGeom>
              <a:avLst/>
              <a:gdLst/>
              <a:ahLst/>
              <a:cxnLst/>
              <a:rect l="l" t="t" r="r" b="b"/>
              <a:pathLst>
                <a:path w="242139" h="156" extrusionOk="0">
                  <a:moveTo>
                    <a:pt x="1" y="1"/>
                  </a:moveTo>
                  <a:lnTo>
                    <a:pt x="1" y="155"/>
                  </a:lnTo>
                  <a:lnTo>
                    <a:pt x="242138" y="155"/>
                  </a:lnTo>
                  <a:lnTo>
                    <a:pt x="2421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636813" y="4529787"/>
              <a:ext cx="7850146" cy="5058"/>
            </a:xfrm>
            <a:custGeom>
              <a:avLst/>
              <a:gdLst/>
              <a:ahLst/>
              <a:cxnLst/>
              <a:rect l="l" t="t" r="r" b="b"/>
              <a:pathLst>
                <a:path w="242139" h="156" extrusionOk="0">
                  <a:moveTo>
                    <a:pt x="1" y="1"/>
                  </a:moveTo>
                  <a:lnTo>
                    <a:pt x="1" y="155"/>
                  </a:lnTo>
                  <a:lnTo>
                    <a:pt x="242138" y="155"/>
                  </a:lnTo>
                  <a:lnTo>
                    <a:pt x="2421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" name="Google Shape;24;p2"/>
          <p:cNvSpPr txBox="1">
            <a:spLocks noGrp="1"/>
          </p:cNvSpPr>
          <p:nvPr>
            <p:ph type="subTitle" idx="1"/>
          </p:nvPr>
        </p:nvSpPr>
        <p:spPr>
          <a:xfrm>
            <a:off x="981400" y="3099825"/>
            <a:ext cx="3771600" cy="3483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dist="95250" dir="3000000" algn="bl" rotWithShape="0">
              <a:schemeClr val="l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latin typeface="Nunito"/>
                <a:ea typeface="Nunito"/>
                <a:cs typeface="Nunito"/>
                <a:sym typeface="Nuni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5" name="Google Shape;25;p2"/>
          <p:cNvSpPr/>
          <p:nvPr/>
        </p:nvSpPr>
        <p:spPr>
          <a:xfrm rot="3211094">
            <a:off x="567185" y="4286472"/>
            <a:ext cx="112810" cy="112828"/>
          </a:xfrm>
          <a:custGeom>
            <a:avLst/>
            <a:gdLst/>
            <a:ahLst/>
            <a:cxnLst/>
            <a:rect l="l" t="t" r="r" b="b"/>
            <a:pathLst>
              <a:path w="6138" h="6139" extrusionOk="0">
                <a:moveTo>
                  <a:pt x="3069" y="0"/>
                </a:moveTo>
                <a:cubicBezTo>
                  <a:pt x="2625" y="513"/>
                  <a:pt x="2402" y="1024"/>
                  <a:pt x="2235" y="1535"/>
                </a:cubicBezTo>
                <a:cubicBezTo>
                  <a:pt x="2177" y="1722"/>
                  <a:pt x="2134" y="1909"/>
                  <a:pt x="2099" y="2097"/>
                </a:cubicBezTo>
                <a:cubicBezTo>
                  <a:pt x="1912" y="2131"/>
                  <a:pt x="1723" y="2173"/>
                  <a:pt x="1536" y="2233"/>
                </a:cubicBezTo>
                <a:cubicBezTo>
                  <a:pt x="1023" y="2398"/>
                  <a:pt x="512" y="2623"/>
                  <a:pt x="1" y="3070"/>
                </a:cubicBezTo>
                <a:cubicBezTo>
                  <a:pt x="512" y="3517"/>
                  <a:pt x="1023" y="3740"/>
                  <a:pt x="1536" y="3907"/>
                </a:cubicBezTo>
                <a:cubicBezTo>
                  <a:pt x="1722" y="3966"/>
                  <a:pt x="1909" y="4008"/>
                  <a:pt x="2096" y="4042"/>
                </a:cubicBezTo>
                <a:cubicBezTo>
                  <a:pt x="2132" y="4230"/>
                  <a:pt x="2173" y="4417"/>
                  <a:pt x="2232" y="4604"/>
                </a:cubicBezTo>
                <a:cubicBezTo>
                  <a:pt x="2399" y="5115"/>
                  <a:pt x="2622" y="5627"/>
                  <a:pt x="3069" y="6138"/>
                </a:cubicBezTo>
                <a:cubicBezTo>
                  <a:pt x="3517" y="5627"/>
                  <a:pt x="3741" y="5115"/>
                  <a:pt x="3906" y="4604"/>
                </a:cubicBezTo>
                <a:cubicBezTo>
                  <a:pt x="3966" y="4416"/>
                  <a:pt x="4008" y="4229"/>
                  <a:pt x="4042" y="4040"/>
                </a:cubicBezTo>
                <a:cubicBezTo>
                  <a:pt x="4230" y="4005"/>
                  <a:pt x="4416" y="3963"/>
                  <a:pt x="4604" y="3904"/>
                </a:cubicBezTo>
                <a:cubicBezTo>
                  <a:pt x="5115" y="3737"/>
                  <a:pt x="5626" y="3514"/>
                  <a:pt x="6138" y="3070"/>
                </a:cubicBezTo>
                <a:cubicBezTo>
                  <a:pt x="5626" y="2625"/>
                  <a:pt x="5115" y="2402"/>
                  <a:pt x="4604" y="2235"/>
                </a:cubicBezTo>
                <a:cubicBezTo>
                  <a:pt x="4416" y="2176"/>
                  <a:pt x="4228" y="2133"/>
                  <a:pt x="4040" y="2099"/>
                </a:cubicBezTo>
                <a:cubicBezTo>
                  <a:pt x="4005" y="1910"/>
                  <a:pt x="3963" y="1723"/>
                  <a:pt x="3904" y="1535"/>
                </a:cubicBezTo>
                <a:cubicBezTo>
                  <a:pt x="3738" y="1024"/>
                  <a:pt x="3514" y="513"/>
                  <a:pt x="306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2"/>
          <p:cNvSpPr/>
          <p:nvPr/>
        </p:nvSpPr>
        <p:spPr>
          <a:xfrm rot="3211094">
            <a:off x="7572972" y="4626472"/>
            <a:ext cx="112810" cy="112828"/>
          </a:xfrm>
          <a:custGeom>
            <a:avLst/>
            <a:gdLst/>
            <a:ahLst/>
            <a:cxnLst/>
            <a:rect l="l" t="t" r="r" b="b"/>
            <a:pathLst>
              <a:path w="6138" h="6139" extrusionOk="0">
                <a:moveTo>
                  <a:pt x="3069" y="0"/>
                </a:moveTo>
                <a:cubicBezTo>
                  <a:pt x="2625" y="513"/>
                  <a:pt x="2402" y="1024"/>
                  <a:pt x="2235" y="1535"/>
                </a:cubicBezTo>
                <a:cubicBezTo>
                  <a:pt x="2177" y="1722"/>
                  <a:pt x="2134" y="1909"/>
                  <a:pt x="2099" y="2097"/>
                </a:cubicBezTo>
                <a:cubicBezTo>
                  <a:pt x="1912" y="2131"/>
                  <a:pt x="1723" y="2173"/>
                  <a:pt x="1536" y="2233"/>
                </a:cubicBezTo>
                <a:cubicBezTo>
                  <a:pt x="1023" y="2398"/>
                  <a:pt x="512" y="2623"/>
                  <a:pt x="1" y="3070"/>
                </a:cubicBezTo>
                <a:cubicBezTo>
                  <a:pt x="512" y="3517"/>
                  <a:pt x="1023" y="3740"/>
                  <a:pt x="1536" y="3907"/>
                </a:cubicBezTo>
                <a:cubicBezTo>
                  <a:pt x="1722" y="3966"/>
                  <a:pt x="1909" y="4008"/>
                  <a:pt x="2096" y="4042"/>
                </a:cubicBezTo>
                <a:cubicBezTo>
                  <a:pt x="2132" y="4230"/>
                  <a:pt x="2173" y="4417"/>
                  <a:pt x="2232" y="4604"/>
                </a:cubicBezTo>
                <a:cubicBezTo>
                  <a:pt x="2399" y="5115"/>
                  <a:pt x="2622" y="5627"/>
                  <a:pt x="3069" y="6138"/>
                </a:cubicBezTo>
                <a:cubicBezTo>
                  <a:pt x="3517" y="5627"/>
                  <a:pt x="3741" y="5115"/>
                  <a:pt x="3906" y="4604"/>
                </a:cubicBezTo>
                <a:cubicBezTo>
                  <a:pt x="3966" y="4416"/>
                  <a:pt x="4008" y="4229"/>
                  <a:pt x="4042" y="4040"/>
                </a:cubicBezTo>
                <a:cubicBezTo>
                  <a:pt x="4230" y="4005"/>
                  <a:pt x="4416" y="3963"/>
                  <a:pt x="4604" y="3904"/>
                </a:cubicBezTo>
                <a:cubicBezTo>
                  <a:pt x="5115" y="3737"/>
                  <a:pt x="5626" y="3514"/>
                  <a:pt x="6138" y="3070"/>
                </a:cubicBezTo>
                <a:cubicBezTo>
                  <a:pt x="5626" y="2625"/>
                  <a:pt x="5115" y="2402"/>
                  <a:pt x="4604" y="2235"/>
                </a:cubicBezTo>
                <a:cubicBezTo>
                  <a:pt x="4416" y="2176"/>
                  <a:pt x="4228" y="2133"/>
                  <a:pt x="4040" y="2099"/>
                </a:cubicBezTo>
                <a:cubicBezTo>
                  <a:pt x="4005" y="1910"/>
                  <a:pt x="3963" y="1723"/>
                  <a:pt x="3904" y="1535"/>
                </a:cubicBezTo>
                <a:cubicBezTo>
                  <a:pt x="3738" y="1024"/>
                  <a:pt x="3514" y="513"/>
                  <a:pt x="3069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2"/>
          <p:cNvSpPr/>
          <p:nvPr/>
        </p:nvSpPr>
        <p:spPr>
          <a:xfrm rot="5400000">
            <a:off x="444246" y="671965"/>
            <a:ext cx="100451" cy="100451"/>
          </a:xfrm>
          <a:custGeom>
            <a:avLst/>
            <a:gdLst/>
            <a:ahLst/>
            <a:cxnLst/>
            <a:rect l="l" t="t" r="r" b="b"/>
            <a:pathLst>
              <a:path w="2835" h="2836" extrusionOk="0">
                <a:moveTo>
                  <a:pt x="1417" y="0"/>
                </a:moveTo>
                <a:cubicBezTo>
                  <a:pt x="635" y="0"/>
                  <a:pt x="0" y="635"/>
                  <a:pt x="0" y="1418"/>
                </a:cubicBezTo>
                <a:cubicBezTo>
                  <a:pt x="0" y="2200"/>
                  <a:pt x="635" y="2835"/>
                  <a:pt x="1417" y="2835"/>
                </a:cubicBezTo>
                <a:cubicBezTo>
                  <a:pt x="2200" y="2835"/>
                  <a:pt x="2835" y="2200"/>
                  <a:pt x="2835" y="1418"/>
                </a:cubicBezTo>
                <a:cubicBezTo>
                  <a:pt x="2835" y="635"/>
                  <a:pt x="2201" y="0"/>
                  <a:pt x="141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2"/>
          <p:cNvSpPr/>
          <p:nvPr/>
        </p:nvSpPr>
        <p:spPr>
          <a:xfrm rot="7660645">
            <a:off x="8453494" y="636909"/>
            <a:ext cx="112800" cy="112818"/>
          </a:xfrm>
          <a:custGeom>
            <a:avLst/>
            <a:gdLst/>
            <a:ahLst/>
            <a:cxnLst/>
            <a:rect l="l" t="t" r="r" b="b"/>
            <a:pathLst>
              <a:path w="6138" h="6139" extrusionOk="0">
                <a:moveTo>
                  <a:pt x="3069" y="0"/>
                </a:moveTo>
                <a:cubicBezTo>
                  <a:pt x="2625" y="513"/>
                  <a:pt x="2402" y="1024"/>
                  <a:pt x="2235" y="1535"/>
                </a:cubicBezTo>
                <a:cubicBezTo>
                  <a:pt x="2177" y="1722"/>
                  <a:pt x="2134" y="1909"/>
                  <a:pt x="2099" y="2097"/>
                </a:cubicBezTo>
                <a:cubicBezTo>
                  <a:pt x="1912" y="2131"/>
                  <a:pt x="1723" y="2173"/>
                  <a:pt x="1536" y="2233"/>
                </a:cubicBezTo>
                <a:cubicBezTo>
                  <a:pt x="1023" y="2398"/>
                  <a:pt x="512" y="2623"/>
                  <a:pt x="1" y="3070"/>
                </a:cubicBezTo>
                <a:cubicBezTo>
                  <a:pt x="512" y="3517"/>
                  <a:pt x="1023" y="3740"/>
                  <a:pt x="1536" y="3907"/>
                </a:cubicBezTo>
                <a:cubicBezTo>
                  <a:pt x="1722" y="3966"/>
                  <a:pt x="1909" y="4008"/>
                  <a:pt x="2096" y="4042"/>
                </a:cubicBezTo>
                <a:cubicBezTo>
                  <a:pt x="2132" y="4230"/>
                  <a:pt x="2173" y="4417"/>
                  <a:pt x="2232" y="4604"/>
                </a:cubicBezTo>
                <a:cubicBezTo>
                  <a:pt x="2399" y="5115"/>
                  <a:pt x="2622" y="5627"/>
                  <a:pt x="3069" y="6138"/>
                </a:cubicBezTo>
                <a:cubicBezTo>
                  <a:pt x="3517" y="5627"/>
                  <a:pt x="3741" y="5115"/>
                  <a:pt x="3906" y="4604"/>
                </a:cubicBezTo>
                <a:cubicBezTo>
                  <a:pt x="3966" y="4416"/>
                  <a:pt x="4008" y="4229"/>
                  <a:pt x="4042" y="4040"/>
                </a:cubicBezTo>
                <a:cubicBezTo>
                  <a:pt x="4230" y="4005"/>
                  <a:pt x="4416" y="3963"/>
                  <a:pt x="4604" y="3904"/>
                </a:cubicBezTo>
                <a:cubicBezTo>
                  <a:pt x="5115" y="3737"/>
                  <a:pt x="5626" y="3514"/>
                  <a:pt x="6138" y="3070"/>
                </a:cubicBezTo>
                <a:cubicBezTo>
                  <a:pt x="5626" y="2625"/>
                  <a:pt x="5115" y="2402"/>
                  <a:pt x="4604" y="2235"/>
                </a:cubicBezTo>
                <a:cubicBezTo>
                  <a:pt x="4416" y="2176"/>
                  <a:pt x="4228" y="2133"/>
                  <a:pt x="4040" y="2099"/>
                </a:cubicBezTo>
                <a:cubicBezTo>
                  <a:pt x="4005" y="1910"/>
                  <a:pt x="3963" y="1723"/>
                  <a:pt x="3904" y="1535"/>
                </a:cubicBezTo>
                <a:cubicBezTo>
                  <a:pt x="3738" y="1024"/>
                  <a:pt x="3514" y="513"/>
                  <a:pt x="3069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2"/>
          <p:cNvSpPr/>
          <p:nvPr/>
        </p:nvSpPr>
        <p:spPr>
          <a:xfrm rot="9899885">
            <a:off x="8598216" y="4430991"/>
            <a:ext cx="82005" cy="82047"/>
          </a:xfrm>
          <a:custGeom>
            <a:avLst/>
            <a:gdLst/>
            <a:ahLst/>
            <a:cxnLst/>
            <a:rect l="l" t="t" r="r" b="b"/>
            <a:pathLst>
              <a:path w="2835" h="2836" extrusionOk="0">
                <a:moveTo>
                  <a:pt x="1417" y="0"/>
                </a:moveTo>
                <a:cubicBezTo>
                  <a:pt x="635" y="0"/>
                  <a:pt x="0" y="635"/>
                  <a:pt x="0" y="1418"/>
                </a:cubicBezTo>
                <a:cubicBezTo>
                  <a:pt x="0" y="2200"/>
                  <a:pt x="635" y="2835"/>
                  <a:pt x="1417" y="2835"/>
                </a:cubicBezTo>
                <a:cubicBezTo>
                  <a:pt x="2200" y="2835"/>
                  <a:pt x="2835" y="2200"/>
                  <a:pt x="2835" y="1418"/>
                </a:cubicBezTo>
                <a:cubicBezTo>
                  <a:pt x="2835" y="635"/>
                  <a:pt x="2201" y="0"/>
                  <a:pt x="141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2"/>
          <p:cNvSpPr/>
          <p:nvPr/>
        </p:nvSpPr>
        <p:spPr>
          <a:xfrm rot="5400000">
            <a:off x="8638275" y="694489"/>
            <a:ext cx="55424" cy="55423"/>
          </a:xfrm>
          <a:custGeom>
            <a:avLst/>
            <a:gdLst/>
            <a:ahLst/>
            <a:cxnLst/>
            <a:rect l="l" t="t" r="r" b="b"/>
            <a:pathLst>
              <a:path w="2835" h="2836" extrusionOk="0">
                <a:moveTo>
                  <a:pt x="1417" y="0"/>
                </a:moveTo>
                <a:cubicBezTo>
                  <a:pt x="635" y="0"/>
                  <a:pt x="0" y="635"/>
                  <a:pt x="0" y="1418"/>
                </a:cubicBezTo>
                <a:cubicBezTo>
                  <a:pt x="0" y="2200"/>
                  <a:pt x="635" y="2835"/>
                  <a:pt x="1417" y="2835"/>
                </a:cubicBezTo>
                <a:cubicBezTo>
                  <a:pt x="2200" y="2835"/>
                  <a:pt x="2835" y="2200"/>
                  <a:pt x="2835" y="1418"/>
                </a:cubicBezTo>
                <a:cubicBezTo>
                  <a:pt x="2835" y="635"/>
                  <a:pt x="2201" y="0"/>
                  <a:pt x="1417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2"/>
          <p:cNvSpPr/>
          <p:nvPr/>
        </p:nvSpPr>
        <p:spPr>
          <a:xfrm rot="7660645">
            <a:off x="466744" y="2695922"/>
            <a:ext cx="112800" cy="112818"/>
          </a:xfrm>
          <a:custGeom>
            <a:avLst/>
            <a:gdLst/>
            <a:ahLst/>
            <a:cxnLst/>
            <a:rect l="l" t="t" r="r" b="b"/>
            <a:pathLst>
              <a:path w="6138" h="6139" extrusionOk="0">
                <a:moveTo>
                  <a:pt x="3069" y="0"/>
                </a:moveTo>
                <a:cubicBezTo>
                  <a:pt x="2625" y="513"/>
                  <a:pt x="2402" y="1024"/>
                  <a:pt x="2235" y="1535"/>
                </a:cubicBezTo>
                <a:cubicBezTo>
                  <a:pt x="2177" y="1722"/>
                  <a:pt x="2134" y="1909"/>
                  <a:pt x="2099" y="2097"/>
                </a:cubicBezTo>
                <a:cubicBezTo>
                  <a:pt x="1912" y="2131"/>
                  <a:pt x="1723" y="2173"/>
                  <a:pt x="1536" y="2233"/>
                </a:cubicBezTo>
                <a:cubicBezTo>
                  <a:pt x="1023" y="2398"/>
                  <a:pt x="512" y="2623"/>
                  <a:pt x="1" y="3070"/>
                </a:cubicBezTo>
                <a:cubicBezTo>
                  <a:pt x="512" y="3517"/>
                  <a:pt x="1023" y="3740"/>
                  <a:pt x="1536" y="3907"/>
                </a:cubicBezTo>
                <a:cubicBezTo>
                  <a:pt x="1722" y="3966"/>
                  <a:pt x="1909" y="4008"/>
                  <a:pt x="2096" y="4042"/>
                </a:cubicBezTo>
                <a:cubicBezTo>
                  <a:pt x="2132" y="4230"/>
                  <a:pt x="2173" y="4417"/>
                  <a:pt x="2232" y="4604"/>
                </a:cubicBezTo>
                <a:cubicBezTo>
                  <a:pt x="2399" y="5115"/>
                  <a:pt x="2622" y="5627"/>
                  <a:pt x="3069" y="6138"/>
                </a:cubicBezTo>
                <a:cubicBezTo>
                  <a:pt x="3517" y="5627"/>
                  <a:pt x="3741" y="5115"/>
                  <a:pt x="3906" y="4604"/>
                </a:cubicBezTo>
                <a:cubicBezTo>
                  <a:pt x="3966" y="4416"/>
                  <a:pt x="4008" y="4229"/>
                  <a:pt x="4042" y="4040"/>
                </a:cubicBezTo>
                <a:cubicBezTo>
                  <a:pt x="4230" y="4005"/>
                  <a:pt x="4416" y="3963"/>
                  <a:pt x="4604" y="3904"/>
                </a:cubicBezTo>
                <a:cubicBezTo>
                  <a:pt x="5115" y="3737"/>
                  <a:pt x="5626" y="3514"/>
                  <a:pt x="6138" y="3070"/>
                </a:cubicBezTo>
                <a:cubicBezTo>
                  <a:pt x="5626" y="2625"/>
                  <a:pt x="5115" y="2402"/>
                  <a:pt x="4604" y="2235"/>
                </a:cubicBezTo>
                <a:cubicBezTo>
                  <a:pt x="4416" y="2176"/>
                  <a:pt x="4228" y="2133"/>
                  <a:pt x="4040" y="2099"/>
                </a:cubicBezTo>
                <a:cubicBezTo>
                  <a:pt x="4005" y="1910"/>
                  <a:pt x="3963" y="1723"/>
                  <a:pt x="3904" y="1535"/>
                </a:cubicBezTo>
                <a:cubicBezTo>
                  <a:pt x="3738" y="1024"/>
                  <a:pt x="3514" y="513"/>
                  <a:pt x="306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2"/>
          <p:cNvSpPr txBox="1">
            <a:spLocks noGrp="1"/>
          </p:cNvSpPr>
          <p:nvPr>
            <p:ph type="title"/>
          </p:nvPr>
        </p:nvSpPr>
        <p:spPr>
          <a:xfrm>
            <a:off x="884375" y="1241975"/>
            <a:ext cx="7263900" cy="161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5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4"/>
          <p:cNvGrpSpPr/>
          <p:nvPr/>
        </p:nvGrpSpPr>
        <p:grpSpPr>
          <a:xfrm>
            <a:off x="311036" y="279900"/>
            <a:ext cx="8496698" cy="4620823"/>
            <a:chOff x="311036" y="279900"/>
            <a:chExt cx="8496698" cy="4620823"/>
          </a:xfrm>
        </p:grpSpPr>
        <p:sp>
          <p:nvSpPr>
            <p:cNvPr id="61" name="Google Shape;61;p4"/>
            <p:cNvSpPr/>
            <p:nvPr/>
          </p:nvSpPr>
          <p:spPr>
            <a:xfrm>
              <a:off x="311814" y="4642854"/>
              <a:ext cx="8495531" cy="257869"/>
            </a:xfrm>
            <a:custGeom>
              <a:avLst/>
              <a:gdLst/>
              <a:ahLst/>
              <a:cxnLst/>
              <a:rect l="l" t="t" r="r" b="b"/>
              <a:pathLst>
                <a:path w="262046" h="7954" extrusionOk="0">
                  <a:moveTo>
                    <a:pt x="1739" y="1"/>
                  </a:moveTo>
                  <a:lnTo>
                    <a:pt x="1727" y="239"/>
                  </a:lnTo>
                  <a:lnTo>
                    <a:pt x="798" y="941"/>
                  </a:lnTo>
                  <a:lnTo>
                    <a:pt x="1" y="1453"/>
                  </a:lnTo>
                  <a:lnTo>
                    <a:pt x="1" y="2465"/>
                  </a:lnTo>
                  <a:lnTo>
                    <a:pt x="1917" y="2394"/>
                  </a:lnTo>
                  <a:lnTo>
                    <a:pt x="3870" y="2346"/>
                  </a:lnTo>
                  <a:lnTo>
                    <a:pt x="5823" y="2560"/>
                  </a:lnTo>
                  <a:lnTo>
                    <a:pt x="7728" y="2596"/>
                  </a:lnTo>
                  <a:lnTo>
                    <a:pt x="9323" y="2941"/>
                  </a:lnTo>
                  <a:lnTo>
                    <a:pt x="11097" y="3180"/>
                  </a:lnTo>
                  <a:lnTo>
                    <a:pt x="12645" y="3608"/>
                  </a:lnTo>
                  <a:lnTo>
                    <a:pt x="14181" y="4061"/>
                  </a:lnTo>
                  <a:lnTo>
                    <a:pt x="16229" y="4037"/>
                  </a:lnTo>
                  <a:lnTo>
                    <a:pt x="17919" y="4346"/>
                  </a:lnTo>
                  <a:lnTo>
                    <a:pt x="19574" y="4692"/>
                  </a:lnTo>
                  <a:lnTo>
                    <a:pt x="20884" y="5358"/>
                  </a:lnTo>
                  <a:lnTo>
                    <a:pt x="22587" y="5739"/>
                  </a:lnTo>
                  <a:lnTo>
                    <a:pt x="24456" y="5418"/>
                  </a:lnTo>
                  <a:lnTo>
                    <a:pt x="26230" y="5513"/>
                  </a:lnTo>
                  <a:lnTo>
                    <a:pt x="28004" y="5716"/>
                  </a:lnTo>
                  <a:lnTo>
                    <a:pt x="29742" y="5668"/>
                  </a:lnTo>
                  <a:lnTo>
                    <a:pt x="31564" y="5835"/>
                  </a:lnTo>
                  <a:lnTo>
                    <a:pt x="33469" y="5930"/>
                  </a:lnTo>
                  <a:lnTo>
                    <a:pt x="35041" y="6442"/>
                  </a:lnTo>
                  <a:lnTo>
                    <a:pt x="36779" y="6763"/>
                  </a:lnTo>
                  <a:lnTo>
                    <a:pt x="38565" y="7013"/>
                  </a:lnTo>
                  <a:lnTo>
                    <a:pt x="40446" y="7156"/>
                  </a:lnTo>
                  <a:lnTo>
                    <a:pt x="42351" y="7263"/>
                  </a:lnTo>
                  <a:lnTo>
                    <a:pt x="43982" y="7692"/>
                  </a:lnTo>
                  <a:lnTo>
                    <a:pt x="45744" y="7609"/>
                  </a:lnTo>
                  <a:lnTo>
                    <a:pt x="47518" y="7502"/>
                  </a:lnTo>
                  <a:lnTo>
                    <a:pt x="49292" y="7728"/>
                  </a:lnTo>
                  <a:lnTo>
                    <a:pt x="51066" y="7918"/>
                  </a:lnTo>
                  <a:lnTo>
                    <a:pt x="52840" y="7597"/>
                  </a:lnTo>
                  <a:lnTo>
                    <a:pt x="54543" y="7502"/>
                  </a:lnTo>
                  <a:lnTo>
                    <a:pt x="56424" y="7716"/>
                  </a:lnTo>
                  <a:lnTo>
                    <a:pt x="57913" y="7251"/>
                  </a:lnTo>
                  <a:lnTo>
                    <a:pt x="59651" y="7168"/>
                  </a:lnTo>
                  <a:lnTo>
                    <a:pt x="61211" y="6811"/>
                  </a:lnTo>
                  <a:lnTo>
                    <a:pt x="62818" y="6537"/>
                  </a:lnTo>
                  <a:lnTo>
                    <a:pt x="64532" y="6406"/>
                  </a:lnTo>
                  <a:lnTo>
                    <a:pt x="66152" y="6132"/>
                  </a:lnTo>
                  <a:lnTo>
                    <a:pt x="67878" y="6013"/>
                  </a:lnTo>
                  <a:lnTo>
                    <a:pt x="69414" y="5620"/>
                  </a:lnTo>
                  <a:lnTo>
                    <a:pt x="71033" y="5346"/>
                  </a:lnTo>
                  <a:lnTo>
                    <a:pt x="72950" y="5501"/>
                  </a:lnTo>
                  <a:lnTo>
                    <a:pt x="74474" y="5204"/>
                  </a:lnTo>
                  <a:lnTo>
                    <a:pt x="76248" y="5466"/>
                  </a:lnTo>
                  <a:lnTo>
                    <a:pt x="77796" y="5989"/>
                  </a:lnTo>
                  <a:lnTo>
                    <a:pt x="79427" y="6430"/>
                  </a:lnTo>
                  <a:lnTo>
                    <a:pt x="81594" y="6430"/>
                  </a:lnTo>
                  <a:lnTo>
                    <a:pt x="83166" y="6930"/>
                  </a:lnTo>
                  <a:lnTo>
                    <a:pt x="84773" y="7406"/>
                  </a:lnTo>
                  <a:lnTo>
                    <a:pt x="86571" y="7716"/>
                  </a:lnTo>
                  <a:lnTo>
                    <a:pt x="88369" y="7561"/>
                  </a:lnTo>
                  <a:lnTo>
                    <a:pt x="90155" y="7537"/>
                  </a:lnTo>
                  <a:lnTo>
                    <a:pt x="91953" y="7668"/>
                  </a:lnTo>
                  <a:lnTo>
                    <a:pt x="93750" y="7883"/>
                  </a:lnTo>
                  <a:lnTo>
                    <a:pt x="95548" y="7871"/>
                  </a:lnTo>
                  <a:lnTo>
                    <a:pt x="97346" y="7704"/>
                  </a:lnTo>
                  <a:lnTo>
                    <a:pt x="99132" y="7847"/>
                  </a:lnTo>
                  <a:lnTo>
                    <a:pt x="100930" y="7942"/>
                  </a:lnTo>
                  <a:lnTo>
                    <a:pt x="102728" y="7644"/>
                  </a:lnTo>
                  <a:lnTo>
                    <a:pt x="104526" y="7763"/>
                  </a:lnTo>
                  <a:lnTo>
                    <a:pt x="106335" y="7573"/>
                  </a:lnTo>
                  <a:lnTo>
                    <a:pt x="108133" y="7763"/>
                  </a:lnTo>
                  <a:lnTo>
                    <a:pt x="109931" y="7644"/>
                  </a:lnTo>
                  <a:lnTo>
                    <a:pt x="111729" y="7918"/>
                  </a:lnTo>
                  <a:lnTo>
                    <a:pt x="113550" y="7752"/>
                  </a:lnTo>
                  <a:lnTo>
                    <a:pt x="115253" y="7442"/>
                  </a:lnTo>
                  <a:lnTo>
                    <a:pt x="117134" y="7561"/>
                  </a:lnTo>
                  <a:lnTo>
                    <a:pt x="118765" y="7073"/>
                  </a:lnTo>
                  <a:lnTo>
                    <a:pt x="120599" y="7073"/>
                  </a:lnTo>
                  <a:lnTo>
                    <a:pt x="122337" y="6859"/>
                  </a:lnTo>
                  <a:lnTo>
                    <a:pt x="124266" y="7061"/>
                  </a:lnTo>
                  <a:lnTo>
                    <a:pt x="125969" y="6751"/>
                  </a:lnTo>
                  <a:lnTo>
                    <a:pt x="127767" y="6668"/>
                  </a:lnTo>
                  <a:lnTo>
                    <a:pt x="129410" y="6228"/>
                  </a:lnTo>
                  <a:lnTo>
                    <a:pt x="131172" y="6061"/>
                  </a:lnTo>
                  <a:lnTo>
                    <a:pt x="132958" y="5930"/>
                  </a:lnTo>
                  <a:lnTo>
                    <a:pt x="134755" y="5858"/>
                  </a:lnTo>
                  <a:lnTo>
                    <a:pt x="136494" y="5620"/>
                  </a:lnTo>
                  <a:lnTo>
                    <a:pt x="138339" y="5644"/>
                  </a:lnTo>
                  <a:lnTo>
                    <a:pt x="140220" y="5739"/>
                  </a:lnTo>
                  <a:lnTo>
                    <a:pt x="141959" y="5513"/>
                  </a:lnTo>
                  <a:lnTo>
                    <a:pt x="143626" y="5096"/>
                  </a:lnTo>
                  <a:lnTo>
                    <a:pt x="145519" y="4966"/>
                  </a:lnTo>
                  <a:lnTo>
                    <a:pt x="147031" y="5608"/>
                  </a:lnTo>
                  <a:lnTo>
                    <a:pt x="148781" y="5870"/>
                  </a:lnTo>
                  <a:lnTo>
                    <a:pt x="150615" y="6049"/>
                  </a:lnTo>
                  <a:lnTo>
                    <a:pt x="152543" y="6120"/>
                  </a:lnTo>
                  <a:lnTo>
                    <a:pt x="154175" y="6537"/>
                  </a:lnTo>
                  <a:lnTo>
                    <a:pt x="155877" y="6859"/>
                  </a:lnTo>
                  <a:lnTo>
                    <a:pt x="157461" y="7323"/>
                  </a:lnTo>
                  <a:lnTo>
                    <a:pt x="159270" y="7537"/>
                  </a:lnTo>
                  <a:lnTo>
                    <a:pt x="161104" y="7537"/>
                  </a:lnTo>
                  <a:lnTo>
                    <a:pt x="162914" y="7680"/>
                  </a:lnTo>
                  <a:lnTo>
                    <a:pt x="164521" y="7394"/>
                  </a:lnTo>
                  <a:lnTo>
                    <a:pt x="166140" y="7121"/>
                  </a:lnTo>
                  <a:lnTo>
                    <a:pt x="167760" y="6847"/>
                  </a:lnTo>
                  <a:lnTo>
                    <a:pt x="169224" y="6394"/>
                  </a:lnTo>
                  <a:lnTo>
                    <a:pt x="170784" y="6049"/>
                  </a:lnTo>
                  <a:lnTo>
                    <a:pt x="172653" y="6073"/>
                  </a:lnTo>
                  <a:lnTo>
                    <a:pt x="174272" y="5787"/>
                  </a:lnTo>
                  <a:lnTo>
                    <a:pt x="175892" y="5501"/>
                  </a:lnTo>
                  <a:lnTo>
                    <a:pt x="177439" y="5144"/>
                  </a:lnTo>
                  <a:lnTo>
                    <a:pt x="179249" y="5108"/>
                  </a:lnTo>
                  <a:lnTo>
                    <a:pt x="181071" y="4977"/>
                  </a:lnTo>
                  <a:lnTo>
                    <a:pt x="182892" y="5204"/>
                  </a:lnTo>
                  <a:lnTo>
                    <a:pt x="184714" y="5061"/>
                  </a:lnTo>
                  <a:lnTo>
                    <a:pt x="186548" y="5335"/>
                  </a:lnTo>
                  <a:lnTo>
                    <a:pt x="188369" y="5239"/>
                  </a:lnTo>
                  <a:lnTo>
                    <a:pt x="190203" y="5287"/>
                  </a:lnTo>
                  <a:lnTo>
                    <a:pt x="192013" y="5204"/>
                  </a:lnTo>
                  <a:lnTo>
                    <a:pt x="193822" y="4942"/>
                  </a:lnTo>
                  <a:lnTo>
                    <a:pt x="195632" y="5144"/>
                  </a:lnTo>
                  <a:lnTo>
                    <a:pt x="197442" y="4918"/>
                  </a:lnTo>
                  <a:lnTo>
                    <a:pt x="199264" y="4906"/>
                  </a:lnTo>
                  <a:lnTo>
                    <a:pt x="201073" y="5156"/>
                  </a:lnTo>
                  <a:lnTo>
                    <a:pt x="202895" y="5085"/>
                  </a:lnTo>
                  <a:lnTo>
                    <a:pt x="204705" y="4906"/>
                  </a:lnTo>
                  <a:lnTo>
                    <a:pt x="206550" y="5061"/>
                  </a:lnTo>
                  <a:lnTo>
                    <a:pt x="208241" y="5263"/>
                  </a:lnTo>
                  <a:lnTo>
                    <a:pt x="209848" y="5513"/>
                  </a:lnTo>
                  <a:lnTo>
                    <a:pt x="211420" y="5811"/>
                  </a:lnTo>
                  <a:lnTo>
                    <a:pt x="212896" y="6204"/>
                  </a:lnTo>
                  <a:lnTo>
                    <a:pt x="214230" y="6740"/>
                  </a:lnTo>
                  <a:lnTo>
                    <a:pt x="216182" y="6656"/>
                  </a:lnTo>
                  <a:lnTo>
                    <a:pt x="217444" y="7263"/>
                  </a:lnTo>
                  <a:lnTo>
                    <a:pt x="218933" y="7644"/>
                  </a:lnTo>
                  <a:lnTo>
                    <a:pt x="220802" y="7549"/>
                  </a:lnTo>
                  <a:lnTo>
                    <a:pt x="222528" y="7787"/>
                  </a:lnTo>
                  <a:lnTo>
                    <a:pt x="224350" y="7740"/>
                  </a:lnTo>
                  <a:lnTo>
                    <a:pt x="226160" y="7716"/>
                  </a:lnTo>
                  <a:lnTo>
                    <a:pt x="227970" y="7692"/>
                  </a:lnTo>
                  <a:lnTo>
                    <a:pt x="229779" y="7585"/>
                  </a:lnTo>
                  <a:lnTo>
                    <a:pt x="231601" y="7811"/>
                  </a:lnTo>
                  <a:lnTo>
                    <a:pt x="233411" y="7668"/>
                  </a:lnTo>
                  <a:lnTo>
                    <a:pt x="235232" y="7954"/>
                  </a:lnTo>
                  <a:lnTo>
                    <a:pt x="237042" y="7609"/>
                  </a:lnTo>
                  <a:lnTo>
                    <a:pt x="238804" y="7549"/>
                  </a:lnTo>
                  <a:lnTo>
                    <a:pt x="240626" y="7573"/>
                  </a:lnTo>
                  <a:lnTo>
                    <a:pt x="242352" y="7263"/>
                  </a:lnTo>
                  <a:lnTo>
                    <a:pt x="244186" y="7371"/>
                  </a:lnTo>
                  <a:lnTo>
                    <a:pt x="246007" y="7454"/>
                  </a:lnTo>
                  <a:lnTo>
                    <a:pt x="247817" y="7466"/>
                  </a:lnTo>
                  <a:lnTo>
                    <a:pt x="249520" y="7037"/>
                  </a:lnTo>
                  <a:lnTo>
                    <a:pt x="251365" y="7180"/>
                  </a:lnTo>
                  <a:lnTo>
                    <a:pt x="253139" y="7061"/>
                  </a:lnTo>
                  <a:lnTo>
                    <a:pt x="254842" y="7263"/>
                  </a:lnTo>
                  <a:lnTo>
                    <a:pt x="256652" y="7204"/>
                  </a:lnTo>
                  <a:lnTo>
                    <a:pt x="258414" y="7263"/>
                  </a:lnTo>
                  <a:lnTo>
                    <a:pt x="260093" y="7597"/>
                  </a:lnTo>
                  <a:lnTo>
                    <a:pt x="262045" y="7621"/>
                  </a:lnTo>
                  <a:lnTo>
                    <a:pt x="261890" y="6632"/>
                  </a:lnTo>
                  <a:lnTo>
                    <a:pt x="261676" y="6001"/>
                  </a:lnTo>
                  <a:lnTo>
                    <a:pt x="261581" y="5227"/>
                  </a:lnTo>
                  <a:lnTo>
                    <a:pt x="260938" y="4477"/>
                  </a:lnTo>
                  <a:lnTo>
                    <a:pt x="260438" y="3727"/>
                  </a:lnTo>
                  <a:lnTo>
                    <a:pt x="260104" y="2965"/>
                  </a:lnTo>
                  <a:lnTo>
                    <a:pt x="260045" y="2191"/>
                  </a:lnTo>
                  <a:lnTo>
                    <a:pt x="260533" y="1382"/>
                  </a:lnTo>
                  <a:lnTo>
                    <a:pt x="259747" y="644"/>
                  </a:lnTo>
                  <a:lnTo>
                    <a:pt x="2593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4"/>
            <p:cNvSpPr/>
            <p:nvPr/>
          </p:nvSpPr>
          <p:spPr>
            <a:xfrm>
              <a:off x="311036" y="279900"/>
              <a:ext cx="8496698" cy="4577996"/>
            </a:xfrm>
            <a:custGeom>
              <a:avLst/>
              <a:gdLst/>
              <a:ahLst/>
              <a:cxnLst/>
              <a:rect l="l" t="t" r="r" b="b"/>
              <a:pathLst>
                <a:path w="262082" h="141209" extrusionOk="0">
                  <a:moveTo>
                    <a:pt x="262069" y="12"/>
                  </a:moveTo>
                  <a:lnTo>
                    <a:pt x="256961" y="12"/>
                  </a:lnTo>
                  <a:lnTo>
                    <a:pt x="256961" y="2227"/>
                  </a:lnTo>
                  <a:cubicBezTo>
                    <a:pt x="258045" y="2822"/>
                    <a:pt x="258783" y="3989"/>
                    <a:pt x="258783" y="5323"/>
                  </a:cubicBezTo>
                  <a:cubicBezTo>
                    <a:pt x="258783" y="7263"/>
                    <a:pt x="257211" y="8847"/>
                    <a:pt x="255259" y="8847"/>
                  </a:cubicBezTo>
                  <a:cubicBezTo>
                    <a:pt x="253306" y="8847"/>
                    <a:pt x="251723" y="7263"/>
                    <a:pt x="251723" y="5323"/>
                  </a:cubicBezTo>
                  <a:cubicBezTo>
                    <a:pt x="251723" y="3989"/>
                    <a:pt x="252473" y="2822"/>
                    <a:pt x="253556" y="2227"/>
                  </a:cubicBezTo>
                  <a:lnTo>
                    <a:pt x="253556" y="12"/>
                  </a:lnTo>
                  <a:lnTo>
                    <a:pt x="245258" y="12"/>
                  </a:lnTo>
                  <a:lnTo>
                    <a:pt x="245258" y="2227"/>
                  </a:lnTo>
                  <a:cubicBezTo>
                    <a:pt x="246353" y="2822"/>
                    <a:pt x="247091" y="3989"/>
                    <a:pt x="247091" y="5323"/>
                  </a:cubicBezTo>
                  <a:cubicBezTo>
                    <a:pt x="247091" y="7263"/>
                    <a:pt x="245508" y="8847"/>
                    <a:pt x="243555" y="8847"/>
                  </a:cubicBezTo>
                  <a:cubicBezTo>
                    <a:pt x="241602" y="8847"/>
                    <a:pt x="240031" y="7263"/>
                    <a:pt x="240031" y="5323"/>
                  </a:cubicBezTo>
                  <a:cubicBezTo>
                    <a:pt x="240031" y="3989"/>
                    <a:pt x="240769" y="2822"/>
                    <a:pt x="241852" y="2227"/>
                  </a:cubicBezTo>
                  <a:lnTo>
                    <a:pt x="241852" y="12"/>
                  </a:lnTo>
                  <a:lnTo>
                    <a:pt x="233554" y="12"/>
                  </a:lnTo>
                  <a:lnTo>
                    <a:pt x="233554" y="2227"/>
                  </a:lnTo>
                  <a:cubicBezTo>
                    <a:pt x="234649" y="2822"/>
                    <a:pt x="235387" y="3989"/>
                    <a:pt x="235387" y="5323"/>
                  </a:cubicBezTo>
                  <a:cubicBezTo>
                    <a:pt x="235387" y="7263"/>
                    <a:pt x="233804" y="8847"/>
                    <a:pt x="231851" y="8847"/>
                  </a:cubicBezTo>
                  <a:cubicBezTo>
                    <a:pt x="229910" y="8847"/>
                    <a:pt x="228327" y="7263"/>
                    <a:pt x="228327" y="5323"/>
                  </a:cubicBezTo>
                  <a:cubicBezTo>
                    <a:pt x="228327" y="3989"/>
                    <a:pt x="229065" y="2822"/>
                    <a:pt x="230160" y="2227"/>
                  </a:cubicBezTo>
                  <a:lnTo>
                    <a:pt x="230160" y="12"/>
                  </a:lnTo>
                  <a:lnTo>
                    <a:pt x="221850" y="12"/>
                  </a:lnTo>
                  <a:lnTo>
                    <a:pt x="221850" y="2227"/>
                  </a:lnTo>
                  <a:cubicBezTo>
                    <a:pt x="222945" y="2822"/>
                    <a:pt x="223683" y="3989"/>
                    <a:pt x="223683" y="5323"/>
                  </a:cubicBezTo>
                  <a:cubicBezTo>
                    <a:pt x="223683" y="7263"/>
                    <a:pt x="222100" y="8847"/>
                    <a:pt x="220159" y="8847"/>
                  </a:cubicBezTo>
                  <a:cubicBezTo>
                    <a:pt x="218207" y="8847"/>
                    <a:pt x="216623" y="7263"/>
                    <a:pt x="216623" y="5323"/>
                  </a:cubicBezTo>
                  <a:cubicBezTo>
                    <a:pt x="216623" y="3989"/>
                    <a:pt x="217361" y="2822"/>
                    <a:pt x="218457" y="2227"/>
                  </a:cubicBezTo>
                  <a:lnTo>
                    <a:pt x="218457" y="12"/>
                  </a:lnTo>
                  <a:lnTo>
                    <a:pt x="210158" y="12"/>
                  </a:lnTo>
                  <a:lnTo>
                    <a:pt x="210158" y="2227"/>
                  </a:lnTo>
                  <a:cubicBezTo>
                    <a:pt x="211241" y="2822"/>
                    <a:pt x="211980" y="3989"/>
                    <a:pt x="211980" y="5323"/>
                  </a:cubicBezTo>
                  <a:cubicBezTo>
                    <a:pt x="211980" y="7263"/>
                    <a:pt x="210408" y="8847"/>
                    <a:pt x="208455" y="8847"/>
                  </a:cubicBezTo>
                  <a:cubicBezTo>
                    <a:pt x="206503" y="8847"/>
                    <a:pt x="204919" y="7263"/>
                    <a:pt x="204919" y="5323"/>
                  </a:cubicBezTo>
                  <a:cubicBezTo>
                    <a:pt x="204919" y="3989"/>
                    <a:pt x="205657" y="2822"/>
                    <a:pt x="206753" y="2227"/>
                  </a:cubicBezTo>
                  <a:lnTo>
                    <a:pt x="206753" y="12"/>
                  </a:lnTo>
                  <a:lnTo>
                    <a:pt x="198454" y="12"/>
                  </a:lnTo>
                  <a:lnTo>
                    <a:pt x="198454" y="2227"/>
                  </a:lnTo>
                  <a:cubicBezTo>
                    <a:pt x="199538" y="2822"/>
                    <a:pt x="200288" y="3989"/>
                    <a:pt x="200288" y="5323"/>
                  </a:cubicBezTo>
                  <a:cubicBezTo>
                    <a:pt x="200288" y="7263"/>
                    <a:pt x="198704" y="8847"/>
                    <a:pt x="196752" y="8847"/>
                  </a:cubicBezTo>
                  <a:cubicBezTo>
                    <a:pt x="194799" y="8847"/>
                    <a:pt x="193227" y="7263"/>
                    <a:pt x="193227" y="5323"/>
                  </a:cubicBezTo>
                  <a:cubicBezTo>
                    <a:pt x="193227" y="3989"/>
                    <a:pt x="193965" y="2822"/>
                    <a:pt x="195049" y="2227"/>
                  </a:cubicBezTo>
                  <a:lnTo>
                    <a:pt x="195049" y="12"/>
                  </a:lnTo>
                  <a:lnTo>
                    <a:pt x="185810" y="12"/>
                  </a:lnTo>
                  <a:lnTo>
                    <a:pt x="185810" y="2227"/>
                  </a:lnTo>
                  <a:cubicBezTo>
                    <a:pt x="186893" y="2822"/>
                    <a:pt x="187631" y="3989"/>
                    <a:pt x="187631" y="5323"/>
                  </a:cubicBezTo>
                  <a:cubicBezTo>
                    <a:pt x="187631" y="7263"/>
                    <a:pt x="186060" y="8847"/>
                    <a:pt x="184107" y="8847"/>
                  </a:cubicBezTo>
                  <a:cubicBezTo>
                    <a:pt x="182154" y="8847"/>
                    <a:pt x="180571" y="7263"/>
                    <a:pt x="180571" y="5323"/>
                  </a:cubicBezTo>
                  <a:cubicBezTo>
                    <a:pt x="180571" y="3989"/>
                    <a:pt x="181309" y="2822"/>
                    <a:pt x="182404" y="2227"/>
                  </a:cubicBezTo>
                  <a:lnTo>
                    <a:pt x="182404" y="12"/>
                  </a:lnTo>
                  <a:lnTo>
                    <a:pt x="174106" y="12"/>
                  </a:lnTo>
                  <a:lnTo>
                    <a:pt x="174106" y="2227"/>
                  </a:lnTo>
                  <a:cubicBezTo>
                    <a:pt x="175189" y="2822"/>
                    <a:pt x="175939" y="3989"/>
                    <a:pt x="175939" y="5323"/>
                  </a:cubicBezTo>
                  <a:cubicBezTo>
                    <a:pt x="175939" y="7263"/>
                    <a:pt x="174356" y="8847"/>
                    <a:pt x="172403" y="8847"/>
                  </a:cubicBezTo>
                  <a:cubicBezTo>
                    <a:pt x="170451" y="8847"/>
                    <a:pt x="168879" y="7263"/>
                    <a:pt x="168879" y="5323"/>
                  </a:cubicBezTo>
                  <a:cubicBezTo>
                    <a:pt x="168879" y="3989"/>
                    <a:pt x="169617" y="2822"/>
                    <a:pt x="170701" y="2227"/>
                  </a:cubicBezTo>
                  <a:lnTo>
                    <a:pt x="170701" y="12"/>
                  </a:lnTo>
                  <a:lnTo>
                    <a:pt x="162402" y="12"/>
                  </a:lnTo>
                  <a:lnTo>
                    <a:pt x="162402" y="2227"/>
                  </a:lnTo>
                  <a:cubicBezTo>
                    <a:pt x="163497" y="2822"/>
                    <a:pt x="164236" y="3989"/>
                    <a:pt x="164236" y="5323"/>
                  </a:cubicBezTo>
                  <a:cubicBezTo>
                    <a:pt x="164236" y="7263"/>
                    <a:pt x="162652" y="8847"/>
                    <a:pt x="160699" y="8847"/>
                  </a:cubicBezTo>
                  <a:cubicBezTo>
                    <a:pt x="158759" y="8847"/>
                    <a:pt x="157175" y="7263"/>
                    <a:pt x="157175" y="5323"/>
                  </a:cubicBezTo>
                  <a:cubicBezTo>
                    <a:pt x="157175" y="3989"/>
                    <a:pt x="157913" y="2822"/>
                    <a:pt x="159009" y="2227"/>
                  </a:cubicBezTo>
                  <a:lnTo>
                    <a:pt x="159009" y="12"/>
                  </a:lnTo>
                  <a:lnTo>
                    <a:pt x="150698" y="12"/>
                  </a:lnTo>
                  <a:lnTo>
                    <a:pt x="150698" y="2227"/>
                  </a:lnTo>
                  <a:cubicBezTo>
                    <a:pt x="151794" y="2822"/>
                    <a:pt x="152532" y="3989"/>
                    <a:pt x="152532" y="5323"/>
                  </a:cubicBezTo>
                  <a:cubicBezTo>
                    <a:pt x="152532" y="7263"/>
                    <a:pt x="150948" y="8847"/>
                    <a:pt x="149007" y="8847"/>
                  </a:cubicBezTo>
                  <a:cubicBezTo>
                    <a:pt x="147055" y="8847"/>
                    <a:pt x="145471" y="7263"/>
                    <a:pt x="145471" y="5323"/>
                  </a:cubicBezTo>
                  <a:cubicBezTo>
                    <a:pt x="145471" y="3989"/>
                    <a:pt x="146209" y="2822"/>
                    <a:pt x="147305" y="2227"/>
                  </a:cubicBezTo>
                  <a:lnTo>
                    <a:pt x="147305" y="12"/>
                  </a:lnTo>
                  <a:lnTo>
                    <a:pt x="139006" y="12"/>
                  </a:lnTo>
                  <a:lnTo>
                    <a:pt x="139006" y="2227"/>
                  </a:lnTo>
                  <a:cubicBezTo>
                    <a:pt x="140090" y="2822"/>
                    <a:pt x="140828" y="3989"/>
                    <a:pt x="140828" y="5323"/>
                  </a:cubicBezTo>
                  <a:cubicBezTo>
                    <a:pt x="140828" y="7263"/>
                    <a:pt x="139256" y="8847"/>
                    <a:pt x="137304" y="8847"/>
                  </a:cubicBezTo>
                  <a:cubicBezTo>
                    <a:pt x="135351" y="8847"/>
                    <a:pt x="133767" y="7263"/>
                    <a:pt x="133767" y="5323"/>
                  </a:cubicBezTo>
                  <a:cubicBezTo>
                    <a:pt x="133767" y="3989"/>
                    <a:pt x="134506" y="2822"/>
                    <a:pt x="135601" y="2227"/>
                  </a:cubicBezTo>
                  <a:lnTo>
                    <a:pt x="135601" y="12"/>
                  </a:lnTo>
                  <a:lnTo>
                    <a:pt x="127302" y="12"/>
                  </a:lnTo>
                  <a:lnTo>
                    <a:pt x="127302" y="2227"/>
                  </a:lnTo>
                  <a:cubicBezTo>
                    <a:pt x="128386" y="2822"/>
                    <a:pt x="129136" y="3989"/>
                    <a:pt x="129136" y="5323"/>
                  </a:cubicBezTo>
                  <a:cubicBezTo>
                    <a:pt x="129136" y="7263"/>
                    <a:pt x="127552" y="8847"/>
                    <a:pt x="125600" y="8847"/>
                  </a:cubicBezTo>
                  <a:cubicBezTo>
                    <a:pt x="123647" y="8847"/>
                    <a:pt x="122076" y="7263"/>
                    <a:pt x="122076" y="5323"/>
                  </a:cubicBezTo>
                  <a:cubicBezTo>
                    <a:pt x="122076" y="3989"/>
                    <a:pt x="122814" y="2822"/>
                    <a:pt x="123897" y="2227"/>
                  </a:cubicBezTo>
                  <a:lnTo>
                    <a:pt x="123897" y="12"/>
                  </a:lnTo>
                  <a:lnTo>
                    <a:pt x="115599" y="12"/>
                  </a:lnTo>
                  <a:lnTo>
                    <a:pt x="115599" y="2227"/>
                  </a:lnTo>
                  <a:cubicBezTo>
                    <a:pt x="116694" y="2822"/>
                    <a:pt x="117432" y="3989"/>
                    <a:pt x="117432" y="5323"/>
                  </a:cubicBezTo>
                  <a:cubicBezTo>
                    <a:pt x="117432" y="7263"/>
                    <a:pt x="115849" y="8847"/>
                    <a:pt x="113896" y="8847"/>
                  </a:cubicBezTo>
                  <a:cubicBezTo>
                    <a:pt x="111955" y="8847"/>
                    <a:pt x="110372" y="7263"/>
                    <a:pt x="110372" y="5323"/>
                  </a:cubicBezTo>
                  <a:cubicBezTo>
                    <a:pt x="110372" y="3989"/>
                    <a:pt x="111110" y="2822"/>
                    <a:pt x="112205" y="2227"/>
                  </a:cubicBezTo>
                  <a:lnTo>
                    <a:pt x="112205" y="12"/>
                  </a:lnTo>
                  <a:lnTo>
                    <a:pt x="103895" y="12"/>
                  </a:lnTo>
                  <a:lnTo>
                    <a:pt x="103895" y="2227"/>
                  </a:lnTo>
                  <a:cubicBezTo>
                    <a:pt x="104990" y="2822"/>
                    <a:pt x="105728" y="3989"/>
                    <a:pt x="105728" y="5323"/>
                  </a:cubicBezTo>
                  <a:cubicBezTo>
                    <a:pt x="105728" y="7263"/>
                    <a:pt x="104145" y="8847"/>
                    <a:pt x="102204" y="8847"/>
                  </a:cubicBezTo>
                  <a:cubicBezTo>
                    <a:pt x="100632" y="8847"/>
                    <a:pt x="99311" y="7835"/>
                    <a:pt x="98846" y="6418"/>
                  </a:cubicBezTo>
                  <a:lnTo>
                    <a:pt x="98811" y="4323"/>
                  </a:lnTo>
                  <a:cubicBezTo>
                    <a:pt x="99073" y="3418"/>
                    <a:pt x="99692" y="2668"/>
                    <a:pt x="100501" y="2227"/>
                  </a:cubicBezTo>
                  <a:lnTo>
                    <a:pt x="100501" y="12"/>
                  </a:lnTo>
                  <a:lnTo>
                    <a:pt x="91953" y="12"/>
                  </a:lnTo>
                  <a:lnTo>
                    <a:pt x="91953" y="2227"/>
                  </a:lnTo>
                  <a:cubicBezTo>
                    <a:pt x="93048" y="2822"/>
                    <a:pt x="93786" y="3989"/>
                    <a:pt x="93786" y="5323"/>
                  </a:cubicBezTo>
                  <a:cubicBezTo>
                    <a:pt x="93786" y="7263"/>
                    <a:pt x="92203" y="8847"/>
                    <a:pt x="90250" y="8847"/>
                  </a:cubicBezTo>
                  <a:cubicBezTo>
                    <a:pt x="88309" y="8847"/>
                    <a:pt x="86726" y="7263"/>
                    <a:pt x="86726" y="5323"/>
                  </a:cubicBezTo>
                  <a:cubicBezTo>
                    <a:pt x="86726" y="3989"/>
                    <a:pt x="87464" y="2822"/>
                    <a:pt x="88559" y="2227"/>
                  </a:cubicBezTo>
                  <a:lnTo>
                    <a:pt x="88559" y="12"/>
                  </a:lnTo>
                  <a:lnTo>
                    <a:pt x="80249" y="12"/>
                  </a:lnTo>
                  <a:lnTo>
                    <a:pt x="80249" y="2227"/>
                  </a:lnTo>
                  <a:cubicBezTo>
                    <a:pt x="81344" y="2822"/>
                    <a:pt x="82082" y="3989"/>
                    <a:pt x="82082" y="5323"/>
                  </a:cubicBezTo>
                  <a:cubicBezTo>
                    <a:pt x="82082" y="7263"/>
                    <a:pt x="80499" y="8847"/>
                    <a:pt x="78558" y="8847"/>
                  </a:cubicBezTo>
                  <a:cubicBezTo>
                    <a:pt x="76606" y="8847"/>
                    <a:pt x="75022" y="7263"/>
                    <a:pt x="75022" y="5323"/>
                  </a:cubicBezTo>
                  <a:cubicBezTo>
                    <a:pt x="75022" y="3989"/>
                    <a:pt x="75760" y="2822"/>
                    <a:pt x="76856" y="2227"/>
                  </a:cubicBezTo>
                  <a:lnTo>
                    <a:pt x="76856" y="12"/>
                  </a:lnTo>
                  <a:lnTo>
                    <a:pt x="68557" y="12"/>
                  </a:lnTo>
                  <a:lnTo>
                    <a:pt x="68557" y="2227"/>
                  </a:lnTo>
                  <a:cubicBezTo>
                    <a:pt x="69640" y="2822"/>
                    <a:pt x="70379" y="3989"/>
                    <a:pt x="70379" y="5323"/>
                  </a:cubicBezTo>
                  <a:cubicBezTo>
                    <a:pt x="70379" y="7263"/>
                    <a:pt x="68807" y="8847"/>
                    <a:pt x="66854" y="8847"/>
                  </a:cubicBezTo>
                  <a:cubicBezTo>
                    <a:pt x="64902" y="8847"/>
                    <a:pt x="63318" y="7263"/>
                    <a:pt x="63318" y="5323"/>
                  </a:cubicBezTo>
                  <a:cubicBezTo>
                    <a:pt x="63318" y="3989"/>
                    <a:pt x="64068" y="2822"/>
                    <a:pt x="65152" y="2227"/>
                  </a:cubicBezTo>
                  <a:lnTo>
                    <a:pt x="65152" y="12"/>
                  </a:lnTo>
                  <a:lnTo>
                    <a:pt x="56853" y="12"/>
                  </a:lnTo>
                  <a:lnTo>
                    <a:pt x="56853" y="2227"/>
                  </a:lnTo>
                  <a:cubicBezTo>
                    <a:pt x="57948" y="2822"/>
                    <a:pt x="58687" y="3989"/>
                    <a:pt x="58687" y="5323"/>
                  </a:cubicBezTo>
                  <a:cubicBezTo>
                    <a:pt x="58687" y="7263"/>
                    <a:pt x="57103" y="8847"/>
                    <a:pt x="55150" y="8847"/>
                  </a:cubicBezTo>
                  <a:cubicBezTo>
                    <a:pt x="53198" y="8847"/>
                    <a:pt x="51626" y="7263"/>
                    <a:pt x="51626" y="5323"/>
                  </a:cubicBezTo>
                  <a:cubicBezTo>
                    <a:pt x="51626" y="3989"/>
                    <a:pt x="52364" y="2822"/>
                    <a:pt x="53448" y="2227"/>
                  </a:cubicBezTo>
                  <a:lnTo>
                    <a:pt x="53448" y="12"/>
                  </a:lnTo>
                  <a:lnTo>
                    <a:pt x="45149" y="12"/>
                  </a:lnTo>
                  <a:lnTo>
                    <a:pt x="45149" y="2227"/>
                  </a:lnTo>
                  <a:cubicBezTo>
                    <a:pt x="46245" y="2822"/>
                    <a:pt x="46983" y="3989"/>
                    <a:pt x="46983" y="5323"/>
                  </a:cubicBezTo>
                  <a:cubicBezTo>
                    <a:pt x="46983" y="7263"/>
                    <a:pt x="45399" y="8847"/>
                    <a:pt x="43447" y="8847"/>
                  </a:cubicBezTo>
                  <a:cubicBezTo>
                    <a:pt x="41506" y="8847"/>
                    <a:pt x="39922" y="7263"/>
                    <a:pt x="39922" y="5323"/>
                  </a:cubicBezTo>
                  <a:cubicBezTo>
                    <a:pt x="39922" y="3989"/>
                    <a:pt x="40661" y="2822"/>
                    <a:pt x="41756" y="2227"/>
                  </a:cubicBezTo>
                  <a:lnTo>
                    <a:pt x="41756" y="12"/>
                  </a:lnTo>
                  <a:lnTo>
                    <a:pt x="33445" y="12"/>
                  </a:lnTo>
                  <a:lnTo>
                    <a:pt x="33445" y="2227"/>
                  </a:lnTo>
                  <a:cubicBezTo>
                    <a:pt x="34541" y="2822"/>
                    <a:pt x="35279" y="3989"/>
                    <a:pt x="35279" y="5323"/>
                  </a:cubicBezTo>
                  <a:cubicBezTo>
                    <a:pt x="35279" y="7263"/>
                    <a:pt x="33695" y="8847"/>
                    <a:pt x="31755" y="8847"/>
                  </a:cubicBezTo>
                  <a:cubicBezTo>
                    <a:pt x="29802" y="8847"/>
                    <a:pt x="28219" y="7263"/>
                    <a:pt x="28219" y="5323"/>
                  </a:cubicBezTo>
                  <a:cubicBezTo>
                    <a:pt x="28219" y="3989"/>
                    <a:pt x="28957" y="2822"/>
                    <a:pt x="30052" y="2227"/>
                  </a:cubicBezTo>
                  <a:lnTo>
                    <a:pt x="30052" y="12"/>
                  </a:lnTo>
                  <a:lnTo>
                    <a:pt x="21753" y="12"/>
                  </a:lnTo>
                  <a:lnTo>
                    <a:pt x="21753" y="2227"/>
                  </a:lnTo>
                  <a:cubicBezTo>
                    <a:pt x="22837" y="2822"/>
                    <a:pt x="23575" y="3989"/>
                    <a:pt x="23575" y="5323"/>
                  </a:cubicBezTo>
                  <a:cubicBezTo>
                    <a:pt x="23575" y="7263"/>
                    <a:pt x="22003" y="8847"/>
                    <a:pt x="20051" y="8847"/>
                  </a:cubicBezTo>
                  <a:cubicBezTo>
                    <a:pt x="18098" y="8847"/>
                    <a:pt x="16515" y="7263"/>
                    <a:pt x="16515" y="5323"/>
                  </a:cubicBezTo>
                  <a:cubicBezTo>
                    <a:pt x="16515" y="3989"/>
                    <a:pt x="17265" y="2822"/>
                    <a:pt x="18348" y="2227"/>
                  </a:cubicBezTo>
                  <a:lnTo>
                    <a:pt x="18348" y="12"/>
                  </a:lnTo>
                  <a:lnTo>
                    <a:pt x="10050" y="12"/>
                  </a:lnTo>
                  <a:lnTo>
                    <a:pt x="10050" y="2227"/>
                  </a:lnTo>
                  <a:cubicBezTo>
                    <a:pt x="11145" y="2822"/>
                    <a:pt x="11883" y="3989"/>
                    <a:pt x="11883" y="5323"/>
                  </a:cubicBezTo>
                  <a:cubicBezTo>
                    <a:pt x="11883" y="7263"/>
                    <a:pt x="10300" y="8847"/>
                    <a:pt x="8347" y="8847"/>
                  </a:cubicBezTo>
                  <a:cubicBezTo>
                    <a:pt x="6394" y="8847"/>
                    <a:pt x="4823" y="7263"/>
                    <a:pt x="4823" y="5323"/>
                  </a:cubicBezTo>
                  <a:cubicBezTo>
                    <a:pt x="4823" y="3989"/>
                    <a:pt x="5561" y="2822"/>
                    <a:pt x="6644" y="2227"/>
                  </a:cubicBezTo>
                  <a:lnTo>
                    <a:pt x="6644" y="12"/>
                  </a:lnTo>
                  <a:lnTo>
                    <a:pt x="239" y="12"/>
                  </a:lnTo>
                  <a:lnTo>
                    <a:pt x="239" y="110550"/>
                  </a:lnTo>
                  <a:lnTo>
                    <a:pt x="1" y="136267"/>
                  </a:lnTo>
                  <a:lnTo>
                    <a:pt x="7811" y="134767"/>
                  </a:lnTo>
                  <a:lnTo>
                    <a:pt x="22718" y="137839"/>
                  </a:lnTo>
                  <a:lnTo>
                    <a:pt x="29814" y="137839"/>
                  </a:lnTo>
                  <a:lnTo>
                    <a:pt x="44006" y="139982"/>
                  </a:lnTo>
                  <a:lnTo>
                    <a:pt x="54662" y="139982"/>
                  </a:lnTo>
                  <a:lnTo>
                    <a:pt x="74534" y="137375"/>
                  </a:lnTo>
                  <a:lnTo>
                    <a:pt x="86595" y="139982"/>
                  </a:lnTo>
                  <a:lnTo>
                    <a:pt x="113574" y="139982"/>
                  </a:lnTo>
                  <a:lnTo>
                    <a:pt x="145519" y="137375"/>
                  </a:lnTo>
                  <a:lnTo>
                    <a:pt x="161128" y="139982"/>
                  </a:lnTo>
                  <a:lnTo>
                    <a:pt x="177463" y="137375"/>
                  </a:lnTo>
                  <a:lnTo>
                    <a:pt x="206562" y="137375"/>
                  </a:lnTo>
                  <a:lnTo>
                    <a:pt x="220755" y="139982"/>
                  </a:lnTo>
                  <a:lnTo>
                    <a:pt x="237090" y="139982"/>
                  </a:lnTo>
                  <a:lnTo>
                    <a:pt x="253175" y="139268"/>
                  </a:lnTo>
                  <a:lnTo>
                    <a:pt x="261926" y="141208"/>
                  </a:lnTo>
                  <a:lnTo>
                    <a:pt x="262081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4"/>
            <p:cNvSpPr/>
            <p:nvPr/>
          </p:nvSpPr>
          <p:spPr>
            <a:xfrm>
              <a:off x="636825" y="1219860"/>
              <a:ext cx="7850114" cy="4668"/>
            </a:xfrm>
            <a:custGeom>
              <a:avLst/>
              <a:gdLst/>
              <a:ahLst/>
              <a:cxnLst/>
              <a:rect l="l" t="t" r="r" b="b"/>
              <a:pathLst>
                <a:path w="242138" h="144" extrusionOk="0">
                  <a:moveTo>
                    <a:pt x="1" y="0"/>
                  </a:moveTo>
                  <a:lnTo>
                    <a:pt x="1" y="143"/>
                  </a:lnTo>
                  <a:lnTo>
                    <a:pt x="242138" y="143"/>
                  </a:lnTo>
                  <a:lnTo>
                    <a:pt x="2421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4"/>
            <p:cNvSpPr/>
            <p:nvPr/>
          </p:nvSpPr>
          <p:spPr>
            <a:xfrm>
              <a:off x="636825" y="1534074"/>
              <a:ext cx="7850114" cy="4636"/>
            </a:xfrm>
            <a:custGeom>
              <a:avLst/>
              <a:gdLst/>
              <a:ahLst/>
              <a:cxnLst/>
              <a:rect l="l" t="t" r="r" b="b"/>
              <a:pathLst>
                <a:path w="242138" h="143" extrusionOk="0">
                  <a:moveTo>
                    <a:pt x="1" y="0"/>
                  </a:moveTo>
                  <a:lnTo>
                    <a:pt x="1" y="143"/>
                  </a:lnTo>
                  <a:lnTo>
                    <a:pt x="242138" y="143"/>
                  </a:lnTo>
                  <a:lnTo>
                    <a:pt x="2421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4"/>
            <p:cNvSpPr/>
            <p:nvPr/>
          </p:nvSpPr>
          <p:spPr>
            <a:xfrm>
              <a:off x="636825" y="1848257"/>
              <a:ext cx="7850114" cy="5058"/>
            </a:xfrm>
            <a:custGeom>
              <a:avLst/>
              <a:gdLst/>
              <a:ahLst/>
              <a:cxnLst/>
              <a:rect l="l" t="t" r="r" b="b"/>
              <a:pathLst>
                <a:path w="242138" h="156" extrusionOk="0">
                  <a:moveTo>
                    <a:pt x="1" y="1"/>
                  </a:moveTo>
                  <a:lnTo>
                    <a:pt x="1" y="156"/>
                  </a:lnTo>
                  <a:lnTo>
                    <a:pt x="242138" y="156"/>
                  </a:lnTo>
                  <a:lnTo>
                    <a:pt x="2421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4"/>
            <p:cNvSpPr/>
            <p:nvPr/>
          </p:nvSpPr>
          <p:spPr>
            <a:xfrm>
              <a:off x="636825" y="2162860"/>
              <a:ext cx="7850114" cy="4668"/>
            </a:xfrm>
            <a:custGeom>
              <a:avLst/>
              <a:gdLst/>
              <a:ahLst/>
              <a:cxnLst/>
              <a:rect l="l" t="t" r="r" b="b"/>
              <a:pathLst>
                <a:path w="242138" h="144" extrusionOk="0">
                  <a:moveTo>
                    <a:pt x="1" y="0"/>
                  </a:moveTo>
                  <a:lnTo>
                    <a:pt x="1" y="143"/>
                  </a:lnTo>
                  <a:lnTo>
                    <a:pt x="242138" y="143"/>
                  </a:lnTo>
                  <a:lnTo>
                    <a:pt x="2421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4"/>
            <p:cNvSpPr/>
            <p:nvPr/>
          </p:nvSpPr>
          <p:spPr>
            <a:xfrm>
              <a:off x="636825" y="2477075"/>
              <a:ext cx="7850114" cy="5025"/>
            </a:xfrm>
            <a:custGeom>
              <a:avLst/>
              <a:gdLst/>
              <a:ahLst/>
              <a:cxnLst/>
              <a:rect l="l" t="t" r="r" b="b"/>
              <a:pathLst>
                <a:path w="242138" h="155" extrusionOk="0">
                  <a:moveTo>
                    <a:pt x="1" y="0"/>
                  </a:moveTo>
                  <a:lnTo>
                    <a:pt x="1" y="155"/>
                  </a:lnTo>
                  <a:lnTo>
                    <a:pt x="242138" y="155"/>
                  </a:lnTo>
                  <a:lnTo>
                    <a:pt x="2421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4"/>
            <p:cNvSpPr/>
            <p:nvPr/>
          </p:nvSpPr>
          <p:spPr>
            <a:xfrm>
              <a:off x="636825" y="2791646"/>
              <a:ext cx="7850114" cy="4668"/>
            </a:xfrm>
            <a:custGeom>
              <a:avLst/>
              <a:gdLst/>
              <a:ahLst/>
              <a:cxnLst/>
              <a:rect l="l" t="t" r="r" b="b"/>
              <a:pathLst>
                <a:path w="242138" h="144" extrusionOk="0">
                  <a:moveTo>
                    <a:pt x="1" y="1"/>
                  </a:moveTo>
                  <a:lnTo>
                    <a:pt x="1" y="143"/>
                  </a:lnTo>
                  <a:lnTo>
                    <a:pt x="242138" y="143"/>
                  </a:lnTo>
                  <a:lnTo>
                    <a:pt x="2421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4"/>
            <p:cNvSpPr/>
            <p:nvPr/>
          </p:nvSpPr>
          <p:spPr>
            <a:xfrm>
              <a:off x="648788" y="3110497"/>
              <a:ext cx="7850146" cy="5025"/>
            </a:xfrm>
            <a:custGeom>
              <a:avLst/>
              <a:gdLst/>
              <a:ahLst/>
              <a:cxnLst/>
              <a:rect l="l" t="t" r="r" b="b"/>
              <a:pathLst>
                <a:path w="242139" h="155" extrusionOk="0">
                  <a:moveTo>
                    <a:pt x="1" y="0"/>
                  </a:moveTo>
                  <a:lnTo>
                    <a:pt x="1" y="155"/>
                  </a:lnTo>
                  <a:lnTo>
                    <a:pt x="242138" y="155"/>
                  </a:lnTo>
                  <a:lnTo>
                    <a:pt x="2421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4"/>
            <p:cNvSpPr/>
            <p:nvPr/>
          </p:nvSpPr>
          <p:spPr>
            <a:xfrm>
              <a:off x="648788" y="3425068"/>
              <a:ext cx="7850146" cy="4668"/>
            </a:xfrm>
            <a:custGeom>
              <a:avLst/>
              <a:gdLst/>
              <a:ahLst/>
              <a:cxnLst/>
              <a:rect l="l" t="t" r="r" b="b"/>
              <a:pathLst>
                <a:path w="242139" h="144" extrusionOk="0">
                  <a:moveTo>
                    <a:pt x="1" y="1"/>
                  </a:moveTo>
                  <a:lnTo>
                    <a:pt x="1" y="144"/>
                  </a:lnTo>
                  <a:lnTo>
                    <a:pt x="242138" y="144"/>
                  </a:lnTo>
                  <a:lnTo>
                    <a:pt x="2421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4"/>
            <p:cNvSpPr/>
            <p:nvPr/>
          </p:nvSpPr>
          <p:spPr>
            <a:xfrm>
              <a:off x="648788" y="3739283"/>
              <a:ext cx="7850146" cy="5058"/>
            </a:xfrm>
            <a:custGeom>
              <a:avLst/>
              <a:gdLst/>
              <a:ahLst/>
              <a:cxnLst/>
              <a:rect l="l" t="t" r="r" b="b"/>
              <a:pathLst>
                <a:path w="242139" h="156" extrusionOk="0">
                  <a:moveTo>
                    <a:pt x="1" y="0"/>
                  </a:moveTo>
                  <a:lnTo>
                    <a:pt x="1" y="155"/>
                  </a:lnTo>
                  <a:lnTo>
                    <a:pt x="242138" y="155"/>
                  </a:lnTo>
                  <a:lnTo>
                    <a:pt x="2421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4"/>
            <p:cNvSpPr/>
            <p:nvPr/>
          </p:nvSpPr>
          <p:spPr>
            <a:xfrm>
              <a:off x="648788" y="4053854"/>
              <a:ext cx="7850146" cy="4668"/>
            </a:xfrm>
            <a:custGeom>
              <a:avLst/>
              <a:gdLst/>
              <a:ahLst/>
              <a:cxnLst/>
              <a:rect l="l" t="t" r="r" b="b"/>
              <a:pathLst>
                <a:path w="242139" h="144" extrusionOk="0">
                  <a:moveTo>
                    <a:pt x="1" y="1"/>
                  </a:moveTo>
                  <a:lnTo>
                    <a:pt x="1" y="144"/>
                  </a:lnTo>
                  <a:lnTo>
                    <a:pt x="242138" y="144"/>
                  </a:lnTo>
                  <a:lnTo>
                    <a:pt x="2421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4"/>
            <p:cNvSpPr/>
            <p:nvPr/>
          </p:nvSpPr>
          <p:spPr>
            <a:xfrm>
              <a:off x="648788" y="4368069"/>
              <a:ext cx="7850146" cy="5058"/>
            </a:xfrm>
            <a:custGeom>
              <a:avLst/>
              <a:gdLst/>
              <a:ahLst/>
              <a:cxnLst/>
              <a:rect l="l" t="t" r="r" b="b"/>
              <a:pathLst>
                <a:path w="242139" h="156" extrusionOk="0">
                  <a:moveTo>
                    <a:pt x="1" y="1"/>
                  </a:moveTo>
                  <a:lnTo>
                    <a:pt x="1" y="155"/>
                  </a:lnTo>
                  <a:lnTo>
                    <a:pt x="242138" y="155"/>
                  </a:lnTo>
                  <a:lnTo>
                    <a:pt x="2421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4" name="Google Shape;74;p4"/>
          <p:cNvSpPr txBox="1">
            <a:spLocks noGrp="1"/>
          </p:cNvSpPr>
          <p:nvPr>
            <p:ph type="title"/>
          </p:nvPr>
        </p:nvSpPr>
        <p:spPr>
          <a:xfrm>
            <a:off x="720000" y="5988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4"/>
          <p:cNvSpPr txBox="1">
            <a:spLocks noGrp="1"/>
          </p:cNvSpPr>
          <p:nvPr>
            <p:ph type="body" idx="1"/>
          </p:nvPr>
        </p:nvSpPr>
        <p:spPr>
          <a:xfrm>
            <a:off x="720000" y="1215751"/>
            <a:ext cx="7704000" cy="3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4"/>
          <p:cNvSpPr/>
          <p:nvPr/>
        </p:nvSpPr>
        <p:spPr>
          <a:xfrm>
            <a:off x="546813" y="2965475"/>
            <a:ext cx="100451" cy="100451"/>
          </a:xfrm>
          <a:custGeom>
            <a:avLst/>
            <a:gdLst/>
            <a:ahLst/>
            <a:cxnLst/>
            <a:rect l="l" t="t" r="r" b="b"/>
            <a:pathLst>
              <a:path w="2835" h="2836" extrusionOk="0">
                <a:moveTo>
                  <a:pt x="1417" y="0"/>
                </a:moveTo>
                <a:cubicBezTo>
                  <a:pt x="635" y="0"/>
                  <a:pt x="0" y="635"/>
                  <a:pt x="0" y="1418"/>
                </a:cubicBezTo>
                <a:cubicBezTo>
                  <a:pt x="0" y="2200"/>
                  <a:pt x="635" y="2835"/>
                  <a:pt x="1417" y="2835"/>
                </a:cubicBezTo>
                <a:cubicBezTo>
                  <a:pt x="2200" y="2835"/>
                  <a:pt x="2835" y="2200"/>
                  <a:pt x="2835" y="1418"/>
                </a:cubicBezTo>
                <a:cubicBezTo>
                  <a:pt x="2835" y="635"/>
                  <a:pt x="2201" y="0"/>
                  <a:pt x="141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4"/>
          <p:cNvSpPr/>
          <p:nvPr/>
        </p:nvSpPr>
        <p:spPr>
          <a:xfrm rot="9900038">
            <a:off x="540632" y="1706470"/>
            <a:ext cx="112799" cy="112855"/>
          </a:xfrm>
          <a:custGeom>
            <a:avLst/>
            <a:gdLst/>
            <a:ahLst/>
            <a:cxnLst/>
            <a:rect l="l" t="t" r="r" b="b"/>
            <a:pathLst>
              <a:path w="2835" h="2836" extrusionOk="0">
                <a:moveTo>
                  <a:pt x="1417" y="0"/>
                </a:moveTo>
                <a:cubicBezTo>
                  <a:pt x="635" y="0"/>
                  <a:pt x="0" y="635"/>
                  <a:pt x="0" y="1418"/>
                </a:cubicBezTo>
                <a:cubicBezTo>
                  <a:pt x="0" y="2200"/>
                  <a:pt x="635" y="2835"/>
                  <a:pt x="1417" y="2835"/>
                </a:cubicBezTo>
                <a:cubicBezTo>
                  <a:pt x="2200" y="2835"/>
                  <a:pt x="2835" y="2200"/>
                  <a:pt x="2835" y="1418"/>
                </a:cubicBezTo>
                <a:cubicBezTo>
                  <a:pt x="2835" y="635"/>
                  <a:pt x="2201" y="0"/>
                  <a:pt x="141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4"/>
          <p:cNvSpPr/>
          <p:nvPr/>
        </p:nvSpPr>
        <p:spPr>
          <a:xfrm>
            <a:off x="8493101" y="674970"/>
            <a:ext cx="112801" cy="112819"/>
          </a:xfrm>
          <a:custGeom>
            <a:avLst/>
            <a:gdLst/>
            <a:ahLst/>
            <a:cxnLst/>
            <a:rect l="l" t="t" r="r" b="b"/>
            <a:pathLst>
              <a:path w="6138" h="6139" extrusionOk="0">
                <a:moveTo>
                  <a:pt x="3069" y="0"/>
                </a:moveTo>
                <a:cubicBezTo>
                  <a:pt x="2625" y="513"/>
                  <a:pt x="2402" y="1024"/>
                  <a:pt x="2235" y="1535"/>
                </a:cubicBezTo>
                <a:cubicBezTo>
                  <a:pt x="2177" y="1722"/>
                  <a:pt x="2134" y="1909"/>
                  <a:pt x="2099" y="2097"/>
                </a:cubicBezTo>
                <a:cubicBezTo>
                  <a:pt x="1912" y="2131"/>
                  <a:pt x="1723" y="2173"/>
                  <a:pt x="1536" y="2233"/>
                </a:cubicBezTo>
                <a:cubicBezTo>
                  <a:pt x="1023" y="2398"/>
                  <a:pt x="512" y="2623"/>
                  <a:pt x="1" y="3070"/>
                </a:cubicBezTo>
                <a:cubicBezTo>
                  <a:pt x="512" y="3517"/>
                  <a:pt x="1023" y="3740"/>
                  <a:pt x="1536" y="3907"/>
                </a:cubicBezTo>
                <a:cubicBezTo>
                  <a:pt x="1722" y="3966"/>
                  <a:pt x="1909" y="4008"/>
                  <a:pt x="2096" y="4042"/>
                </a:cubicBezTo>
                <a:cubicBezTo>
                  <a:pt x="2132" y="4230"/>
                  <a:pt x="2173" y="4417"/>
                  <a:pt x="2232" y="4604"/>
                </a:cubicBezTo>
                <a:cubicBezTo>
                  <a:pt x="2399" y="5115"/>
                  <a:pt x="2622" y="5627"/>
                  <a:pt x="3069" y="6138"/>
                </a:cubicBezTo>
                <a:cubicBezTo>
                  <a:pt x="3517" y="5627"/>
                  <a:pt x="3741" y="5115"/>
                  <a:pt x="3906" y="4604"/>
                </a:cubicBezTo>
                <a:cubicBezTo>
                  <a:pt x="3966" y="4416"/>
                  <a:pt x="4008" y="4229"/>
                  <a:pt x="4042" y="4040"/>
                </a:cubicBezTo>
                <a:cubicBezTo>
                  <a:pt x="4230" y="4005"/>
                  <a:pt x="4416" y="3963"/>
                  <a:pt x="4604" y="3904"/>
                </a:cubicBezTo>
                <a:cubicBezTo>
                  <a:pt x="5115" y="3737"/>
                  <a:pt x="5626" y="3514"/>
                  <a:pt x="6138" y="3070"/>
                </a:cubicBezTo>
                <a:cubicBezTo>
                  <a:pt x="5626" y="2625"/>
                  <a:pt x="5115" y="2402"/>
                  <a:pt x="4604" y="2235"/>
                </a:cubicBezTo>
                <a:cubicBezTo>
                  <a:pt x="4416" y="2176"/>
                  <a:pt x="4228" y="2133"/>
                  <a:pt x="4040" y="2099"/>
                </a:cubicBezTo>
                <a:cubicBezTo>
                  <a:pt x="4005" y="1910"/>
                  <a:pt x="3963" y="1723"/>
                  <a:pt x="3904" y="1535"/>
                </a:cubicBezTo>
                <a:cubicBezTo>
                  <a:pt x="3738" y="1024"/>
                  <a:pt x="3514" y="513"/>
                  <a:pt x="306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4"/>
          <p:cNvSpPr/>
          <p:nvPr/>
        </p:nvSpPr>
        <p:spPr>
          <a:xfrm rot="9899885">
            <a:off x="3672803" y="4709966"/>
            <a:ext cx="82005" cy="82047"/>
          </a:xfrm>
          <a:custGeom>
            <a:avLst/>
            <a:gdLst/>
            <a:ahLst/>
            <a:cxnLst/>
            <a:rect l="l" t="t" r="r" b="b"/>
            <a:pathLst>
              <a:path w="2835" h="2836" extrusionOk="0">
                <a:moveTo>
                  <a:pt x="1417" y="0"/>
                </a:moveTo>
                <a:cubicBezTo>
                  <a:pt x="635" y="0"/>
                  <a:pt x="0" y="635"/>
                  <a:pt x="0" y="1418"/>
                </a:cubicBezTo>
                <a:cubicBezTo>
                  <a:pt x="0" y="2200"/>
                  <a:pt x="635" y="2835"/>
                  <a:pt x="1417" y="2835"/>
                </a:cubicBezTo>
                <a:cubicBezTo>
                  <a:pt x="2200" y="2835"/>
                  <a:pt x="2835" y="2200"/>
                  <a:pt x="2835" y="1418"/>
                </a:cubicBezTo>
                <a:cubicBezTo>
                  <a:pt x="2835" y="635"/>
                  <a:pt x="2201" y="0"/>
                  <a:pt x="141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4"/>
          <p:cNvSpPr/>
          <p:nvPr/>
        </p:nvSpPr>
        <p:spPr>
          <a:xfrm rot="2260645">
            <a:off x="472042" y="3189620"/>
            <a:ext cx="112800" cy="112818"/>
          </a:xfrm>
          <a:custGeom>
            <a:avLst/>
            <a:gdLst/>
            <a:ahLst/>
            <a:cxnLst/>
            <a:rect l="l" t="t" r="r" b="b"/>
            <a:pathLst>
              <a:path w="6138" h="6139" extrusionOk="0">
                <a:moveTo>
                  <a:pt x="3069" y="0"/>
                </a:moveTo>
                <a:cubicBezTo>
                  <a:pt x="2625" y="513"/>
                  <a:pt x="2402" y="1024"/>
                  <a:pt x="2235" y="1535"/>
                </a:cubicBezTo>
                <a:cubicBezTo>
                  <a:pt x="2177" y="1722"/>
                  <a:pt x="2134" y="1909"/>
                  <a:pt x="2099" y="2097"/>
                </a:cubicBezTo>
                <a:cubicBezTo>
                  <a:pt x="1912" y="2131"/>
                  <a:pt x="1723" y="2173"/>
                  <a:pt x="1536" y="2233"/>
                </a:cubicBezTo>
                <a:cubicBezTo>
                  <a:pt x="1023" y="2398"/>
                  <a:pt x="512" y="2623"/>
                  <a:pt x="1" y="3070"/>
                </a:cubicBezTo>
                <a:cubicBezTo>
                  <a:pt x="512" y="3517"/>
                  <a:pt x="1023" y="3740"/>
                  <a:pt x="1536" y="3907"/>
                </a:cubicBezTo>
                <a:cubicBezTo>
                  <a:pt x="1722" y="3966"/>
                  <a:pt x="1909" y="4008"/>
                  <a:pt x="2096" y="4042"/>
                </a:cubicBezTo>
                <a:cubicBezTo>
                  <a:pt x="2132" y="4230"/>
                  <a:pt x="2173" y="4417"/>
                  <a:pt x="2232" y="4604"/>
                </a:cubicBezTo>
                <a:cubicBezTo>
                  <a:pt x="2399" y="5115"/>
                  <a:pt x="2622" y="5627"/>
                  <a:pt x="3069" y="6138"/>
                </a:cubicBezTo>
                <a:cubicBezTo>
                  <a:pt x="3517" y="5627"/>
                  <a:pt x="3741" y="5115"/>
                  <a:pt x="3906" y="4604"/>
                </a:cubicBezTo>
                <a:cubicBezTo>
                  <a:pt x="3966" y="4416"/>
                  <a:pt x="4008" y="4229"/>
                  <a:pt x="4042" y="4040"/>
                </a:cubicBezTo>
                <a:cubicBezTo>
                  <a:pt x="4230" y="4005"/>
                  <a:pt x="4416" y="3963"/>
                  <a:pt x="4604" y="3904"/>
                </a:cubicBezTo>
                <a:cubicBezTo>
                  <a:pt x="5115" y="3737"/>
                  <a:pt x="5626" y="3514"/>
                  <a:pt x="6138" y="3070"/>
                </a:cubicBezTo>
                <a:cubicBezTo>
                  <a:pt x="5626" y="2625"/>
                  <a:pt x="5115" y="2402"/>
                  <a:pt x="4604" y="2235"/>
                </a:cubicBezTo>
                <a:cubicBezTo>
                  <a:pt x="4416" y="2176"/>
                  <a:pt x="4228" y="2133"/>
                  <a:pt x="4040" y="2099"/>
                </a:cubicBezTo>
                <a:cubicBezTo>
                  <a:pt x="4005" y="1910"/>
                  <a:pt x="3963" y="1723"/>
                  <a:pt x="3904" y="1535"/>
                </a:cubicBezTo>
                <a:cubicBezTo>
                  <a:pt x="3738" y="1024"/>
                  <a:pt x="3514" y="513"/>
                  <a:pt x="306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4"/>
          <p:cNvSpPr/>
          <p:nvPr/>
        </p:nvSpPr>
        <p:spPr>
          <a:xfrm rot="-899962">
            <a:off x="8719035" y="2475961"/>
            <a:ext cx="112799" cy="112855"/>
          </a:xfrm>
          <a:custGeom>
            <a:avLst/>
            <a:gdLst/>
            <a:ahLst/>
            <a:cxnLst/>
            <a:rect l="l" t="t" r="r" b="b"/>
            <a:pathLst>
              <a:path w="2835" h="2836" extrusionOk="0">
                <a:moveTo>
                  <a:pt x="1417" y="0"/>
                </a:moveTo>
                <a:cubicBezTo>
                  <a:pt x="635" y="0"/>
                  <a:pt x="0" y="635"/>
                  <a:pt x="0" y="1418"/>
                </a:cubicBezTo>
                <a:cubicBezTo>
                  <a:pt x="0" y="2200"/>
                  <a:pt x="635" y="2835"/>
                  <a:pt x="1417" y="2835"/>
                </a:cubicBezTo>
                <a:cubicBezTo>
                  <a:pt x="2200" y="2835"/>
                  <a:pt x="2835" y="2200"/>
                  <a:pt x="2835" y="1418"/>
                </a:cubicBezTo>
                <a:cubicBezTo>
                  <a:pt x="2835" y="635"/>
                  <a:pt x="2201" y="0"/>
                  <a:pt x="141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4"/>
          <p:cNvSpPr/>
          <p:nvPr/>
        </p:nvSpPr>
        <p:spPr>
          <a:xfrm rot="10800000">
            <a:off x="8599726" y="3715647"/>
            <a:ext cx="112801" cy="112819"/>
          </a:xfrm>
          <a:custGeom>
            <a:avLst/>
            <a:gdLst/>
            <a:ahLst/>
            <a:cxnLst/>
            <a:rect l="l" t="t" r="r" b="b"/>
            <a:pathLst>
              <a:path w="6138" h="6139" extrusionOk="0">
                <a:moveTo>
                  <a:pt x="3069" y="0"/>
                </a:moveTo>
                <a:cubicBezTo>
                  <a:pt x="2625" y="513"/>
                  <a:pt x="2402" y="1024"/>
                  <a:pt x="2235" y="1535"/>
                </a:cubicBezTo>
                <a:cubicBezTo>
                  <a:pt x="2177" y="1722"/>
                  <a:pt x="2134" y="1909"/>
                  <a:pt x="2099" y="2097"/>
                </a:cubicBezTo>
                <a:cubicBezTo>
                  <a:pt x="1912" y="2131"/>
                  <a:pt x="1723" y="2173"/>
                  <a:pt x="1536" y="2233"/>
                </a:cubicBezTo>
                <a:cubicBezTo>
                  <a:pt x="1023" y="2398"/>
                  <a:pt x="512" y="2623"/>
                  <a:pt x="1" y="3070"/>
                </a:cubicBezTo>
                <a:cubicBezTo>
                  <a:pt x="512" y="3517"/>
                  <a:pt x="1023" y="3740"/>
                  <a:pt x="1536" y="3907"/>
                </a:cubicBezTo>
                <a:cubicBezTo>
                  <a:pt x="1722" y="3966"/>
                  <a:pt x="1909" y="4008"/>
                  <a:pt x="2096" y="4042"/>
                </a:cubicBezTo>
                <a:cubicBezTo>
                  <a:pt x="2132" y="4230"/>
                  <a:pt x="2173" y="4417"/>
                  <a:pt x="2232" y="4604"/>
                </a:cubicBezTo>
                <a:cubicBezTo>
                  <a:pt x="2399" y="5115"/>
                  <a:pt x="2622" y="5627"/>
                  <a:pt x="3069" y="6138"/>
                </a:cubicBezTo>
                <a:cubicBezTo>
                  <a:pt x="3517" y="5627"/>
                  <a:pt x="3741" y="5115"/>
                  <a:pt x="3906" y="4604"/>
                </a:cubicBezTo>
                <a:cubicBezTo>
                  <a:pt x="3966" y="4416"/>
                  <a:pt x="4008" y="4229"/>
                  <a:pt x="4042" y="4040"/>
                </a:cubicBezTo>
                <a:cubicBezTo>
                  <a:pt x="4230" y="4005"/>
                  <a:pt x="4416" y="3963"/>
                  <a:pt x="4604" y="3904"/>
                </a:cubicBezTo>
                <a:cubicBezTo>
                  <a:pt x="5115" y="3737"/>
                  <a:pt x="5626" y="3514"/>
                  <a:pt x="6138" y="3070"/>
                </a:cubicBezTo>
                <a:cubicBezTo>
                  <a:pt x="5626" y="2625"/>
                  <a:pt x="5115" y="2402"/>
                  <a:pt x="4604" y="2235"/>
                </a:cubicBezTo>
                <a:cubicBezTo>
                  <a:pt x="4416" y="2176"/>
                  <a:pt x="4228" y="2133"/>
                  <a:pt x="4040" y="2099"/>
                </a:cubicBezTo>
                <a:cubicBezTo>
                  <a:pt x="4005" y="1910"/>
                  <a:pt x="3963" y="1723"/>
                  <a:pt x="3904" y="1535"/>
                </a:cubicBezTo>
                <a:cubicBezTo>
                  <a:pt x="3738" y="1024"/>
                  <a:pt x="3514" y="513"/>
                  <a:pt x="306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4"/>
          <p:cNvSpPr/>
          <p:nvPr/>
        </p:nvSpPr>
        <p:spPr>
          <a:xfrm rot="-900115">
            <a:off x="8615120" y="795236"/>
            <a:ext cx="82005" cy="82047"/>
          </a:xfrm>
          <a:custGeom>
            <a:avLst/>
            <a:gdLst/>
            <a:ahLst/>
            <a:cxnLst/>
            <a:rect l="l" t="t" r="r" b="b"/>
            <a:pathLst>
              <a:path w="2835" h="2836" extrusionOk="0">
                <a:moveTo>
                  <a:pt x="1417" y="0"/>
                </a:moveTo>
                <a:cubicBezTo>
                  <a:pt x="635" y="0"/>
                  <a:pt x="0" y="635"/>
                  <a:pt x="0" y="1418"/>
                </a:cubicBezTo>
                <a:cubicBezTo>
                  <a:pt x="0" y="2200"/>
                  <a:pt x="635" y="2835"/>
                  <a:pt x="1417" y="2835"/>
                </a:cubicBezTo>
                <a:cubicBezTo>
                  <a:pt x="2200" y="2835"/>
                  <a:pt x="2835" y="2200"/>
                  <a:pt x="2835" y="1418"/>
                </a:cubicBezTo>
                <a:cubicBezTo>
                  <a:pt x="2835" y="635"/>
                  <a:pt x="2201" y="0"/>
                  <a:pt x="141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7"/>
          <p:cNvGrpSpPr/>
          <p:nvPr/>
        </p:nvGrpSpPr>
        <p:grpSpPr>
          <a:xfrm>
            <a:off x="311036" y="279900"/>
            <a:ext cx="8496698" cy="4620823"/>
            <a:chOff x="311036" y="279900"/>
            <a:chExt cx="8496698" cy="4620823"/>
          </a:xfrm>
        </p:grpSpPr>
        <p:sp>
          <p:nvSpPr>
            <p:cNvPr id="134" name="Google Shape;134;p7"/>
            <p:cNvSpPr/>
            <p:nvPr/>
          </p:nvSpPr>
          <p:spPr>
            <a:xfrm>
              <a:off x="311814" y="4642854"/>
              <a:ext cx="8495531" cy="257869"/>
            </a:xfrm>
            <a:custGeom>
              <a:avLst/>
              <a:gdLst/>
              <a:ahLst/>
              <a:cxnLst/>
              <a:rect l="l" t="t" r="r" b="b"/>
              <a:pathLst>
                <a:path w="262046" h="7954" extrusionOk="0">
                  <a:moveTo>
                    <a:pt x="1739" y="1"/>
                  </a:moveTo>
                  <a:lnTo>
                    <a:pt x="1727" y="239"/>
                  </a:lnTo>
                  <a:lnTo>
                    <a:pt x="798" y="941"/>
                  </a:lnTo>
                  <a:lnTo>
                    <a:pt x="1" y="1453"/>
                  </a:lnTo>
                  <a:lnTo>
                    <a:pt x="1" y="2465"/>
                  </a:lnTo>
                  <a:lnTo>
                    <a:pt x="1917" y="2394"/>
                  </a:lnTo>
                  <a:lnTo>
                    <a:pt x="3870" y="2346"/>
                  </a:lnTo>
                  <a:lnTo>
                    <a:pt x="5823" y="2560"/>
                  </a:lnTo>
                  <a:lnTo>
                    <a:pt x="7728" y="2596"/>
                  </a:lnTo>
                  <a:lnTo>
                    <a:pt x="9323" y="2941"/>
                  </a:lnTo>
                  <a:lnTo>
                    <a:pt x="11097" y="3180"/>
                  </a:lnTo>
                  <a:lnTo>
                    <a:pt x="12645" y="3608"/>
                  </a:lnTo>
                  <a:lnTo>
                    <a:pt x="14181" y="4061"/>
                  </a:lnTo>
                  <a:lnTo>
                    <a:pt x="16229" y="4037"/>
                  </a:lnTo>
                  <a:lnTo>
                    <a:pt x="17919" y="4346"/>
                  </a:lnTo>
                  <a:lnTo>
                    <a:pt x="19574" y="4692"/>
                  </a:lnTo>
                  <a:lnTo>
                    <a:pt x="20884" y="5358"/>
                  </a:lnTo>
                  <a:lnTo>
                    <a:pt x="22587" y="5739"/>
                  </a:lnTo>
                  <a:lnTo>
                    <a:pt x="24456" y="5418"/>
                  </a:lnTo>
                  <a:lnTo>
                    <a:pt x="26230" y="5513"/>
                  </a:lnTo>
                  <a:lnTo>
                    <a:pt x="28004" y="5716"/>
                  </a:lnTo>
                  <a:lnTo>
                    <a:pt x="29742" y="5668"/>
                  </a:lnTo>
                  <a:lnTo>
                    <a:pt x="31564" y="5835"/>
                  </a:lnTo>
                  <a:lnTo>
                    <a:pt x="33469" y="5930"/>
                  </a:lnTo>
                  <a:lnTo>
                    <a:pt x="35041" y="6442"/>
                  </a:lnTo>
                  <a:lnTo>
                    <a:pt x="36779" y="6763"/>
                  </a:lnTo>
                  <a:lnTo>
                    <a:pt x="38565" y="7013"/>
                  </a:lnTo>
                  <a:lnTo>
                    <a:pt x="40446" y="7156"/>
                  </a:lnTo>
                  <a:lnTo>
                    <a:pt x="42351" y="7263"/>
                  </a:lnTo>
                  <a:lnTo>
                    <a:pt x="43982" y="7692"/>
                  </a:lnTo>
                  <a:lnTo>
                    <a:pt x="45744" y="7609"/>
                  </a:lnTo>
                  <a:lnTo>
                    <a:pt x="47518" y="7502"/>
                  </a:lnTo>
                  <a:lnTo>
                    <a:pt x="49292" y="7728"/>
                  </a:lnTo>
                  <a:lnTo>
                    <a:pt x="51066" y="7918"/>
                  </a:lnTo>
                  <a:lnTo>
                    <a:pt x="52840" y="7597"/>
                  </a:lnTo>
                  <a:lnTo>
                    <a:pt x="54543" y="7502"/>
                  </a:lnTo>
                  <a:lnTo>
                    <a:pt x="56424" y="7716"/>
                  </a:lnTo>
                  <a:lnTo>
                    <a:pt x="57913" y="7251"/>
                  </a:lnTo>
                  <a:lnTo>
                    <a:pt x="59651" y="7168"/>
                  </a:lnTo>
                  <a:lnTo>
                    <a:pt x="61211" y="6811"/>
                  </a:lnTo>
                  <a:lnTo>
                    <a:pt x="62818" y="6537"/>
                  </a:lnTo>
                  <a:lnTo>
                    <a:pt x="64532" y="6406"/>
                  </a:lnTo>
                  <a:lnTo>
                    <a:pt x="66152" y="6132"/>
                  </a:lnTo>
                  <a:lnTo>
                    <a:pt x="67878" y="6013"/>
                  </a:lnTo>
                  <a:lnTo>
                    <a:pt x="69414" y="5620"/>
                  </a:lnTo>
                  <a:lnTo>
                    <a:pt x="71033" y="5346"/>
                  </a:lnTo>
                  <a:lnTo>
                    <a:pt x="72950" y="5501"/>
                  </a:lnTo>
                  <a:lnTo>
                    <a:pt x="74474" y="5204"/>
                  </a:lnTo>
                  <a:lnTo>
                    <a:pt x="76248" y="5466"/>
                  </a:lnTo>
                  <a:lnTo>
                    <a:pt x="77796" y="5989"/>
                  </a:lnTo>
                  <a:lnTo>
                    <a:pt x="79427" y="6430"/>
                  </a:lnTo>
                  <a:lnTo>
                    <a:pt x="81594" y="6430"/>
                  </a:lnTo>
                  <a:lnTo>
                    <a:pt x="83166" y="6930"/>
                  </a:lnTo>
                  <a:lnTo>
                    <a:pt x="84773" y="7406"/>
                  </a:lnTo>
                  <a:lnTo>
                    <a:pt x="86571" y="7716"/>
                  </a:lnTo>
                  <a:lnTo>
                    <a:pt x="88369" y="7561"/>
                  </a:lnTo>
                  <a:lnTo>
                    <a:pt x="90155" y="7537"/>
                  </a:lnTo>
                  <a:lnTo>
                    <a:pt x="91953" y="7668"/>
                  </a:lnTo>
                  <a:lnTo>
                    <a:pt x="93750" y="7883"/>
                  </a:lnTo>
                  <a:lnTo>
                    <a:pt x="95548" y="7871"/>
                  </a:lnTo>
                  <a:lnTo>
                    <a:pt x="97346" y="7704"/>
                  </a:lnTo>
                  <a:lnTo>
                    <a:pt x="99132" y="7847"/>
                  </a:lnTo>
                  <a:lnTo>
                    <a:pt x="100930" y="7942"/>
                  </a:lnTo>
                  <a:lnTo>
                    <a:pt x="102728" y="7644"/>
                  </a:lnTo>
                  <a:lnTo>
                    <a:pt x="104526" y="7763"/>
                  </a:lnTo>
                  <a:lnTo>
                    <a:pt x="106335" y="7573"/>
                  </a:lnTo>
                  <a:lnTo>
                    <a:pt x="108133" y="7763"/>
                  </a:lnTo>
                  <a:lnTo>
                    <a:pt x="109931" y="7644"/>
                  </a:lnTo>
                  <a:lnTo>
                    <a:pt x="111729" y="7918"/>
                  </a:lnTo>
                  <a:lnTo>
                    <a:pt x="113550" y="7752"/>
                  </a:lnTo>
                  <a:lnTo>
                    <a:pt x="115253" y="7442"/>
                  </a:lnTo>
                  <a:lnTo>
                    <a:pt x="117134" y="7561"/>
                  </a:lnTo>
                  <a:lnTo>
                    <a:pt x="118765" y="7073"/>
                  </a:lnTo>
                  <a:lnTo>
                    <a:pt x="120599" y="7073"/>
                  </a:lnTo>
                  <a:lnTo>
                    <a:pt x="122337" y="6859"/>
                  </a:lnTo>
                  <a:lnTo>
                    <a:pt x="124266" y="7061"/>
                  </a:lnTo>
                  <a:lnTo>
                    <a:pt x="125969" y="6751"/>
                  </a:lnTo>
                  <a:lnTo>
                    <a:pt x="127767" y="6668"/>
                  </a:lnTo>
                  <a:lnTo>
                    <a:pt x="129410" y="6228"/>
                  </a:lnTo>
                  <a:lnTo>
                    <a:pt x="131172" y="6061"/>
                  </a:lnTo>
                  <a:lnTo>
                    <a:pt x="132958" y="5930"/>
                  </a:lnTo>
                  <a:lnTo>
                    <a:pt x="134755" y="5858"/>
                  </a:lnTo>
                  <a:lnTo>
                    <a:pt x="136494" y="5620"/>
                  </a:lnTo>
                  <a:lnTo>
                    <a:pt x="138339" y="5644"/>
                  </a:lnTo>
                  <a:lnTo>
                    <a:pt x="140220" y="5739"/>
                  </a:lnTo>
                  <a:lnTo>
                    <a:pt x="141959" y="5513"/>
                  </a:lnTo>
                  <a:lnTo>
                    <a:pt x="143626" y="5096"/>
                  </a:lnTo>
                  <a:lnTo>
                    <a:pt x="145519" y="4966"/>
                  </a:lnTo>
                  <a:lnTo>
                    <a:pt x="147031" y="5608"/>
                  </a:lnTo>
                  <a:lnTo>
                    <a:pt x="148781" y="5870"/>
                  </a:lnTo>
                  <a:lnTo>
                    <a:pt x="150615" y="6049"/>
                  </a:lnTo>
                  <a:lnTo>
                    <a:pt x="152543" y="6120"/>
                  </a:lnTo>
                  <a:lnTo>
                    <a:pt x="154175" y="6537"/>
                  </a:lnTo>
                  <a:lnTo>
                    <a:pt x="155877" y="6859"/>
                  </a:lnTo>
                  <a:lnTo>
                    <a:pt x="157461" y="7323"/>
                  </a:lnTo>
                  <a:lnTo>
                    <a:pt x="159270" y="7537"/>
                  </a:lnTo>
                  <a:lnTo>
                    <a:pt x="161104" y="7537"/>
                  </a:lnTo>
                  <a:lnTo>
                    <a:pt x="162914" y="7680"/>
                  </a:lnTo>
                  <a:lnTo>
                    <a:pt x="164521" y="7394"/>
                  </a:lnTo>
                  <a:lnTo>
                    <a:pt x="166140" y="7121"/>
                  </a:lnTo>
                  <a:lnTo>
                    <a:pt x="167760" y="6847"/>
                  </a:lnTo>
                  <a:lnTo>
                    <a:pt x="169224" y="6394"/>
                  </a:lnTo>
                  <a:lnTo>
                    <a:pt x="170784" y="6049"/>
                  </a:lnTo>
                  <a:lnTo>
                    <a:pt x="172653" y="6073"/>
                  </a:lnTo>
                  <a:lnTo>
                    <a:pt x="174272" y="5787"/>
                  </a:lnTo>
                  <a:lnTo>
                    <a:pt x="175892" y="5501"/>
                  </a:lnTo>
                  <a:lnTo>
                    <a:pt x="177439" y="5144"/>
                  </a:lnTo>
                  <a:lnTo>
                    <a:pt x="179249" y="5108"/>
                  </a:lnTo>
                  <a:lnTo>
                    <a:pt x="181071" y="4977"/>
                  </a:lnTo>
                  <a:lnTo>
                    <a:pt x="182892" y="5204"/>
                  </a:lnTo>
                  <a:lnTo>
                    <a:pt x="184714" y="5061"/>
                  </a:lnTo>
                  <a:lnTo>
                    <a:pt x="186548" y="5335"/>
                  </a:lnTo>
                  <a:lnTo>
                    <a:pt x="188369" y="5239"/>
                  </a:lnTo>
                  <a:lnTo>
                    <a:pt x="190203" y="5287"/>
                  </a:lnTo>
                  <a:lnTo>
                    <a:pt x="192013" y="5204"/>
                  </a:lnTo>
                  <a:lnTo>
                    <a:pt x="193822" y="4942"/>
                  </a:lnTo>
                  <a:lnTo>
                    <a:pt x="195632" y="5144"/>
                  </a:lnTo>
                  <a:lnTo>
                    <a:pt x="197442" y="4918"/>
                  </a:lnTo>
                  <a:lnTo>
                    <a:pt x="199264" y="4906"/>
                  </a:lnTo>
                  <a:lnTo>
                    <a:pt x="201073" y="5156"/>
                  </a:lnTo>
                  <a:lnTo>
                    <a:pt x="202895" y="5085"/>
                  </a:lnTo>
                  <a:lnTo>
                    <a:pt x="204705" y="4906"/>
                  </a:lnTo>
                  <a:lnTo>
                    <a:pt x="206550" y="5061"/>
                  </a:lnTo>
                  <a:lnTo>
                    <a:pt x="208241" y="5263"/>
                  </a:lnTo>
                  <a:lnTo>
                    <a:pt x="209848" y="5513"/>
                  </a:lnTo>
                  <a:lnTo>
                    <a:pt x="211420" y="5811"/>
                  </a:lnTo>
                  <a:lnTo>
                    <a:pt x="212896" y="6204"/>
                  </a:lnTo>
                  <a:lnTo>
                    <a:pt x="214230" y="6740"/>
                  </a:lnTo>
                  <a:lnTo>
                    <a:pt x="216182" y="6656"/>
                  </a:lnTo>
                  <a:lnTo>
                    <a:pt x="217444" y="7263"/>
                  </a:lnTo>
                  <a:lnTo>
                    <a:pt x="218933" y="7644"/>
                  </a:lnTo>
                  <a:lnTo>
                    <a:pt x="220802" y="7549"/>
                  </a:lnTo>
                  <a:lnTo>
                    <a:pt x="222528" y="7787"/>
                  </a:lnTo>
                  <a:lnTo>
                    <a:pt x="224350" y="7740"/>
                  </a:lnTo>
                  <a:lnTo>
                    <a:pt x="226160" y="7716"/>
                  </a:lnTo>
                  <a:lnTo>
                    <a:pt x="227970" y="7692"/>
                  </a:lnTo>
                  <a:lnTo>
                    <a:pt x="229779" y="7585"/>
                  </a:lnTo>
                  <a:lnTo>
                    <a:pt x="231601" y="7811"/>
                  </a:lnTo>
                  <a:lnTo>
                    <a:pt x="233411" y="7668"/>
                  </a:lnTo>
                  <a:lnTo>
                    <a:pt x="235232" y="7954"/>
                  </a:lnTo>
                  <a:lnTo>
                    <a:pt x="237042" y="7609"/>
                  </a:lnTo>
                  <a:lnTo>
                    <a:pt x="238804" y="7549"/>
                  </a:lnTo>
                  <a:lnTo>
                    <a:pt x="240626" y="7573"/>
                  </a:lnTo>
                  <a:lnTo>
                    <a:pt x="242352" y="7263"/>
                  </a:lnTo>
                  <a:lnTo>
                    <a:pt x="244186" y="7371"/>
                  </a:lnTo>
                  <a:lnTo>
                    <a:pt x="246007" y="7454"/>
                  </a:lnTo>
                  <a:lnTo>
                    <a:pt x="247817" y="7466"/>
                  </a:lnTo>
                  <a:lnTo>
                    <a:pt x="249520" y="7037"/>
                  </a:lnTo>
                  <a:lnTo>
                    <a:pt x="251365" y="7180"/>
                  </a:lnTo>
                  <a:lnTo>
                    <a:pt x="253139" y="7061"/>
                  </a:lnTo>
                  <a:lnTo>
                    <a:pt x="254842" y="7263"/>
                  </a:lnTo>
                  <a:lnTo>
                    <a:pt x="256652" y="7204"/>
                  </a:lnTo>
                  <a:lnTo>
                    <a:pt x="258414" y="7263"/>
                  </a:lnTo>
                  <a:lnTo>
                    <a:pt x="260093" y="7597"/>
                  </a:lnTo>
                  <a:lnTo>
                    <a:pt x="262045" y="7621"/>
                  </a:lnTo>
                  <a:lnTo>
                    <a:pt x="261890" y="6632"/>
                  </a:lnTo>
                  <a:lnTo>
                    <a:pt x="261676" y="6001"/>
                  </a:lnTo>
                  <a:lnTo>
                    <a:pt x="261581" y="5227"/>
                  </a:lnTo>
                  <a:lnTo>
                    <a:pt x="260938" y="4477"/>
                  </a:lnTo>
                  <a:lnTo>
                    <a:pt x="260438" y="3727"/>
                  </a:lnTo>
                  <a:lnTo>
                    <a:pt x="260104" y="2965"/>
                  </a:lnTo>
                  <a:lnTo>
                    <a:pt x="260045" y="2191"/>
                  </a:lnTo>
                  <a:lnTo>
                    <a:pt x="260533" y="1382"/>
                  </a:lnTo>
                  <a:lnTo>
                    <a:pt x="259747" y="644"/>
                  </a:lnTo>
                  <a:lnTo>
                    <a:pt x="2593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7"/>
            <p:cNvSpPr/>
            <p:nvPr/>
          </p:nvSpPr>
          <p:spPr>
            <a:xfrm>
              <a:off x="311036" y="279900"/>
              <a:ext cx="8496698" cy="4577996"/>
            </a:xfrm>
            <a:custGeom>
              <a:avLst/>
              <a:gdLst/>
              <a:ahLst/>
              <a:cxnLst/>
              <a:rect l="l" t="t" r="r" b="b"/>
              <a:pathLst>
                <a:path w="262082" h="141209" extrusionOk="0">
                  <a:moveTo>
                    <a:pt x="262069" y="12"/>
                  </a:moveTo>
                  <a:lnTo>
                    <a:pt x="256961" y="12"/>
                  </a:lnTo>
                  <a:lnTo>
                    <a:pt x="256961" y="2227"/>
                  </a:lnTo>
                  <a:cubicBezTo>
                    <a:pt x="258045" y="2822"/>
                    <a:pt x="258783" y="3989"/>
                    <a:pt x="258783" y="5323"/>
                  </a:cubicBezTo>
                  <a:cubicBezTo>
                    <a:pt x="258783" y="7263"/>
                    <a:pt x="257211" y="8847"/>
                    <a:pt x="255259" y="8847"/>
                  </a:cubicBezTo>
                  <a:cubicBezTo>
                    <a:pt x="253306" y="8847"/>
                    <a:pt x="251723" y="7263"/>
                    <a:pt x="251723" y="5323"/>
                  </a:cubicBezTo>
                  <a:cubicBezTo>
                    <a:pt x="251723" y="3989"/>
                    <a:pt x="252473" y="2822"/>
                    <a:pt x="253556" y="2227"/>
                  </a:cubicBezTo>
                  <a:lnTo>
                    <a:pt x="253556" y="12"/>
                  </a:lnTo>
                  <a:lnTo>
                    <a:pt x="245258" y="12"/>
                  </a:lnTo>
                  <a:lnTo>
                    <a:pt x="245258" y="2227"/>
                  </a:lnTo>
                  <a:cubicBezTo>
                    <a:pt x="246353" y="2822"/>
                    <a:pt x="247091" y="3989"/>
                    <a:pt x="247091" y="5323"/>
                  </a:cubicBezTo>
                  <a:cubicBezTo>
                    <a:pt x="247091" y="7263"/>
                    <a:pt x="245508" y="8847"/>
                    <a:pt x="243555" y="8847"/>
                  </a:cubicBezTo>
                  <a:cubicBezTo>
                    <a:pt x="241602" y="8847"/>
                    <a:pt x="240031" y="7263"/>
                    <a:pt x="240031" y="5323"/>
                  </a:cubicBezTo>
                  <a:cubicBezTo>
                    <a:pt x="240031" y="3989"/>
                    <a:pt x="240769" y="2822"/>
                    <a:pt x="241852" y="2227"/>
                  </a:cubicBezTo>
                  <a:lnTo>
                    <a:pt x="241852" y="12"/>
                  </a:lnTo>
                  <a:lnTo>
                    <a:pt x="233554" y="12"/>
                  </a:lnTo>
                  <a:lnTo>
                    <a:pt x="233554" y="2227"/>
                  </a:lnTo>
                  <a:cubicBezTo>
                    <a:pt x="234649" y="2822"/>
                    <a:pt x="235387" y="3989"/>
                    <a:pt x="235387" y="5323"/>
                  </a:cubicBezTo>
                  <a:cubicBezTo>
                    <a:pt x="235387" y="7263"/>
                    <a:pt x="233804" y="8847"/>
                    <a:pt x="231851" y="8847"/>
                  </a:cubicBezTo>
                  <a:cubicBezTo>
                    <a:pt x="229910" y="8847"/>
                    <a:pt x="228327" y="7263"/>
                    <a:pt x="228327" y="5323"/>
                  </a:cubicBezTo>
                  <a:cubicBezTo>
                    <a:pt x="228327" y="3989"/>
                    <a:pt x="229065" y="2822"/>
                    <a:pt x="230160" y="2227"/>
                  </a:cubicBezTo>
                  <a:lnTo>
                    <a:pt x="230160" y="12"/>
                  </a:lnTo>
                  <a:lnTo>
                    <a:pt x="221850" y="12"/>
                  </a:lnTo>
                  <a:lnTo>
                    <a:pt x="221850" y="2227"/>
                  </a:lnTo>
                  <a:cubicBezTo>
                    <a:pt x="222945" y="2822"/>
                    <a:pt x="223683" y="3989"/>
                    <a:pt x="223683" y="5323"/>
                  </a:cubicBezTo>
                  <a:cubicBezTo>
                    <a:pt x="223683" y="7263"/>
                    <a:pt x="222100" y="8847"/>
                    <a:pt x="220159" y="8847"/>
                  </a:cubicBezTo>
                  <a:cubicBezTo>
                    <a:pt x="218207" y="8847"/>
                    <a:pt x="216623" y="7263"/>
                    <a:pt x="216623" y="5323"/>
                  </a:cubicBezTo>
                  <a:cubicBezTo>
                    <a:pt x="216623" y="3989"/>
                    <a:pt x="217361" y="2822"/>
                    <a:pt x="218457" y="2227"/>
                  </a:cubicBezTo>
                  <a:lnTo>
                    <a:pt x="218457" y="12"/>
                  </a:lnTo>
                  <a:lnTo>
                    <a:pt x="210158" y="12"/>
                  </a:lnTo>
                  <a:lnTo>
                    <a:pt x="210158" y="2227"/>
                  </a:lnTo>
                  <a:cubicBezTo>
                    <a:pt x="211241" y="2822"/>
                    <a:pt x="211980" y="3989"/>
                    <a:pt x="211980" y="5323"/>
                  </a:cubicBezTo>
                  <a:cubicBezTo>
                    <a:pt x="211980" y="7263"/>
                    <a:pt x="210408" y="8847"/>
                    <a:pt x="208455" y="8847"/>
                  </a:cubicBezTo>
                  <a:cubicBezTo>
                    <a:pt x="206503" y="8847"/>
                    <a:pt x="204919" y="7263"/>
                    <a:pt x="204919" y="5323"/>
                  </a:cubicBezTo>
                  <a:cubicBezTo>
                    <a:pt x="204919" y="3989"/>
                    <a:pt x="205657" y="2822"/>
                    <a:pt x="206753" y="2227"/>
                  </a:cubicBezTo>
                  <a:lnTo>
                    <a:pt x="206753" y="12"/>
                  </a:lnTo>
                  <a:lnTo>
                    <a:pt x="198454" y="12"/>
                  </a:lnTo>
                  <a:lnTo>
                    <a:pt x="198454" y="2227"/>
                  </a:lnTo>
                  <a:cubicBezTo>
                    <a:pt x="199538" y="2822"/>
                    <a:pt x="200288" y="3989"/>
                    <a:pt x="200288" y="5323"/>
                  </a:cubicBezTo>
                  <a:cubicBezTo>
                    <a:pt x="200288" y="7263"/>
                    <a:pt x="198704" y="8847"/>
                    <a:pt x="196752" y="8847"/>
                  </a:cubicBezTo>
                  <a:cubicBezTo>
                    <a:pt x="194799" y="8847"/>
                    <a:pt x="193227" y="7263"/>
                    <a:pt x="193227" y="5323"/>
                  </a:cubicBezTo>
                  <a:cubicBezTo>
                    <a:pt x="193227" y="3989"/>
                    <a:pt x="193965" y="2822"/>
                    <a:pt x="195049" y="2227"/>
                  </a:cubicBezTo>
                  <a:lnTo>
                    <a:pt x="195049" y="12"/>
                  </a:lnTo>
                  <a:lnTo>
                    <a:pt x="185810" y="12"/>
                  </a:lnTo>
                  <a:lnTo>
                    <a:pt x="185810" y="2227"/>
                  </a:lnTo>
                  <a:cubicBezTo>
                    <a:pt x="186893" y="2822"/>
                    <a:pt x="187631" y="3989"/>
                    <a:pt x="187631" y="5323"/>
                  </a:cubicBezTo>
                  <a:cubicBezTo>
                    <a:pt x="187631" y="7263"/>
                    <a:pt x="186060" y="8847"/>
                    <a:pt x="184107" y="8847"/>
                  </a:cubicBezTo>
                  <a:cubicBezTo>
                    <a:pt x="182154" y="8847"/>
                    <a:pt x="180571" y="7263"/>
                    <a:pt x="180571" y="5323"/>
                  </a:cubicBezTo>
                  <a:cubicBezTo>
                    <a:pt x="180571" y="3989"/>
                    <a:pt x="181309" y="2822"/>
                    <a:pt x="182404" y="2227"/>
                  </a:cubicBezTo>
                  <a:lnTo>
                    <a:pt x="182404" y="12"/>
                  </a:lnTo>
                  <a:lnTo>
                    <a:pt x="174106" y="12"/>
                  </a:lnTo>
                  <a:lnTo>
                    <a:pt x="174106" y="2227"/>
                  </a:lnTo>
                  <a:cubicBezTo>
                    <a:pt x="175189" y="2822"/>
                    <a:pt x="175939" y="3989"/>
                    <a:pt x="175939" y="5323"/>
                  </a:cubicBezTo>
                  <a:cubicBezTo>
                    <a:pt x="175939" y="7263"/>
                    <a:pt x="174356" y="8847"/>
                    <a:pt x="172403" y="8847"/>
                  </a:cubicBezTo>
                  <a:cubicBezTo>
                    <a:pt x="170451" y="8847"/>
                    <a:pt x="168879" y="7263"/>
                    <a:pt x="168879" y="5323"/>
                  </a:cubicBezTo>
                  <a:cubicBezTo>
                    <a:pt x="168879" y="3989"/>
                    <a:pt x="169617" y="2822"/>
                    <a:pt x="170701" y="2227"/>
                  </a:cubicBezTo>
                  <a:lnTo>
                    <a:pt x="170701" y="12"/>
                  </a:lnTo>
                  <a:lnTo>
                    <a:pt x="162402" y="12"/>
                  </a:lnTo>
                  <a:lnTo>
                    <a:pt x="162402" y="2227"/>
                  </a:lnTo>
                  <a:cubicBezTo>
                    <a:pt x="163497" y="2822"/>
                    <a:pt x="164236" y="3989"/>
                    <a:pt x="164236" y="5323"/>
                  </a:cubicBezTo>
                  <a:cubicBezTo>
                    <a:pt x="164236" y="7263"/>
                    <a:pt x="162652" y="8847"/>
                    <a:pt x="160699" y="8847"/>
                  </a:cubicBezTo>
                  <a:cubicBezTo>
                    <a:pt x="158759" y="8847"/>
                    <a:pt x="157175" y="7263"/>
                    <a:pt x="157175" y="5323"/>
                  </a:cubicBezTo>
                  <a:cubicBezTo>
                    <a:pt x="157175" y="3989"/>
                    <a:pt x="157913" y="2822"/>
                    <a:pt x="159009" y="2227"/>
                  </a:cubicBezTo>
                  <a:lnTo>
                    <a:pt x="159009" y="12"/>
                  </a:lnTo>
                  <a:lnTo>
                    <a:pt x="150698" y="12"/>
                  </a:lnTo>
                  <a:lnTo>
                    <a:pt x="150698" y="2227"/>
                  </a:lnTo>
                  <a:cubicBezTo>
                    <a:pt x="151794" y="2822"/>
                    <a:pt x="152532" y="3989"/>
                    <a:pt x="152532" y="5323"/>
                  </a:cubicBezTo>
                  <a:cubicBezTo>
                    <a:pt x="152532" y="7263"/>
                    <a:pt x="150948" y="8847"/>
                    <a:pt x="149007" y="8847"/>
                  </a:cubicBezTo>
                  <a:cubicBezTo>
                    <a:pt x="147055" y="8847"/>
                    <a:pt x="145471" y="7263"/>
                    <a:pt x="145471" y="5323"/>
                  </a:cubicBezTo>
                  <a:cubicBezTo>
                    <a:pt x="145471" y="3989"/>
                    <a:pt x="146209" y="2822"/>
                    <a:pt x="147305" y="2227"/>
                  </a:cubicBezTo>
                  <a:lnTo>
                    <a:pt x="147305" y="12"/>
                  </a:lnTo>
                  <a:lnTo>
                    <a:pt x="139006" y="12"/>
                  </a:lnTo>
                  <a:lnTo>
                    <a:pt x="139006" y="2227"/>
                  </a:lnTo>
                  <a:cubicBezTo>
                    <a:pt x="140090" y="2822"/>
                    <a:pt x="140828" y="3989"/>
                    <a:pt x="140828" y="5323"/>
                  </a:cubicBezTo>
                  <a:cubicBezTo>
                    <a:pt x="140828" y="7263"/>
                    <a:pt x="139256" y="8847"/>
                    <a:pt x="137304" y="8847"/>
                  </a:cubicBezTo>
                  <a:cubicBezTo>
                    <a:pt x="135351" y="8847"/>
                    <a:pt x="133767" y="7263"/>
                    <a:pt x="133767" y="5323"/>
                  </a:cubicBezTo>
                  <a:cubicBezTo>
                    <a:pt x="133767" y="3989"/>
                    <a:pt x="134506" y="2822"/>
                    <a:pt x="135601" y="2227"/>
                  </a:cubicBezTo>
                  <a:lnTo>
                    <a:pt x="135601" y="12"/>
                  </a:lnTo>
                  <a:lnTo>
                    <a:pt x="127302" y="12"/>
                  </a:lnTo>
                  <a:lnTo>
                    <a:pt x="127302" y="2227"/>
                  </a:lnTo>
                  <a:cubicBezTo>
                    <a:pt x="128386" y="2822"/>
                    <a:pt x="129136" y="3989"/>
                    <a:pt x="129136" y="5323"/>
                  </a:cubicBezTo>
                  <a:cubicBezTo>
                    <a:pt x="129136" y="7263"/>
                    <a:pt x="127552" y="8847"/>
                    <a:pt x="125600" y="8847"/>
                  </a:cubicBezTo>
                  <a:cubicBezTo>
                    <a:pt x="123647" y="8847"/>
                    <a:pt x="122076" y="7263"/>
                    <a:pt x="122076" y="5323"/>
                  </a:cubicBezTo>
                  <a:cubicBezTo>
                    <a:pt x="122076" y="3989"/>
                    <a:pt x="122814" y="2822"/>
                    <a:pt x="123897" y="2227"/>
                  </a:cubicBezTo>
                  <a:lnTo>
                    <a:pt x="123897" y="12"/>
                  </a:lnTo>
                  <a:lnTo>
                    <a:pt x="115599" y="12"/>
                  </a:lnTo>
                  <a:lnTo>
                    <a:pt x="115599" y="2227"/>
                  </a:lnTo>
                  <a:cubicBezTo>
                    <a:pt x="116694" y="2822"/>
                    <a:pt x="117432" y="3989"/>
                    <a:pt x="117432" y="5323"/>
                  </a:cubicBezTo>
                  <a:cubicBezTo>
                    <a:pt x="117432" y="7263"/>
                    <a:pt x="115849" y="8847"/>
                    <a:pt x="113896" y="8847"/>
                  </a:cubicBezTo>
                  <a:cubicBezTo>
                    <a:pt x="111955" y="8847"/>
                    <a:pt x="110372" y="7263"/>
                    <a:pt x="110372" y="5323"/>
                  </a:cubicBezTo>
                  <a:cubicBezTo>
                    <a:pt x="110372" y="3989"/>
                    <a:pt x="111110" y="2822"/>
                    <a:pt x="112205" y="2227"/>
                  </a:cubicBezTo>
                  <a:lnTo>
                    <a:pt x="112205" y="12"/>
                  </a:lnTo>
                  <a:lnTo>
                    <a:pt x="103895" y="12"/>
                  </a:lnTo>
                  <a:lnTo>
                    <a:pt x="103895" y="2227"/>
                  </a:lnTo>
                  <a:cubicBezTo>
                    <a:pt x="104990" y="2822"/>
                    <a:pt x="105728" y="3989"/>
                    <a:pt x="105728" y="5323"/>
                  </a:cubicBezTo>
                  <a:cubicBezTo>
                    <a:pt x="105728" y="7263"/>
                    <a:pt x="104145" y="8847"/>
                    <a:pt x="102204" y="8847"/>
                  </a:cubicBezTo>
                  <a:cubicBezTo>
                    <a:pt x="100632" y="8847"/>
                    <a:pt x="99311" y="7835"/>
                    <a:pt x="98846" y="6418"/>
                  </a:cubicBezTo>
                  <a:lnTo>
                    <a:pt x="98811" y="4323"/>
                  </a:lnTo>
                  <a:cubicBezTo>
                    <a:pt x="99073" y="3418"/>
                    <a:pt x="99692" y="2668"/>
                    <a:pt x="100501" y="2227"/>
                  </a:cubicBezTo>
                  <a:lnTo>
                    <a:pt x="100501" y="12"/>
                  </a:lnTo>
                  <a:lnTo>
                    <a:pt x="91953" y="12"/>
                  </a:lnTo>
                  <a:lnTo>
                    <a:pt x="91953" y="2227"/>
                  </a:lnTo>
                  <a:cubicBezTo>
                    <a:pt x="93048" y="2822"/>
                    <a:pt x="93786" y="3989"/>
                    <a:pt x="93786" y="5323"/>
                  </a:cubicBezTo>
                  <a:cubicBezTo>
                    <a:pt x="93786" y="7263"/>
                    <a:pt x="92203" y="8847"/>
                    <a:pt x="90250" y="8847"/>
                  </a:cubicBezTo>
                  <a:cubicBezTo>
                    <a:pt x="88309" y="8847"/>
                    <a:pt x="86726" y="7263"/>
                    <a:pt x="86726" y="5323"/>
                  </a:cubicBezTo>
                  <a:cubicBezTo>
                    <a:pt x="86726" y="3989"/>
                    <a:pt x="87464" y="2822"/>
                    <a:pt x="88559" y="2227"/>
                  </a:cubicBezTo>
                  <a:lnTo>
                    <a:pt x="88559" y="12"/>
                  </a:lnTo>
                  <a:lnTo>
                    <a:pt x="80249" y="12"/>
                  </a:lnTo>
                  <a:lnTo>
                    <a:pt x="80249" y="2227"/>
                  </a:lnTo>
                  <a:cubicBezTo>
                    <a:pt x="81344" y="2822"/>
                    <a:pt x="82082" y="3989"/>
                    <a:pt x="82082" y="5323"/>
                  </a:cubicBezTo>
                  <a:cubicBezTo>
                    <a:pt x="82082" y="7263"/>
                    <a:pt x="80499" y="8847"/>
                    <a:pt x="78558" y="8847"/>
                  </a:cubicBezTo>
                  <a:cubicBezTo>
                    <a:pt x="76606" y="8847"/>
                    <a:pt x="75022" y="7263"/>
                    <a:pt x="75022" y="5323"/>
                  </a:cubicBezTo>
                  <a:cubicBezTo>
                    <a:pt x="75022" y="3989"/>
                    <a:pt x="75760" y="2822"/>
                    <a:pt x="76856" y="2227"/>
                  </a:cubicBezTo>
                  <a:lnTo>
                    <a:pt x="76856" y="12"/>
                  </a:lnTo>
                  <a:lnTo>
                    <a:pt x="68557" y="12"/>
                  </a:lnTo>
                  <a:lnTo>
                    <a:pt x="68557" y="2227"/>
                  </a:lnTo>
                  <a:cubicBezTo>
                    <a:pt x="69640" y="2822"/>
                    <a:pt x="70379" y="3989"/>
                    <a:pt x="70379" y="5323"/>
                  </a:cubicBezTo>
                  <a:cubicBezTo>
                    <a:pt x="70379" y="7263"/>
                    <a:pt x="68807" y="8847"/>
                    <a:pt x="66854" y="8847"/>
                  </a:cubicBezTo>
                  <a:cubicBezTo>
                    <a:pt x="64902" y="8847"/>
                    <a:pt x="63318" y="7263"/>
                    <a:pt x="63318" y="5323"/>
                  </a:cubicBezTo>
                  <a:cubicBezTo>
                    <a:pt x="63318" y="3989"/>
                    <a:pt x="64068" y="2822"/>
                    <a:pt x="65152" y="2227"/>
                  </a:cubicBezTo>
                  <a:lnTo>
                    <a:pt x="65152" y="12"/>
                  </a:lnTo>
                  <a:lnTo>
                    <a:pt x="56853" y="12"/>
                  </a:lnTo>
                  <a:lnTo>
                    <a:pt x="56853" y="2227"/>
                  </a:lnTo>
                  <a:cubicBezTo>
                    <a:pt x="57948" y="2822"/>
                    <a:pt x="58687" y="3989"/>
                    <a:pt x="58687" y="5323"/>
                  </a:cubicBezTo>
                  <a:cubicBezTo>
                    <a:pt x="58687" y="7263"/>
                    <a:pt x="57103" y="8847"/>
                    <a:pt x="55150" y="8847"/>
                  </a:cubicBezTo>
                  <a:cubicBezTo>
                    <a:pt x="53198" y="8847"/>
                    <a:pt x="51626" y="7263"/>
                    <a:pt x="51626" y="5323"/>
                  </a:cubicBezTo>
                  <a:cubicBezTo>
                    <a:pt x="51626" y="3989"/>
                    <a:pt x="52364" y="2822"/>
                    <a:pt x="53448" y="2227"/>
                  </a:cubicBezTo>
                  <a:lnTo>
                    <a:pt x="53448" y="12"/>
                  </a:lnTo>
                  <a:lnTo>
                    <a:pt x="45149" y="12"/>
                  </a:lnTo>
                  <a:lnTo>
                    <a:pt x="45149" y="2227"/>
                  </a:lnTo>
                  <a:cubicBezTo>
                    <a:pt x="46245" y="2822"/>
                    <a:pt x="46983" y="3989"/>
                    <a:pt x="46983" y="5323"/>
                  </a:cubicBezTo>
                  <a:cubicBezTo>
                    <a:pt x="46983" y="7263"/>
                    <a:pt x="45399" y="8847"/>
                    <a:pt x="43447" y="8847"/>
                  </a:cubicBezTo>
                  <a:cubicBezTo>
                    <a:pt x="41506" y="8847"/>
                    <a:pt x="39922" y="7263"/>
                    <a:pt x="39922" y="5323"/>
                  </a:cubicBezTo>
                  <a:cubicBezTo>
                    <a:pt x="39922" y="3989"/>
                    <a:pt x="40661" y="2822"/>
                    <a:pt x="41756" y="2227"/>
                  </a:cubicBezTo>
                  <a:lnTo>
                    <a:pt x="41756" y="12"/>
                  </a:lnTo>
                  <a:lnTo>
                    <a:pt x="33445" y="12"/>
                  </a:lnTo>
                  <a:lnTo>
                    <a:pt x="33445" y="2227"/>
                  </a:lnTo>
                  <a:cubicBezTo>
                    <a:pt x="34541" y="2822"/>
                    <a:pt x="35279" y="3989"/>
                    <a:pt x="35279" y="5323"/>
                  </a:cubicBezTo>
                  <a:cubicBezTo>
                    <a:pt x="35279" y="7263"/>
                    <a:pt x="33695" y="8847"/>
                    <a:pt x="31755" y="8847"/>
                  </a:cubicBezTo>
                  <a:cubicBezTo>
                    <a:pt x="29802" y="8847"/>
                    <a:pt x="28219" y="7263"/>
                    <a:pt x="28219" y="5323"/>
                  </a:cubicBezTo>
                  <a:cubicBezTo>
                    <a:pt x="28219" y="3989"/>
                    <a:pt x="28957" y="2822"/>
                    <a:pt x="30052" y="2227"/>
                  </a:cubicBezTo>
                  <a:lnTo>
                    <a:pt x="30052" y="12"/>
                  </a:lnTo>
                  <a:lnTo>
                    <a:pt x="21753" y="12"/>
                  </a:lnTo>
                  <a:lnTo>
                    <a:pt x="21753" y="2227"/>
                  </a:lnTo>
                  <a:cubicBezTo>
                    <a:pt x="22837" y="2822"/>
                    <a:pt x="23575" y="3989"/>
                    <a:pt x="23575" y="5323"/>
                  </a:cubicBezTo>
                  <a:cubicBezTo>
                    <a:pt x="23575" y="7263"/>
                    <a:pt x="22003" y="8847"/>
                    <a:pt x="20051" y="8847"/>
                  </a:cubicBezTo>
                  <a:cubicBezTo>
                    <a:pt x="18098" y="8847"/>
                    <a:pt x="16515" y="7263"/>
                    <a:pt x="16515" y="5323"/>
                  </a:cubicBezTo>
                  <a:cubicBezTo>
                    <a:pt x="16515" y="3989"/>
                    <a:pt x="17265" y="2822"/>
                    <a:pt x="18348" y="2227"/>
                  </a:cubicBezTo>
                  <a:lnTo>
                    <a:pt x="18348" y="12"/>
                  </a:lnTo>
                  <a:lnTo>
                    <a:pt x="10050" y="12"/>
                  </a:lnTo>
                  <a:lnTo>
                    <a:pt x="10050" y="2227"/>
                  </a:lnTo>
                  <a:cubicBezTo>
                    <a:pt x="11145" y="2822"/>
                    <a:pt x="11883" y="3989"/>
                    <a:pt x="11883" y="5323"/>
                  </a:cubicBezTo>
                  <a:cubicBezTo>
                    <a:pt x="11883" y="7263"/>
                    <a:pt x="10300" y="8847"/>
                    <a:pt x="8347" y="8847"/>
                  </a:cubicBezTo>
                  <a:cubicBezTo>
                    <a:pt x="6394" y="8847"/>
                    <a:pt x="4823" y="7263"/>
                    <a:pt x="4823" y="5323"/>
                  </a:cubicBezTo>
                  <a:cubicBezTo>
                    <a:pt x="4823" y="3989"/>
                    <a:pt x="5561" y="2822"/>
                    <a:pt x="6644" y="2227"/>
                  </a:cubicBezTo>
                  <a:lnTo>
                    <a:pt x="6644" y="12"/>
                  </a:lnTo>
                  <a:lnTo>
                    <a:pt x="239" y="12"/>
                  </a:lnTo>
                  <a:lnTo>
                    <a:pt x="239" y="110550"/>
                  </a:lnTo>
                  <a:lnTo>
                    <a:pt x="1" y="136267"/>
                  </a:lnTo>
                  <a:lnTo>
                    <a:pt x="7811" y="134767"/>
                  </a:lnTo>
                  <a:lnTo>
                    <a:pt x="22718" y="137839"/>
                  </a:lnTo>
                  <a:lnTo>
                    <a:pt x="29814" y="137839"/>
                  </a:lnTo>
                  <a:lnTo>
                    <a:pt x="44006" y="139982"/>
                  </a:lnTo>
                  <a:lnTo>
                    <a:pt x="54662" y="139982"/>
                  </a:lnTo>
                  <a:lnTo>
                    <a:pt x="74534" y="137375"/>
                  </a:lnTo>
                  <a:lnTo>
                    <a:pt x="86595" y="139982"/>
                  </a:lnTo>
                  <a:lnTo>
                    <a:pt x="113574" y="139982"/>
                  </a:lnTo>
                  <a:lnTo>
                    <a:pt x="145519" y="137375"/>
                  </a:lnTo>
                  <a:lnTo>
                    <a:pt x="161128" y="139982"/>
                  </a:lnTo>
                  <a:lnTo>
                    <a:pt x="177463" y="137375"/>
                  </a:lnTo>
                  <a:lnTo>
                    <a:pt x="206562" y="137375"/>
                  </a:lnTo>
                  <a:lnTo>
                    <a:pt x="220755" y="139982"/>
                  </a:lnTo>
                  <a:lnTo>
                    <a:pt x="237090" y="139982"/>
                  </a:lnTo>
                  <a:lnTo>
                    <a:pt x="253175" y="139268"/>
                  </a:lnTo>
                  <a:lnTo>
                    <a:pt x="261926" y="141208"/>
                  </a:lnTo>
                  <a:lnTo>
                    <a:pt x="262081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7"/>
            <p:cNvSpPr/>
            <p:nvPr/>
          </p:nvSpPr>
          <p:spPr>
            <a:xfrm>
              <a:off x="636825" y="1219860"/>
              <a:ext cx="7850114" cy="4668"/>
            </a:xfrm>
            <a:custGeom>
              <a:avLst/>
              <a:gdLst/>
              <a:ahLst/>
              <a:cxnLst/>
              <a:rect l="l" t="t" r="r" b="b"/>
              <a:pathLst>
                <a:path w="242138" h="144" extrusionOk="0">
                  <a:moveTo>
                    <a:pt x="1" y="0"/>
                  </a:moveTo>
                  <a:lnTo>
                    <a:pt x="1" y="143"/>
                  </a:lnTo>
                  <a:lnTo>
                    <a:pt x="242138" y="143"/>
                  </a:lnTo>
                  <a:lnTo>
                    <a:pt x="2421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7"/>
            <p:cNvSpPr/>
            <p:nvPr/>
          </p:nvSpPr>
          <p:spPr>
            <a:xfrm>
              <a:off x="636825" y="1534074"/>
              <a:ext cx="7850114" cy="4636"/>
            </a:xfrm>
            <a:custGeom>
              <a:avLst/>
              <a:gdLst/>
              <a:ahLst/>
              <a:cxnLst/>
              <a:rect l="l" t="t" r="r" b="b"/>
              <a:pathLst>
                <a:path w="242138" h="143" extrusionOk="0">
                  <a:moveTo>
                    <a:pt x="1" y="0"/>
                  </a:moveTo>
                  <a:lnTo>
                    <a:pt x="1" y="143"/>
                  </a:lnTo>
                  <a:lnTo>
                    <a:pt x="242138" y="143"/>
                  </a:lnTo>
                  <a:lnTo>
                    <a:pt x="2421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7"/>
            <p:cNvSpPr/>
            <p:nvPr/>
          </p:nvSpPr>
          <p:spPr>
            <a:xfrm>
              <a:off x="636825" y="1848257"/>
              <a:ext cx="7850114" cy="5058"/>
            </a:xfrm>
            <a:custGeom>
              <a:avLst/>
              <a:gdLst/>
              <a:ahLst/>
              <a:cxnLst/>
              <a:rect l="l" t="t" r="r" b="b"/>
              <a:pathLst>
                <a:path w="242138" h="156" extrusionOk="0">
                  <a:moveTo>
                    <a:pt x="1" y="1"/>
                  </a:moveTo>
                  <a:lnTo>
                    <a:pt x="1" y="156"/>
                  </a:lnTo>
                  <a:lnTo>
                    <a:pt x="242138" y="156"/>
                  </a:lnTo>
                  <a:lnTo>
                    <a:pt x="2421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7"/>
            <p:cNvSpPr/>
            <p:nvPr/>
          </p:nvSpPr>
          <p:spPr>
            <a:xfrm>
              <a:off x="636825" y="2162860"/>
              <a:ext cx="7850114" cy="4668"/>
            </a:xfrm>
            <a:custGeom>
              <a:avLst/>
              <a:gdLst/>
              <a:ahLst/>
              <a:cxnLst/>
              <a:rect l="l" t="t" r="r" b="b"/>
              <a:pathLst>
                <a:path w="242138" h="144" extrusionOk="0">
                  <a:moveTo>
                    <a:pt x="1" y="0"/>
                  </a:moveTo>
                  <a:lnTo>
                    <a:pt x="1" y="143"/>
                  </a:lnTo>
                  <a:lnTo>
                    <a:pt x="242138" y="143"/>
                  </a:lnTo>
                  <a:lnTo>
                    <a:pt x="2421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7"/>
            <p:cNvSpPr/>
            <p:nvPr/>
          </p:nvSpPr>
          <p:spPr>
            <a:xfrm>
              <a:off x="636825" y="2477075"/>
              <a:ext cx="7850114" cy="5025"/>
            </a:xfrm>
            <a:custGeom>
              <a:avLst/>
              <a:gdLst/>
              <a:ahLst/>
              <a:cxnLst/>
              <a:rect l="l" t="t" r="r" b="b"/>
              <a:pathLst>
                <a:path w="242138" h="155" extrusionOk="0">
                  <a:moveTo>
                    <a:pt x="1" y="0"/>
                  </a:moveTo>
                  <a:lnTo>
                    <a:pt x="1" y="155"/>
                  </a:lnTo>
                  <a:lnTo>
                    <a:pt x="242138" y="155"/>
                  </a:lnTo>
                  <a:lnTo>
                    <a:pt x="2421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7"/>
            <p:cNvSpPr/>
            <p:nvPr/>
          </p:nvSpPr>
          <p:spPr>
            <a:xfrm>
              <a:off x="636825" y="2791646"/>
              <a:ext cx="7850114" cy="4668"/>
            </a:xfrm>
            <a:custGeom>
              <a:avLst/>
              <a:gdLst/>
              <a:ahLst/>
              <a:cxnLst/>
              <a:rect l="l" t="t" r="r" b="b"/>
              <a:pathLst>
                <a:path w="242138" h="144" extrusionOk="0">
                  <a:moveTo>
                    <a:pt x="1" y="1"/>
                  </a:moveTo>
                  <a:lnTo>
                    <a:pt x="1" y="143"/>
                  </a:lnTo>
                  <a:lnTo>
                    <a:pt x="242138" y="143"/>
                  </a:lnTo>
                  <a:lnTo>
                    <a:pt x="2421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7"/>
            <p:cNvSpPr/>
            <p:nvPr/>
          </p:nvSpPr>
          <p:spPr>
            <a:xfrm>
              <a:off x="648788" y="3110497"/>
              <a:ext cx="7850146" cy="5025"/>
            </a:xfrm>
            <a:custGeom>
              <a:avLst/>
              <a:gdLst/>
              <a:ahLst/>
              <a:cxnLst/>
              <a:rect l="l" t="t" r="r" b="b"/>
              <a:pathLst>
                <a:path w="242139" h="155" extrusionOk="0">
                  <a:moveTo>
                    <a:pt x="1" y="0"/>
                  </a:moveTo>
                  <a:lnTo>
                    <a:pt x="1" y="155"/>
                  </a:lnTo>
                  <a:lnTo>
                    <a:pt x="242138" y="155"/>
                  </a:lnTo>
                  <a:lnTo>
                    <a:pt x="2421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7"/>
            <p:cNvSpPr/>
            <p:nvPr/>
          </p:nvSpPr>
          <p:spPr>
            <a:xfrm>
              <a:off x="648788" y="3425068"/>
              <a:ext cx="7850146" cy="4668"/>
            </a:xfrm>
            <a:custGeom>
              <a:avLst/>
              <a:gdLst/>
              <a:ahLst/>
              <a:cxnLst/>
              <a:rect l="l" t="t" r="r" b="b"/>
              <a:pathLst>
                <a:path w="242139" h="144" extrusionOk="0">
                  <a:moveTo>
                    <a:pt x="1" y="1"/>
                  </a:moveTo>
                  <a:lnTo>
                    <a:pt x="1" y="144"/>
                  </a:lnTo>
                  <a:lnTo>
                    <a:pt x="242138" y="144"/>
                  </a:lnTo>
                  <a:lnTo>
                    <a:pt x="2421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7"/>
            <p:cNvSpPr/>
            <p:nvPr/>
          </p:nvSpPr>
          <p:spPr>
            <a:xfrm>
              <a:off x="648788" y="3739283"/>
              <a:ext cx="7850146" cy="5058"/>
            </a:xfrm>
            <a:custGeom>
              <a:avLst/>
              <a:gdLst/>
              <a:ahLst/>
              <a:cxnLst/>
              <a:rect l="l" t="t" r="r" b="b"/>
              <a:pathLst>
                <a:path w="242139" h="156" extrusionOk="0">
                  <a:moveTo>
                    <a:pt x="1" y="0"/>
                  </a:moveTo>
                  <a:lnTo>
                    <a:pt x="1" y="155"/>
                  </a:lnTo>
                  <a:lnTo>
                    <a:pt x="242138" y="155"/>
                  </a:lnTo>
                  <a:lnTo>
                    <a:pt x="2421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7"/>
            <p:cNvSpPr/>
            <p:nvPr/>
          </p:nvSpPr>
          <p:spPr>
            <a:xfrm>
              <a:off x="648788" y="4053854"/>
              <a:ext cx="7850146" cy="4668"/>
            </a:xfrm>
            <a:custGeom>
              <a:avLst/>
              <a:gdLst/>
              <a:ahLst/>
              <a:cxnLst/>
              <a:rect l="l" t="t" r="r" b="b"/>
              <a:pathLst>
                <a:path w="242139" h="144" extrusionOk="0">
                  <a:moveTo>
                    <a:pt x="1" y="1"/>
                  </a:moveTo>
                  <a:lnTo>
                    <a:pt x="1" y="144"/>
                  </a:lnTo>
                  <a:lnTo>
                    <a:pt x="242138" y="144"/>
                  </a:lnTo>
                  <a:lnTo>
                    <a:pt x="2421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7"/>
            <p:cNvSpPr/>
            <p:nvPr/>
          </p:nvSpPr>
          <p:spPr>
            <a:xfrm>
              <a:off x="648788" y="4368069"/>
              <a:ext cx="7850146" cy="5058"/>
            </a:xfrm>
            <a:custGeom>
              <a:avLst/>
              <a:gdLst/>
              <a:ahLst/>
              <a:cxnLst/>
              <a:rect l="l" t="t" r="r" b="b"/>
              <a:pathLst>
                <a:path w="242139" h="156" extrusionOk="0">
                  <a:moveTo>
                    <a:pt x="1" y="1"/>
                  </a:moveTo>
                  <a:lnTo>
                    <a:pt x="1" y="155"/>
                  </a:lnTo>
                  <a:lnTo>
                    <a:pt x="242138" y="155"/>
                  </a:lnTo>
                  <a:lnTo>
                    <a:pt x="2421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7" name="Google Shape;147;p7"/>
          <p:cNvSpPr/>
          <p:nvPr/>
        </p:nvSpPr>
        <p:spPr>
          <a:xfrm rot="3211094">
            <a:off x="567185" y="4286472"/>
            <a:ext cx="112810" cy="112828"/>
          </a:xfrm>
          <a:custGeom>
            <a:avLst/>
            <a:gdLst/>
            <a:ahLst/>
            <a:cxnLst/>
            <a:rect l="l" t="t" r="r" b="b"/>
            <a:pathLst>
              <a:path w="6138" h="6139" extrusionOk="0">
                <a:moveTo>
                  <a:pt x="3069" y="0"/>
                </a:moveTo>
                <a:cubicBezTo>
                  <a:pt x="2625" y="513"/>
                  <a:pt x="2402" y="1024"/>
                  <a:pt x="2235" y="1535"/>
                </a:cubicBezTo>
                <a:cubicBezTo>
                  <a:pt x="2177" y="1722"/>
                  <a:pt x="2134" y="1909"/>
                  <a:pt x="2099" y="2097"/>
                </a:cubicBezTo>
                <a:cubicBezTo>
                  <a:pt x="1912" y="2131"/>
                  <a:pt x="1723" y="2173"/>
                  <a:pt x="1536" y="2233"/>
                </a:cubicBezTo>
                <a:cubicBezTo>
                  <a:pt x="1023" y="2398"/>
                  <a:pt x="512" y="2623"/>
                  <a:pt x="1" y="3070"/>
                </a:cubicBezTo>
                <a:cubicBezTo>
                  <a:pt x="512" y="3517"/>
                  <a:pt x="1023" y="3740"/>
                  <a:pt x="1536" y="3907"/>
                </a:cubicBezTo>
                <a:cubicBezTo>
                  <a:pt x="1722" y="3966"/>
                  <a:pt x="1909" y="4008"/>
                  <a:pt x="2096" y="4042"/>
                </a:cubicBezTo>
                <a:cubicBezTo>
                  <a:pt x="2132" y="4230"/>
                  <a:pt x="2173" y="4417"/>
                  <a:pt x="2232" y="4604"/>
                </a:cubicBezTo>
                <a:cubicBezTo>
                  <a:pt x="2399" y="5115"/>
                  <a:pt x="2622" y="5627"/>
                  <a:pt x="3069" y="6138"/>
                </a:cubicBezTo>
                <a:cubicBezTo>
                  <a:pt x="3517" y="5627"/>
                  <a:pt x="3741" y="5115"/>
                  <a:pt x="3906" y="4604"/>
                </a:cubicBezTo>
                <a:cubicBezTo>
                  <a:pt x="3966" y="4416"/>
                  <a:pt x="4008" y="4229"/>
                  <a:pt x="4042" y="4040"/>
                </a:cubicBezTo>
                <a:cubicBezTo>
                  <a:pt x="4230" y="4005"/>
                  <a:pt x="4416" y="3963"/>
                  <a:pt x="4604" y="3904"/>
                </a:cubicBezTo>
                <a:cubicBezTo>
                  <a:pt x="5115" y="3737"/>
                  <a:pt x="5626" y="3514"/>
                  <a:pt x="6138" y="3070"/>
                </a:cubicBezTo>
                <a:cubicBezTo>
                  <a:pt x="5626" y="2625"/>
                  <a:pt x="5115" y="2402"/>
                  <a:pt x="4604" y="2235"/>
                </a:cubicBezTo>
                <a:cubicBezTo>
                  <a:pt x="4416" y="2176"/>
                  <a:pt x="4228" y="2133"/>
                  <a:pt x="4040" y="2099"/>
                </a:cubicBezTo>
                <a:cubicBezTo>
                  <a:pt x="4005" y="1910"/>
                  <a:pt x="3963" y="1723"/>
                  <a:pt x="3904" y="1535"/>
                </a:cubicBezTo>
                <a:cubicBezTo>
                  <a:pt x="3738" y="1024"/>
                  <a:pt x="3514" y="513"/>
                  <a:pt x="306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7"/>
          <p:cNvSpPr/>
          <p:nvPr/>
        </p:nvSpPr>
        <p:spPr>
          <a:xfrm rot="3211094">
            <a:off x="7572972" y="4626472"/>
            <a:ext cx="112810" cy="112828"/>
          </a:xfrm>
          <a:custGeom>
            <a:avLst/>
            <a:gdLst/>
            <a:ahLst/>
            <a:cxnLst/>
            <a:rect l="l" t="t" r="r" b="b"/>
            <a:pathLst>
              <a:path w="6138" h="6139" extrusionOk="0">
                <a:moveTo>
                  <a:pt x="3069" y="0"/>
                </a:moveTo>
                <a:cubicBezTo>
                  <a:pt x="2625" y="513"/>
                  <a:pt x="2402" y="1024"/>
                  <a:pt x="2235" y="1535"/>
                </a:cubicBezTo>
                <a:cubicBezTo>
                  <a:pt x="2177" y="1722"/>
                  <a:pt x="2134" y="1909"/>
                  <a:pt x="2099" y="2097"/>
                </a:cubicBezTo>
                <a:cubicBezTo>
                  <a:pt x="1912" y="2131"/>
                  <a:pt x="1723" y="2173"/>
                  <a:pt x="1536" y="2233"/>
                </a:cubicBezTo>
                <a:cubicBezTo>
                  <a:pt x="1023" y="2398"/>
                  <a:pt x="512" y="2623"/>
                  <a:pt x="1" y="3070"/>
                </a:cubicBezTo>
                <a:cubicBezTo>
                  <a:pt x="512" y="3517"/>
                  <a:pt x="1023" y="3740"/>
                  <a:pt x="1536" y="3907"/>
                </a:cubicBezTo>
                <a:cubicBezTo>
                  <a:pt x="1722" y="3966"/>
                  <a:pt x="1909" y="4008"/>
                  <a:pt x="2096" y="4042"/>
                </a:cubicBezTo>
                <a:cubicBezTo>
                  <a:pt x="2132" y="4230"/>
                  <a:pt x="2173" y="4417"/>
                  <a:pt x="2232" y="4604"/>
                </a:cubicBezTo>
                <a:cubicBezTo>
                  <a:pt x="2399" y="5115"/>
                  <a:pt x="2622" y="5627"/>
                  <a:pt x="3069" y="6138"/>
                </a:cubicBezTo>
                <a:cubicBezTo>
                  <a:pt x="3517" y="5627"/>
                  <a:pt x="3741" y="5115"/>
                  <a:pt x="3906" y="4604"/>
                </a:cubicBezTo>
                <a:cubicBezTo>
                  <a:pt x="3966" y="4416"/>
                  <a:pt x="4008" y="4229"/>
                  <a:pt x="4042" y="4040"/>
                </a:cubicBezTo>
                <a:cubicBezTo>
                  <a:pt x="4230" y="4005"/>
                  <a:pt x="4416" y="3963"/>
                  <a:pt x="4604" y="3904"/>
                </a:cubicBezTo>
                <a:cubicBezTo>
                  <a:pt x="5115" y="3737"/>
                  <a:pt x="5626" y="3514"/>
                  <a:pt x="6138" y="3070"/>
                </a:cubicBezTo>
                <a:cubicBezTo>
                  <a:pt x="5626" y="2625"/>
                  <a:pt x="5115" y="2402"/>
                  <a:pt x="4604" y="2235"/>
                </a:cubicBezTo>
                <a:cubicBezTo>
                  <a:pt x="4416" y="2176"/>
                  <a:pt x="4228" y="2133"/>
                  <a:pt x="4040" y="2099"/>
                </a:cubicBezTo>
                <a:cubicBezTo>
                  <a:pt x="4005" y="1910"/>
                  <a:pt x="3963" y="1723"/>
                  <a:pt x="3904" y="1535"/>
                </a:cubicBezTo>
                <a:cubicBezTo>
                  <a:pt x="3738" y="1024"/>
                  <a:pt x="3514" y="513"/>
                  <a:pt x="3069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7"/>
          <p:cNvSpPr/>
          <p:nvPr/>
        </p:nvSpPr>
        <p:spPr>
          <a:xfrm rot="5400000">
            <a:off x="444246" y="671965"/>
            <a:ext cx="100451" cy="100451"/>
          </a:xfrm>
          <a:custGeom>
            <a:avLst/>
            <a:gdLst/>
            <a:ahLst/>
            <a:cxnLst/>
            <a:rect l="l" t="t" r="r" b="b"/>
            <a:pathLst>
              <a:path w="2835" h="2836" extrusionOk="0">
                <a:moveTo>
                  <a:pt x="1417" y="0"/>
                </a:moveTo>
                <a:cubicBezTo>
                  <a:pt x="635" y="0"/>
                  <a:pt x="0" y="635"/>
                  <a:pt x="0" y="1418"/>
                </a:cubicBezTo>
                <a:cubicBezTo>
                  <a:pt x="0" y="2200"/>
                  <a:pt x="635" y="2835"/>
                  <a:pt x="1417" y="2835"/>
                </a:cubicBezTo>
                <a:cubicBezTo>
                  <a:pt x="2200" y="2835"/>
                  <a:pt x="2835" y="2200"/>
                  <a:pt x="2835" y="1418"/>
                </a:cubicBezTo>
                <a:cubicBezTo>
                  <a:pt x="2835" y="635"/>
                  <a:pt x="2201" y="0"/>
                  <a:pt x="141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7"/>
          <p:cNvSpPr/>
          <p:nvPr/>
        </p:nvSpPr>
        <p:spPr>
          <a:xfrm rot="7660645">
            <a:off x="8453494" y="636909"/>
            <a:ext cx="112800" cy="112818"/>
          </a:xfrm>
          <a:custGeom>
            <a:avLst/>
            <a:gdLst/>
            <a:ahLst/>
            <a:cxnLst/>
            <a:rect l="l" t="t" r="r" b="b"/>
            <a:pathLst>
              <a:path w="6138" h="6139" extrusionOk="0">
                <a:moveTo>
                  <a:pt x="3069" y="0"/>
                </a:moveTo>
                <a:cubicBezTo>
                  <a:pt x="2625" y="513"/>
                  <a:pt x="2402" y="1024"/>
                  <a:pt x="2235" y="1535"/>
                </a:cubicBezTo>
                <a:cubicBezTo>
                  <a:pt x="2177" y="1722"/>
                  <a:pt x="2134" y="1909"/>
                  <a:pt x="2099" y="2097"/>
                </a:cubicBezTo>
                <a:cubicBezTo>
                  <a:pt x="1912" y="2131"/>
                  <a:pt x="1723" y="2173"/>
                  <a:pt x="1536" y="2233"/>
                </a:cubicBezTo>
                <a:cubicBezTo>
                  <a:pt x="1023" y="2398"/>
                  <a:pt x="512" y="2623"/>
                  <a:pt x="1" y="3070"/>
                </a:cubicBezTo>
                <a:cubicBezTo>
                  <a:pt x="512" y="3517"/>
                  <a:pt x="1023" y="3740"/>
                  <a:pt x="1536" y="3907"/>
                </a:cubicBezTo>
                <a:cubicBezTo>
                  <a:pt x="1722" y="3966"/>
                  <a:pt x="1909" y="4008"/>
                  <a:pt x="2096" y="4042"/>
                </a:cubicBezTo>
                <a:cubicBezTo>
                  <a:pt x="2132" y="4230"/>
                  <a:pt x="2173" y="4417"/>
                  <a:pt x="2232" y="4604"/>
                </a:cubicBezTo>
                <a:cubicBezTo>
                  <a:pt x="2399" y="5115"/>
                  <a:pt x="2622" y="5627"/>
                  <a:pt x="3069" y="6138"/>
                </a:cubicBezTo>
                <a:cubicBezTo>
                  <a:pt x="3517" y="5627"/>
                  <a:pt x="3741" y="5115"/>
                  <a:pt x="3906" y="4604"/>
                </a:cubicBezTo>
                <a:cubicBezTo>
                  <a:pt x="3966" y="4416"/>
                  <a:pt x="4008" y="4229"/>
                  <a:pt x="4042" y="4040"/>
                </a:cubicBezTo>
                <a:cubicBezTo>
                  <a:pt x="4230" y="4005"/>
                  <a:pt x="4416" y="3963"/>
                  <a:pt x="4604" y="3904"/>
                </a:cubicBezTo>
                <a:cubicBezTo>
                  <a:pt x="5115" y="3737"/>
                  <a:pt x="5626" y="3514"/>
                  <a:pt x="6138" y="3070"/>
                </a:cubicBezTo>
                <a:cubicBezTo>
                  <a:pt x="5626" y="2625"/>
                  <a:pt x="5115" y="2402"/>
                  <a:pt x="4604" y="2235"/>
                </a:cubicBezTo>
                <a:cubicBezTo>
                  <a:pt x="4416" y="2176"/>
                  <a:pt x="4228" y="2133"/>
                  <a:pt x="4040" y="2099"/>
                </a:cubicBezTo>
                <a:cubicBezTo>
                  <a:pt x="4005" y="1910"/>
                  <a:pt x="3963" y="1723"/>
                  <a:pt x="3904" y="1535"/>
                </a:cubicBezTo>
                <a:cubicBezTo>
                  <a:pt x="3738" y="1024"/>
                  <a:pt x="3514" y="513"/>
                  <a:pt x="3069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7"/>
          <p:cNvSpPr/>
          <p:nvPr/>
        </p:nvSpPr>
        <p:spPr>
          <a:xfrm rot="9899885">
            <a:off x="8598216" y="4430991"/>
            <a:ext cx="82005" cy="82047"/>
          </a:xfrm>
          <a:custGeom>
            <a:avLst/>
            <a:gdLst/>
            <a:ahLst/>
            <a:cxnLst/>
            <a:rect l="l" t="t" r="r" b="b"/>
            <a:pathLst>
              <a:path w="2835" h="2836" extrusionOk="0">
                <a:moveTo>
                  <a:pt x="1417" y="0"/>
                </a:moveTo>
                <a:cubicBezTo>
                  <a:pt x="635" y="0"/>
                  <a:pt x="0" y="635"/>
                  <a:pt x="0" y="1418"/>
                </a:cubicBezTo>
                <a:cubicBezTo>
                  <a:pt x="0" y="2200"/>
                  <a:pt x="635" y="2835"/>
                  <a:pt x="1417" y="2835"/>
                </a:cubicBezTo>
                <a:cubicBezTo>
                  <a:pt x="2200" y="2835"/>
                  <a:pt x="2835" y="2200"/>
                  <a:pt x="2835" y="1418"/>
                </a:cubicBezTo>
                <a:cubicBezTo>
                  <a:pt x="2835" y="635"/>
                  <a:pt x="2201" y="0"/>
                  <a:pt x="141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7"/>
          <p:cNvSpPr/>
          <p:nvPr/>
        </p:nvSpPr>
        <p:spPr>
          <a:xfrm rot="5400000">
            <a:off x="8638275" y="694489"/>
            <a:ext cx="55424" cy="55423"/>
          </a:xfrm>
          <a:custGeom>
            <a:avLst/>
            <a:gdLst/>
            <a:ahLst/>
            <a:cxnLst/>
            <a:rect l="l" t="t" r="r" b="b"/>
            <a:pathLst>
              <a:path w="2835" h="2836" extrusionOk="0">
                <a:moveTo>
                  <a:pt x="1417" y="0"/>
                </a:moveTo>
                <a:cubicBezTo>
                  <a:pt x="635" y="0"/>
                  <a:pt x="0" y="635"/>
                  <a:pt x="0" y="1418"/>
                </a:cubicBezTo>
                <a:cubicBezTo>
                  <a:pt x="0" y="2200"/>
                  <a:pt x="635" y="2835"/>
                  <a:pt x="1417" y="2835"/>
                </a:cubicBezTo>
                <a:cubicBezTo>
                  <a:pt x="2200" y="2835"/>
                  <a:pt x="2835" y="2200"/>
                  <a:pt x="2835" y="1418"/>
                </a:cubicBezTo>
                <a:cubicBezTo>
                  <a:pt x="2835" y="635"/>
                  <a:pt x="2201" y="0"/>
                  <a:pt x="1417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7"/>
          <p:cNvSpPr txBox="1">
            <a:spLocks noGrp="1"/>
          </p:cNvSpPr>
          <p:nvPr>
            <p:ph type="subTitle" idx="1"/>
          </p:nvPr>
        </p:nvSpPr>
        <p:spPr>
          <a:xfrm>
            <a:off x="3160875" y="1541950"/>
            <a:ext cx="42948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54" name="Google Shape;154;p7"/>
          <p:cNvSpPr txBox="1">
            <a:spLocks noGrp="1"/>
          </p:cNvSpPr>
          <p:nvPr>
            <p:ph type="title"/>
          </p:nvPr>
        </p:nvSpPr>
        <p:spPr>
          <a:xfrm>
            <a:off x="720000" y="5988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2"/>
        </a:solidFill>
        <a:effectLst/>
      </p:bgPr>
    </p:bg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" name="Google Shape;235;p13"/>
          <p:cNvGrpSpPr/>
          <p:nvPr/>
        </p:nvGrpSpPr>
        <p:grpSpPr>
          <a:xfrm>
            <a:off x="311036" y="279900"/>
            <a:ext cx="8496698" cy="4620823"/>
            <a:chOff x="311036" y="279900"/>
            <a:chExt cx="8496698" cy="4620823"/>
          </a:xfrm>
        </p:grpSpPr>
        <p:sp>
          <p:nvSpPr>
            <p:cNvPr id="236" name="Google Shape;236;p13"/>
            <p:cNvSpPr/>
            <p:nvPr/>
          </p:nvSpPr>
          <p:spPr>
            <a:xfrm>
              <a:off x="311814" y="4642854"/>
              <a:ext cx="8495531" cy="257869"/>
            </a:xfrm>
            <a:custGeom>
              <a:avLst/>
              <a:gdLst/>
              <a:ahLst/>
              <a:cxnLst/>
              <a:rect l="l" t="t" r="r" b="b"/>
              <a:pathLst>
                <a:path w="262046" h="7954" extrusionOk="0">
                  <a:moveTo>
                    <a:pt x="1739" y="1"/>
                  </a:moveTo>
                  <a:lnTo>
                    <a:pt x="1727" y="239"/>
                  </a:lnTo>
                  <a:lnTo>
                    <a:pt x="798" y="941"/>
                  </a:lnTo>
                  <a:lnTo>
                    <a:pt x="1" y="1453"/>
                  </a:lnTo>
                  <a:lnTo>
                    <a:pt x="1" y="2465"/>
                  </a:lnTo>
                  <a:lnTo>
                    <a:pt x="1917" y="2394"/>
                  </a:lnTo>
                  <a:lnTo>
                    <a:pt x="3870" y="2346"/>
                  </a:lnTo>
                  <a:lnTo>
                    <a:pt x="5823" y="2560"/>
                  </a:lnTo>
                  <a:lnTo>
                    <a:pt x="7728" y="2596"/>
                  </a:lnTo>
                  <a:lnTo>
                    <a:pt x="9323" y="2941"/>
                  </a:lnTo>
                  <a:lnTo>
                    <a:pt x="11097" y="3180"/>
                  </a:lnTo>
                  <a:lnTo>
                    <a:pt x="12645" y="3608"/>
                  </a:lnTo>
                  <a:lnTo>
                    <a:pt x="14181" y="4061"/>
                  </a:lnTo>
                  <a:lnTo>
                    <a:pt x="16229" y="4037"/>
                  </a:lnTo>
                  <a:lnTo>
                    <a:pt x="17919" y="4346"/>
                  </a:lnTo>
                  <a:lnTo>
                    <a:pt x="19574" y="4692"/>
                  </a:lnTo>
                  <a:lnTo>
                    <a:pt x="20884" y="5358"/>
                  </a:lnTo>
                  <a:lnTo>
                    <a:pt x="22587" y="5739"/>
                  </a:lnTo>
                  <a:lnTo>
                    <a:pt x="24456" y="5418"/>
                  </a:lnTo>
                  <a:lnTo>
                    <a:pt x="26230" y="5513"/>
                  </a:lnTo>
                  <a:lnTo>
                    <a:pt x="28004" y="5716"/>
                  </a:lnTo>
                  <a:lnTo>
                    <a:pt x="29742" y="5668"/>
                  </a:lnTo>
                  <a:lnTo>
                    <a:pt x="31564" y="5835"/>
                  </a:lnTo>
                  <a:lnTo>
                    <a:pt x="33469" y="5930"/>
                  </a:lnTo>
                  <a:lnTo>
                    <a:pt x="35041" y="6442"/>
                  </a:lnTo>
                  <a:lnTo>
                    <a:pt x="36779" y="6763"/>
                  </a:lnTo>
                  <a:lnTo>
                    <a:pt x="38565" y="7013"/>
                  </a:lnTo>
                  <a:lnTo>
                    <a:pt x="40446" y="7156"/>
                  </a:lnTo>
                  <a:lnTo>
                    <a:pt x="42351" y="7263"/>
                  </a:lnTo>
                  <a:lnTo>
                    <a:pt x="43982" y="7692"/>
                  </a:lnTo>
                  <a:lnTo>
                    <a:pt x="45744" y="7609"/>
                  </a:lnTo>
                  <a:lnTo>
                    <a:pt x="47518" y="7502"/>
                  </a:lnTo>
                  <a:lnTo>
                    <a:pt x="49292" y="7728"/>
                  </a:lnTo>
                  <a:lnTo>
                    <a:pt x="51066" y="7918"/>
                  </a:lnTo>
                  <a:lnTo>
                    <a:pt x="52840" y="7597"/>
                  </a:lnTo>
                  <a:lnTo>
                    <a:pt x="54543" y="7502"/>
                  </a:lnTo>
                  <a:lnTo>
                    <a:pt x="56424" y="7716"/>
                  </a:lnTo>
                  <a:lnTo>
                    <a:pt x="57913" y="7251"/>
                  </a:lnTo>
                  <a:lnTo>
                    <a:pt x="59651" y="7168"/>
                  </a:lnTo>
                  <a:lnTo>
                    <a:pt x="61211" y="6811"/>
                  </a:lnTo>
                  <a:lnTo>
                    <a:pt x="62818" y="6537"/>
                  </a:lnTo>
                  <a:lnTo>
                    <a:pt x="64532" y="6406"/>
                  </a:lnTo>
                  <a:lnTo>
                    <a:pt x="66152" y="6132"/>
                  </a:lnTo>
                  <a:lnTo>
                    <a:pt x="67878" y="6013"/>
                  </a:lnTo>
                  <a:lnTo>
                    <a:pt x="69414" y="5620"/>
                  </a:lnTo>
                  <a:lnTo>
                    <a:pt x="71033" y="5346"/>
                  </a:lnTo>
                  <a:lnTo>
                    <a:pt x="72950" y="5501"/>
                  </a:lnTo>
                  <a:lnTo>
                    <a:pt x="74474" y="5204"/>
                  </a:lnTo>
                  <a:lnTo>
                    <a:pt x="76248" y="5466"/>
                  </a:lnTo>
                  <a:lnTo>
                    <a:pt x="77796" y="5989"/>
                  </a:lnTo>
                  <a:lnTo>
                    <a:pt x="79427" y="6430"/>
                  </a:lnTo>
                  <a:lnTo>
                    <a:pt x="81594" y="6430"/>
                  </a:lnTo>
                  <a:lnTo>
                    <a:pt x="83166" y="6930"/>
                  </a:lnTo>
                  <a:lnTo>
                    <a:pt x="84773" y="7406"/>
                  </a:lnTo>
                  <a:lnTo>
                    <a:pt x="86571" y="7716"/>
                  </a:lnTo>
                  <a:lnTo>
                    <a:pt x="88369" y="7561"/>
                  </a:lnTo>
                  <a:lnTo>
                    <a:pt x="90155" y="7537"/>
                  </a:lnTo>
                  <a:lnTo>
                    <a:pt x="91953" y="7668"/>
                  </a:lnTo>
                  <a:lnTo>
                    <a:pt x="93750" y="7883"/>
                  </a:lnTo>
                  <a:lnTo>
                    <a:pt x="95548" y="7871"/>
                  </a:lnTo>
                  <a:lnTo>
                    <a:pt x="97346" y="7704"/>
                  </a:lnTo>
                  <a:lnTo>
                    <a:pt x="99132" y="7847"/>
                  </a:lnTo>
                  <a:lnTo>
                    <a:pt x="100930" y="7942"/>
                  </a:lnTo>
                  <a:lnTo>
                    <a:pt x="102728" y="7644"/>
                  </a:lnTo>
                  <a:lnTo>
                    <a:pt x="104526" y="7763"/>
                  </a:lnTo>
                  <a:lnTo>
                    <a:pt x="106335" y="7573"/>
                  </a:lnTo>
                  <a:lnTo>
                    <a:pt x="108133" y="7763"/>
                  </a:lnTo>
                  <a:lnTo>
                    <a:pt x="109931" y="7644"/>
                  </a:lnTo>
                  <a:lnTo>
                    <a:pt x="111729" y="7918"/>
                  </a:lnTo>
                  <a:lnTo>
                    <a:pt x="113550" y="7752"/>
                  </a:lnTo>
                  <a:lnTo>
                    <a:pt x="115253" y="7442"/>
                  </a:lnTo>
                  <a:lnTo>
                    <a:pt x="117134" y="7561"/>
                  </a:lnTo>
                  <a:lnTo>
                    <a:pt x="118765" y="7073"/>
                  </a:lnTo>
                  <a:lnTo>
                    <a:pt x="120599" y="7073"/>
                  </a:lnTo>
                  <a:lnTo>
                    <a:pt x="122337" y="6859"/>
                  </a:lnTo>
                  <a:lnTo>
                    <a:pt x="124266" y="7061"/>
                  </a:lnTo>
                  <a:lnTo>
                    <a:pt x="125969" y="6751"/>
                  </a:lnTo>
                  <a:lnTo>
                    <a:pt x="127767" y="6668"/>
                  </a:lnTo>
                  <a:lnTo>
                    <a:pt x="129410" y="6228"/>
                  </a:lnTo>
                  <a:lnTo>
                    <a:pt x="131172" y="6061"/>
                  </a:lnTo>
                  <a:lnTo>
                    <a:pt x="132958" y="5930"/>
                  </a:lnTo>
                  <a:lnTo>
                    <a:pt x="134755" y="5858"/>
                  </a:lnTo>
                  <a:lnTo>
                    <a:pt x="136494" y="5620"/>
                  </a:lnTo>
                  <a:lnTo>
                    <a:pt x="138339" y="5644"/>
                  </a:lnTo>
                  <a:lnTo>
                    <a:pt x="140220" y="5739"/>
                  </a:lnTo>
                  <a:lnTo>
                    <a:pt x="141959" y="5513"/>
                  </a:lnTo>
                  <a:lnTo>
                    <a:pt x="143626" y="5096"/>
                  </a:lnTo>
                  <a:lnTo>
                    <a:pt x="145519" y="4966"/>
                  </a:lnTo>
                  <a:lnTo>
                    <a:pt x="147031" y="5608"/>
                  </a:lnTo>
                  <a:lnTo>
                    <a:pt x="148781" y="5870"/>
                  </a:lnTo>
                  <a:lnTo>
                    <a:pt x="150615" y="6049"/>
                  </a:lnTo>
                  <a:lnTo>
                    <a:pt x="152543" y="6120"/>
                  </a:lnTo>
                  <a:lnTo>
                    <a:pt x="154175" y="6537"/>
                  </a:lnTo>
                  <a:lnTo>
                    <a:pt x="155877" y="6859"/>
                  </a:lnTo>
                  <a:lnTo>
                    <a:pt x="157461" y="7323"/>
                  </a:lnTo>
                  <a:lnTo>
                    <a:pt x="159270" y="7537"/>
                  </a:lnTo>
                  <a:lnTo>
                    <a:pt x="161104" y="7537"/>
                  </a:lnTo>
                  <a:lnTo>
                    <a:pt x="162914" y="7680"/>
                  </a:lnTo>
                  <a:lnTo>
                    <a:pt x="164521" y="7394"/>
                  </a:lnTo>
                  <a:lnTo>
                    <a:pt x="166140" y="7121"/>
                  </a:lnTo>
                  <a:lnTo>
                    <a:pt x="167760" y="6847"/>
                  </a:lnTo>
                  <a:lnTo>
                    <a:pt x="169224" y="6394"/>
                  </a:lnTo>
                  <a:lnTo>
                    <a:pt x="170784" y="6049"/>
                  </a:lnTo>
                  <a:lnTo>
                    <a:pt x="172653" y="6073"/>
                  </a:lnTo>
                  <a:lnTo>
                    <a:pt x="174272" y="5787"/>
                  </a:lnTo>
                  <a:lnTo>
                    <a:pt x="175892" y="5501"/>
                  </a:lnTo>
                  <a:lnTo>
                    <a:pt x="177439" y="5144"/>
                  </a:lnTo>
                  <a:lnTo>
                    <a:pt x="179249" y="5108"/>
                  </a:lnTo>
                  <a:lnTo>
                    <a:pt x="181071" y="4977"/>
                  </a:lnTo>
                  <a:lnTo>
                    <a:pt x="182892" y="5204"/>
                  </a:lnTo>
                  <a:lnTo>
                    <a:pt x="184714" y="5061"/>
                  </a:lnTo>
                  <a:lnTo>
                    <a:pt x="186548" y="5335"/>
                  </a:lnTo>
                  <a:lnTo>
                    <a:pt x="188369" y="5239"/>
                  </a:lnTo>
                  <a:lnTo>
                    <a:pt x="190203" y="5287"/>
                  </a:lnTo>
                  <a:lnTo>
                    <a:pt x="192013" y="5204"/>
                  </a:lnTo>
                  <a:lnTo>
                    <a:pt x="193822" y="4942"/>
                  </a:lnTo>
                  <a:lnTo>
                    <a:pt x="195632" y="5144"/>
                  </a:lnTo>
                  <a:lnTo>
                    <a:pt x="197442" y="4918"/>
                  </a:lnTo>
                  <a:lnTo>
                    <a:pt x="199264" y="4906"/>
                  </a:lnTo>
                  <a:lnTo>
                    <a:pt x="201073" y="5156"/>
                  </a:lnTo>
                  <a:lnTo>
                    <a:pt x="202895" y="5085"/>
                  </a:lnTo>
                  <a:lnTo>
                    <a:pt x="204705" y="4906"/>
                  </a:lnTo>
                  <a:lnTo>
                    <a:pt x="206550" y="5061"/>
                  </a:lnTo>
                  <a:lnTo>
                    <a:pt x="208241" y="5263"/>
                  </a:lnTo>
                  <a:lnTo>
                    <a:pt x="209848" y="5513"/>
                  </a:lnTo>
                  <a:lnTo>
                    <a:pt x="211420" y="5811"/>
                  </a:lnTo>
                  <a:lnTo>
                    <a:pt x="212896" y="6204"/>
                  </a:lnTo>
                  <a:lnTo>
                    <a:pt x="214230" y="6740"/>
                  </a:lnTo>
                  <a:lnTo>
                    <a:pt x="216182" y="6656"/>
                  </a:lnTo>
                  <a:lnTo>
                    <a:pt x="217444" y="7263"/>
                  </a:lnTo>
                  <a:lnTo>
                    <a:pt x="218933" y="7644"/>
                  </a:lnTo>
                  <a:lnTo>
                    <a:pt x="220802" y="7549"/>
                  </a:lnTo>
                  <a:lnTo>
                    <a:pt x="222528" y="7787"/>
                  </a:lnTo>
                  <a:lnTo>
                    <a:pt x="224350" y="7740"/>
                  </a:lnTo>
                  <a:lnTo>
                    <a:pt x="226160" y="7716"/>
                  </a:lnTo>
                  <a:lnTo>
                    <a:pt x="227970" y="7692"/>
                  </a:lnTo>
                  <a:lnTo>
                    <a:pt x="229779" y="7585"/>
                  </a:lnTo>
                  <a:lnTo>
                    <a:pt x="231601" y="7811"/>
                  </a:lnTo>
                  <a:lnTo>
                    <a:pt x="233411" y="7668"/>
                  </a:lnTo>
                  <a:lnTo>
                    <a:pt x="235232" y="7954"/>
                  </a:lnTo>
                  <a:lnTo>
                    <a:pt x="237042" y="7609"/>
                  </a:lnTo>
                  <a:lnTo>
                    <a:pt x="238804" y="7549"/>
                  </a:lnTo>
                  <a:lnTo>
                    <a:pt x="240626" y="7573"/>
                  </a:lnTo>
                  <a:lnTo>
                    <a:pt x="242352" y="7263"/>
                  </a:lnTo>
                  <a:lnTo>
                    <a:pt x="244186" y="7371"/>
                  </a:lnTo>
                  <a:lnTo>
                    <a:pt x="246007" y="7454"/>
                  </a:lnTo>
                  <a:lnTo>
                    <a:pt x="247817" y="7466"/>
                  </a:lnTo>
                  <a:lnTo>
                    <a:pt x="249520" y="7037"/>
                  </a:lnTo>
                  <a:lnTo>
                    <a:pt x="251365" y="7180"/>
                  </a:lnTo>
                  <a:lnTo>
                    <a:pt x="253139" y="7061"/>
                  </a:lnTo>
                  <a:lnTo>
                    <a:pt x="254842" y="7263"/>
                  </a:lnTo>
                  <a:lnTo>
                    <a:pt x="256652" y="7204"/>
                  </a:lnTo>
                  <a:lnTo>
                    <a:pt x="258414" y="7263"/>
                  </a:lnTo>
                  <a:lnTo>
                    <a:pt x="260093" y="7597"/>
                  </a:lnTo>
                  <a:lnTo>
                    <a:pt x="262045" y="7621"/>
                  </a:lnTo>
                  <a:lnTo>
                    <a:pt x="261890" y="6632"/>
                  </a:lnTo>
                  <a:lnTo>
                    <a:pt x="261676" y="6001"/>
                  </a:lnTo>
                  <a:lnTo>
                    <a:pt x="261581" y="5227"/>
                  </a:lnTo>
                  <a:lnTo>
                    <a:pt x="260938" y="4477"/>
                  </a:lnTo>
                  <a:lnTo>
                    <a:pt x="260438" y="3727"/>
                  </a:lnTo>
                  <a:lnTo>
                    <a:pt x="260104" y="2965"/>
                  </a:lnTo>
                  <a:lnTo>
                    <a:pt x="260045" y="2191"/>
                  </a:lnTo>
                  <a:lnTo>
                    <a:pt x="260533" y="1382"/>
                  </a:lnTo>
                  <a:lnTo>
                    <a:pt x="259747" y="644"/>
                  </a:lnTo>
                  <a:lnTo>
                    <a:pt x="2593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13"/>
            <p:cNvSpPr/>
            <p:nvPr/>
          </p:nvSpPr>
          <p:spPr>
            <a:xfrm>
              <a:off x="311036" y="279900"/>
              <a:ext cx="8496698" cy="4577996"/>
            </a:xfrm>
            <a:custGeom>
              <a:avLst/>
              <a:gdLst/>
              <a:ahLst/>
              <a:cxnLst/>
              <a:rect l="l" t="t" r="r" b="b"/>
              <a:pathLst>
                <a:path w="262082" h="141209" extrusionOk="0">
                  <a:moveTo>
                    <a:pt x="262069" y="12"/>
                  </a:moveTo>
                  <a:lnTo>
                    <a:pt x="256961" y="12"/>
                  </a:lnTo>
                  <a:lnTo>
                    <a:pt x="256961" y="2227"/>
                  </a:lnTo>
                  <a:cubicBezTo>
                    <a:pt x="258045" y="2822"/>
                    <a:pt x="258783" y="3989"/>
                    <a:pt x="258783" y="5323"/>
                  </a:cubicBezTo>
                  <a:cubicBezTo>
                    <a:pt x="258783" y="7263"/>
                    <a:pt x="257211" y="8847"/>
                    <a:pt x="255259" y="8847"/>
                  </a:cubicBezTo>
                  <a:cubicBezTo>
                    <a:pt x="253306" y="8847"/>
                    <a:pt x="251723" y="7263"/>
                    <a:pt x="251723" y="5323"/>
                  </a:cubicBezTo>
                  <a:cubicBezTo>
                    <a:pt x="251723" y="3989"/>
                    <a:pt x="252473" y="2822"/>
                    <a:pt x="253556" y="2227"/>
                  </a:cubicBezTo>
                  <a:lnTo>
                    <a:pt x="253556" y="12"/>
                  </a:lnTo>
                  <a:lnTo>
                    <a:pt x="245258" y="12"/>
                  </a:lnTo>
                  <a:lnTo>
                    <a:pt x="245258" y="2227"/>
                  </a:lnTo>
                  <a:cubicBezTo>
                    <a:pt x="246353" y="2822"/>
                    <a:pt x="247091" y="3989"/>
                    <a:pt x="247091" y="5323"/>
                  </a:cubicBezTo>
                  <a:cubicBezTo>
                    <a:pt x="247091" y="7263"/>
                    <a:pt x="245508" y="8847"/>
                    <a:pt x="243555" y="8847"/>
                  </a:cubicBezTo>
                  <a:cubicBezTo>
                    <a:pt x="241602" y="8847"/>
                    <a:pt x="240031" y="7263"/>
                    <a:pt x="240031" y="5323"/>
                  </a:cubicBezTo>
                  <a:cubicBezTo>
                    <a:pt x="240031" y="3989"/>
                    <a:pt x="240769" y="2822"/>
                    <a:pt x="241852" y="2227"/>
                  </a:cubicBezTo>
                  <a:lnTo>
                    <a:pt x="241852" y="12"/>
                  </a:lnTo>
                  <a:lnTo>
                    <a:pt x="233554" y="12"/>
                  </a:lnTo>
                  <a:lnTo>
                    <a:pt x="233554" y="2227"/>
                  </a:lnTo>
                  <a:cubicBezTo>
                    <a:pt x="234649" y="2822"/>
                    <a:pt x="235387" y="3989"/>
                    <a:pt x="235387" y="5323"/>
                  </a:cubicBezTo>
                  <a:cubicBezTo>
                    <a:pt x="235387" y="7263"/>
                    <a:pt x="233804" y="8847"/>
                    <a:pt x="231851" y="8847"/>
                  </a:cubicBezTo>
                  <a:cubicBezTo>
                    <a:pt x="229910" y="8847"/>
                    <a:pt x="228327" y="7263"/>
                    <a:pt x="228327" y="5323"/>
                  </a:cubicBezTo>
                  <a:cubicBezTo>
                    <a:pt x="228327" y="3989"/>
                    <a:pt x="229065" y="2822"/>
                    <a:pt x="230160" y="2227"/>
                  </a:cubicBezTo>
                  <a:lnTo>
                    <a:pt x="230160" y="12"/>
                  </a:lnTo>
                  <a:lnTo>
                    <a:pt x="221850" y="12"/>
                  </a:lnTo>
                  <a:lnTo>
                    <a:pt x="221850" y="2227"/>
                  </a:lnTo>
                  <a:cubicBezTo>
                    <a:pt x="222945" y="2822"/>
                    <a:pt x="223683" y="3989"/>
                    <a:pt x="223683" y="5323"/>
                  </a:cubicBezTo>
                  <a:cubicBezTo>
                    <a:pt x="223683" y="7263"/>
                    <a:pt x="222100" y="8847"/>
                    <a:pt x="220159" y="8847"/>
                  </a:cubicBezTo>
                  <a:cubicBezTo>
                    <a:pt x="218207" y="8847"/>
                    <a:pt x="216623" y="7263"/>
                    <a:pt x="216623" y="5323"/>
                  </a:cubicBezTo>
                  <a:cubicBezTo>
                    <a:pt x="216623" y="3989"/>
                    <a:pt x="217361" y="2822"/>
                    <a:pt x="218457" y="2227"/>
                  </a:cubicBezTo>
                  <a:lnTo>
                    <a:pt x="218457" y="12"/>
                  </a:lnTo>
                  <a:lnTo>
                    <a:pt x="210158" y="12"/>
                  </a:lnTo>
                  <a:lnTo>
                    <a:pt x="210158" y="2227"/>
                  </a:lnTo>
                  <a:cubicBezTo>
                    <a:pt x="211241" y="2822"/>
                    <a:pt x="211980" y="3989"/>
                    <a:pt x="211980" y="5323"/>
                  </a:cubicBezTo>
                  <a:cubicBezTo>
                    <a:pt x="211980" y="7263"/>
                    <a:pt x="210408" y="8847"/>
                    <a:pt x="208455" y="8847"/>
                  </a:cubicBezTo>
                  <a:cubicBezTo>
                    <a:pt x="206503" y="8847"/>
                    <a:pt x="204919" y="7263"/>
                    <a:pt x="204919" y="5323"/>
                  </a:cubicBezTo>
                  <a:cubicBezTo>
                    <a:pt x="204919" y="3989"/>
                    <a:pt x="205657" y="2822"/>
                    <a:pt x="206753" y="2227"/>
                  </a:cubicBezTo>
                  <a:lnTo>
                    <a:pt x="206753" y="12"/>
                  </a:lnTo>
                  <a:lnTo>
                    <a:pt x="198454" y="12"/>
                  </a:lnTo>
                  <a:lnTo>
                    <a:pt x="198454" y="2227"/>
                  </a:lnTo>
                  <a:cubicBezTo>
                    <a:pt x="199538" y="2822"/>
                    <a:pt x="200288" y="3989"/>
                    <a:pt x="200288" y="5323"/>
                  </a:cubicBezTo>
                  <a:cubicBezTo>
                    <a:pt x="200288" y="7263"/>
                    <a:pt x="198704" y="8847"/>
                    <a:pt x="196752" y="8847"/>
                  </a:cubicBezTo>
                  <a:cubicBezTo>
                    <a:pt x="194799" y="8847"/>
                    <a:pt x="193227" y="7263"/>
                    <a:pt x="193227" y="5323"/>
                  </a:cubicBezTo>
                  <a:cubicBezTo>
                    <a:pt x="193227" y="3989"/>
                    <a:pt x="193965" y="2822"/>
                    <a:pt x="195049" y="2227"/>
                  </a:cubicBezTo>
                  <a:lnTo>
                    <a:pt x="195049" y="12"/>
                  </a:lnTo>
                  <a:lnTo>
                    <a:pt x="185810" y="12"/>
                  </a:lnTo>
                  <a:lnTo>
                    <a:pt x="185810" y="2227"/>
                  </a:lnTo>
                  <a:cubicBezTo>
                    <a:pt x="186893" y="2822"/>
                    <a:pt x="187631" y="3989"/>
                    <a:pt x="187631" y="5323"/>
                  </a:cubicBezTo>
                  <a:cubicBezTo>
                    <a:pt x="187631" y="7263"/>
                    <a:pt x="186060" y="8847"/>
                    <a:pt x="184107" y="8847"/>
                  </a:cubicBezTo>
                  <a:cubicBezTo>
                    <a:pt x="182154" y="8847"/>
                    <a:pt x="180571" y="7263"/>
                    <a:pt x="180571" y="5323"/>
                  </a:cubicBezTo>
                  <a:cubicBezTo>
                    <a:pt x="180571" y="3989"/>
                    <a:pt x="181309" y="2822"/>
                    <a:pt x="182404" y="2227"/>
                  </a:cubicBezTo>
                  <a:lnTo>
                    <a:pt x="182404" y="12"/>
                  </a:lnTo>
                  <a:lnTo>
                    <a:pt x="174106" y="12"/>
                  </a:lnTo>
                  <a:lnTo>
                    <a:pt x="174106" y="2227"/>
                  </a:lnTo>
                  <a:cubicBezTo>
                    <a:pt x="175189" y="2822"/>
                    <a:pt x="175939" y="3989"/>
                    <a:pt x="175939" y="5323"/>
                  </a:cubicBezTo>
                  <a:cubicBezTo>
                    <a:pt x="175939" y="7263"/>
                    <a:pt x="174356" y="8847"/>
                    <a:pt x="172403" y="8847"/>
                  </a:cubicBezTo>
                  <a:cubicBezTo>
                    <a:pt x="170451" y="8847"/>
                    <a:pt x="168879" y="7263"/>
                    <a:pt x="168879" y="5323"/>
                  </a:cubicBezTo>
                  <a:cubicBezTo>
                    <a:pt x="168879" y="3989"/>
                    <a:pt x="169617" y="2822"/>
                    <a:pt x="170701" y="2227"/>
                  </a:cubicBezTo>
                  <a:lnTo>
                    <a:pt x="170701" y="12"/>
                  </a:lnTo>
                  <a:lnTo>
                    <a:pt x="162402" y="12"/>
                  </a:lnTo>
                  <a:lnTo>
                    <a:pt x="162402" y="2227"/>
                  </a:lnTo>
                  <a:cubicBezTo>
                    <a:pt x="163497" y="2822"/>
                    <a:pt x="164236" y="3989"/>
                    <a:pt x="164236" y="5323"/>
                  </a:cubicBezTo>
                  <a:cubicBezTo>
                    <a:pt x="164236" y="7263"/>
                    <a:pt x="162652" y="8847"/>
                    <a:pt x="160699" y="8847"/>
                  </a:cubicBezTo>
                  <a:cubicBezTo>
                    <a:pt x="158759" y="8847"/>
                    <a:pt x="157175" y="7263"/>
                    <a:pt x="157175" y="5323"/>
                  </a:cubicBezTo>
                  <a:cubicBezTo>
                    <a:pt x="157175" y="3989"/>
                    <a:pt x="157913" y="2822"/>
                    <a:pt x="159009" y="2227"/>
                  </a:cubicBezTo>
                  <a:lnTo>
                    <a:pt x="159009" y="12"/>
                  </a:lnTo>
                  <a:lnTo>
                    <a:pt x="150698" y="12"/>
                  </a:lnTo>
                  <a:lnTo>
                    <a:pt x="150698" y="2227"/>
                  </a:lnTo>
                  <a:cubicBezTo>
                    <a:pt x="151794" y="2822"/>
                    <a:pt x="152532" y="3989"/>
                    <a:pt x="152532" y="5323"/>
                  </a:cubicBezTo>
                  <a:cubicBezTo>
                    <a:pt x="152532" y="7263"/>
                    <a:pt x="150948" y="8847"/>
                    <a:pt x="149007" y="8847"/>
                  </a:cubicBezTo>
                  <a:cubicBezTo>
                    <a:pt x="147055" y="8847"/>
                    <a:pt x="145471" y="7263"/>
                    <a:pt x="145471" y="5323"/>
                  </a:cubicBezTo>
                  <a:cubicBezTo>
                    <a:pt x="145471" y="3989"/>
                    <a:pt x="146209" y="2822"/>
                    <a:pt x="147305" y="2227"/>
                  </a:cubicBezTo>
                  <a:lnTo>
                    <a:pt x="147305" y="12"/>
                  </a:lnTo>
                  <a:lnTo>
                    <a:pt x="139006" y="12"/>
                  </a:lnTo>
                  <a:lnTo>
                    <a:pt x="139006" y="2227"/>
                  </a:lnTo>
                  <a:cubicBezTo>
                    <a:pt x="140090" y="2822"/>
                    <a:pt x="140828" y="3989"/>
                    <a:pt x="140828" y="5323"/>
                  </a:cubicBezTo>
                  <a:cubicBezTo>
                    <a:pt x="140828" y="7263"/>
                    <a:pt x="139256" y="8847"/>
                    <a:pt x="137304" y="8847"/>
                  </a:cubicBezTo>
                  <a:cubicBezTo>
                    <a:pt x="135351" y="8847"/>
                    <a:pt x="133767" y="7263"/>
                    <a:pt x="133767" y="5323"/>
                  </a:cubicBezTo>
                  <a:cubicBezTo>
                    <a:pt x="133767" y="3989"/>
                    <a:pt x="134506" y="2822"/>
                    <a:pt x="135601" y="2227"/>
                  </a:cubicBezTo>
                  <a:lnTo>
                    <a:pt x="135601" y="12"/>
                  </a:lnTo>
                  <a:lnTo>
                    <a:pt x="127302" y="12"/>
                  </a:lnTo>
                  <a:lnTo>
                    <a:pt x="127302" y="2227"/>
                  </a:lnTo>
                  <a:cubicBezTo>
                    <a:pt x="128386" y="2822"/>
                    <a:pt x="129136" y="3989"/>
                    <a:pt x="129136" y="5323"/>
                  </a:cubicBezTo>
                  <a:cubicBezTo>
                    <a:pt x="129136" y="7263"/>
                    <a:pt x="127552" y="8847"/>
                    <a:pt x="125600" y="8847"/>
                  </a:cubicBezTo>
                  <a:cubicBezTo>
                    <a:pt x="123647" y="8847"/>
                    <a:pt x="122076" y="7263"/>
                    <a:pt x="122076" y="5323"/>
                  </a:cubicBezTo>
                  <a:cubicBezTo>
                    <a:pt x="122076" y="3989"/>
                    <a:pt x="122814" y="2822"/>
                    <a:pt x="123897" y="2227"/>
                  </a:cubicBezTo>
                  <a:lnTo>
                    <a:pt x="123897" y="12"/>
                  </a:lnTo>
                  <a:lnTo>
                    <a:pt x="115599" y="12"/>
                  </a:lnTo>
                  <a:lnTo>
                    <a:pt x="115599" y="2227"/>
                  </a:lnTo>
                  <a:cubicBezTo>
                    <a:pt x="116694" y="2822"/>
                    <a:pt x="117432" y="3989"/>
                    <a:pt x="117432" y="5323"/>
                  </a:cubicBezTo>
                  <a:cubicBezTo>
                    <a:pt x="117432" y="7263"/>
                    <a:pt x="115849" y="8847"/>
                    <a:pt x="113896" y="8847"/>
                  </a:cubicBezTo>
                  <a:cubicBezTo>
                    <a:pt x="111955" y="8847"/>
                    <a:pt x="110372" y="7263"/>
                    <a:pt x="110372" y="5323"/>
                  </a:cubicBezTo>
                  <a:cubicBezTo>
                    <a:pt x="110372" y="3989"/>
                    <a:pt x="111110" y="2822"/>
                    <a:pt x="112205" y="2227"/>
                  </a:cubicBezTo>
                  <a:lnTo>
                    <a:pt x="112205" y="12"/>
                  </a:lnTo>
                  <a:lnTo>
                    <a:pt x="103895" y="12"/>
                  </a:lnTo>
                  <a:lnTo>
                    <a:pt x="103895" y="2227"/>
                  </a:lnTo>
                  <a:cubicBezTo>
                    <a:pt x="104990" y="2822"/>
                    <a:pt x="105728" y="3989"/>
                    <a:pt x="105728" y="5323"/>
                  </a:cubicBezTo>
                  <a:cubicBezTo>
                    <a:pt x="105728" y="7263"/>
                    <a:pt x="104145" y="8847"/>
                    <a:pt x="102204" y="8847"/>
                  </a:cubicBezTo>
                  <a:cubicBezTo>
                    <a:pt x="100632" y="8847"/>
                    <a:pt x="99311" y="7835"/>
                    <a:pt x="98846" y="6418"/>
                  </a:cubicBezTo>
                  <a:lnTo>
                    <a:pt x="98811" y="4323"/>
                  </a:lnTo>
                  <a:cubicBezTo>
                    <a:pt x="99073" y="3418"/>
                    <a:pt x="99692" y="2668"/>
                    <a:pt x="100501" y="2227"/>
                  </a:cubicBezTo>
                  <a:lnTo>
                    <a:pt x="100501" y="12"/>
                  </a:lnTo>
                  <a:lnTo>
                    <a:pt x="91953" y="12"/>
                  </a:lnTo>
                  <a:lnTo>
                    <a:pt x="91953" y="2227"/>
                  </a:lnTo>
                  <a:cubicBezTo>
                    <a:pt x="93048" y="2822"/>
                    <a:pt x="93786" y="3989"/>
                    <a:pt x="93786" y="5323"/>
                  </a:cubicBezTo>
                  <a:cubicBezTo>
                    <a:pt x="93786" y="7263"/>
                    <a:pt x="92203" y="8847"/>
                    <a:pt x="90250" y="8847"/>
                  </a:cubicBezTo>
                  <a:cubicBezTo>
                    <a:pt x="88309" y="8847"/>
                    <a:pt x="86726" y="7263"/>
                    <a:pt x="86726" y="5323"/>
                  </a:cubicBezTo>
                  <a:cubicBezTo>
                    <a:pt x="86726" y="3989"/>
                    <a:pt x="87464" y="2822"/>
                    <a:pt x="88559" y="2227"/>
                  </a:cubicBezTo>
                  <a:lnTo>
                    <a:pt x="88559" y="12"/>
                  </a:lnTo>
                  <a:lnTo>
                    <a:pt x="80249" y="12"/>
                  </a:lnTo>
                  <a:lnTo>
                    <a:pt x="80249" y="2227"/>
                  </a:lnTo>
                  <a:cubicBezTo>
                    <a:pt x="81344" y="2822"/>
                    <a:pt x="82082" y="3989"/>
                    <a:pt x="82082" y="5323"/>
                  </a:cubicBezTo>
                  <a:cubicBezTo>
                    <a:pt x="82082" y="7263"/>
                    <a:pt x="80499" y="8847"/>
                    <a:pt x="78558" y="8847"/>
                  </a:cubicBezTo>
                  <a:cubicBezTo>
                    <a:pt x="76606" y="8847"/>
                    <a:pt x="75022" y="7263"/>
                    <a:pt x="75022" y="5323"/>
                  </a:cubicBezTo>
                  <a:cubicBezTo>
                    <a:pt x="75022" y="3989"/>
                    <a:pt x="75760" y="2822"/>
                    <a:pt x="76856" y="2227"/>
                  </a:cubicBezTo>
                  <a:lnTo>
                    <a:pt x="76856" y="12"/>
                  </a:lnTo>
                  <a:lnTo>
                    <a:pt x="68557" y="12"/>
                  </a:lnTo>
                  <a:lnTo>
                    <a:pt x="68557" y="2227"/>
                  </a:lnTo>
                  <a:cubicBezTo>
                    <a:pt x="69640" y="2822"/>
                    <a:pt x="70379" y="3989"/>
                    <a:pt x="70379" y="5323"/>
                  </a:cubicBezTo>
                  <a:cubicBezTo>
                    <a:pt x="70379" y="7263"/>
                    <a:pt x="68807" y="8847"/>
                    <a:pt x="66854" y="8847"/>
                  </a:cubicBezTo>
                  <a:cubicBezTo>
                    <a:pt x="64902" y="8847"/>
                    <a:pt x="63318" y="7263"/>
                    <a:pt x="63318" y="5323"/>
                  </a:cubicBezTo>
                  <a:cubicBezTo>
                    <a:pt x="63318" y="3989"/>
                    <a:pt x="64068" y="2822"/>
                    <a:pt x="65152" y="2227"/>
                  </a:cubicBezTo>
                  <a:lnTo>
                    <a:pt x="65152" y="12"/>
                  </a:lnTo>
                  <a:lnTo>
                    <a:pt x="56853" y="12"/>
                  </a:lnTo>
                  <a:lnTo>
                    <a:pt x="56853" y="2227"/>
                  </a:lnTo>
                  <a:cubicBezTo>
                    <a:pt x="57948" y="2822"/>
                    <a:pt x="58687" y="3989"/>
                    <a:pt x="58687" y="5323"/>
                  </a:cubicBezTo>
                  <a:cubicBezTo>
                    <a:pt x="58687" y="7263"/>
                    <a:pt x="57103" y="8847"/>
                    <a:pt x="55150" y="8847"/>
                  </a:cubicBezTo>
                  <a:cubicBezTo>
                    <a:pt x="53198" y="8847"/>
                    <a:pt x="51626" y="7263"/>
                    <a:pt x="51626" y="5323"/>
                  </a:cubicBezTo>
                  <a:cubicBezTo>
                    <a:pt x="51626" y="3989"/>
                    <a:pt x="52364" y="2822"/>
                    <a:pt x="53448" y="2227"/>
                  </a:cubicBezTo>
                  <a:lnTo>
                    <a:pt x="53448" y="12"/>
                  </a:lnTo>
                  <a:lnTo>
                    <a:pt x="45149" y="12"/>
                  </a:lnTo>
                  <a:lnTo>
                    <a:pt x="45149" y="2227"/>
                  </a:lnTo>
                  <a:cubicBezTo>
                    <a:pt x="46245" y="2822"/>
                    <a:pt x="46983" y="3989"/>
                    <a:pt x="46983" y="5323"/>
                  </a:cubicBezTo>
                  <a:cubicBezTo>
                    <a:pt x="46983" y="7263"/>
                    <a:pt x="45399" y="8847"/>
                    <a:pt x="43447" y="8847"/>
                  </a:cubicBezTo>
                  <a:cubicBezTo>
                    <a:pt x="41506" y="8847"/>
                    <a:pt x="39922" y="7263"/>
                    <a:pt x="39922" y="5323"/>
                  </a:cubicBezTo>
                  <a:cubicBezTo>
                    <a:pt x="39922" y="3989"/>
                    <a:pt x="40661" y="2822"/>
                    <a:pt x="41756" y="2227"/>
                  </a:cubicBezTo>
                  <a:lnTo>
                    <a:pt x="41756" y="12"/>
                  </a:lnTo>
                  <a:lnTo>
                    <a:pt x="33445" y="12"/>
                  </a:lnTo>
                  <a:lnTo>
                    <a:pt x="33445" y="2227"/>
                  </a:lnTo>
                  <a:cubicBezTo>
                    <a:pt x="34541" y="2822"/>
                    <a:pt x="35279" y="3989"/>
                    <a:pt x="35279" y="5323"/>
                  </a:cubicBezTo>
                  <a:cubicBezTo>
                    <a:pt x="35279" y="7263"/>
                    <a:pt x="33695" y="8847"/>
                    <a:pt x="31755" y="8847"/>
                  </a:cubicBezTo>
                  <a:cubicBezTo>
                    <a:pt x="29802" y="8847"/>
                    <a:pt x="28219" y="7263"/>
                    <a:pt x="28219" y="5323"/>
                  </a:cubicBezTo>
                  <a:cubicBezTo>
                    <a:pt x="28219" y="3989"/>
                    <a:pt x="28957" y="2822"/>
                    <a:pt x="30052" y="2227"/>
                  </a:cubicBezTo>
                  <a:lnTo>
                    <a:pt x="30052" y="12"/>
                  </a:lnTo>
                  <a:lnTo>
                    <a:pt x="21753" y="12"/>
                  </a:lnTo>
                  <a:lnTo>
                    <a:pt x="21753" y="2227"/>
                  </a:lnTo>
                  <a:cubicBezTo>
                    <a:pt x="22837" y="2822"/>
                    <a:pt x="23575" y="3989"/>
                    <a:pt x="23575" y="5323"/>
                  </a:cubicBezTo>
                  <a:cubicBezTo>
                    <a:pt x="23575" y="7263"/>
                    <a:pt x="22003" y="8847"/>
                    <a:pt x="20051" y="8847"/>
                  </a:cubicBezTo>
                  <a:cubicBezTo>
                    <a:pt x="18098" y="8847"/>
                    <a:pt x="16515" y="7263"/>
                    <a:pt x="16515" y="5323"/>
                  </a:cubicBezTo>
                  <a:cubicBezTo>
                    <a:pt x="16515" y="3989"/>
                    <a:pt x="17265" y="2822"/>
                    <a:pt x="18348" y="2227"/>
                  </a:cubicBezTo>
                  <a:lnTo>
                    <a:pt x="18348" y="12"/>
                  </a:lnTo>
                  <a:lnTo>
                    <a:pt x="10050" y="12"/>
                  </a:lnTo>
                  <a:lnTo>
                    <a:pt x="10050" y="2227"/>
                  </a:lnTo>
                  <a:cubicBezTo>
                    <a:pt x="11145" y="2822"/>
                    <a:pt x="11883" y="3989"/>
                    <a:pt x="11883" y="5323"/>
                  </a:cubicBezTo>
                  <a:cubicBezTo>
                    <a:pt x="11883" y="7263"/>
                    <a:pt x="10300" y="8847"/>
                    <a:pt x="8347" y="8847"/>
                  </a:cubicBezTo>
                  <a:cubicBezTo>
                    <a:pt x="6394" y="8847"/>
                    <a:pt x="4823" y="7263"/>
                    <a:pt x="4823" y="5323"/>
                  </a:cubicBezTo>
                  <a:cubicBezTo>
                    <a:pt x="4823" y="3989"/>
                    <a:pt x="5561" y="2822"/>
                    <a:pt x="6644" y="2227"/>
                  </a:cubicBezTo>
                  <a:lnTo>
                    <a:pt x="6644" y="12"/>
                  </a:lnTo>
                  <a:lnTo>
                    <a:pt x="239" y="12"/>
                  </a:lnTo>
                  <a:lnTo>
                    <a:pt x="239" y="110550"/>
                  </a:lnTo>
                  <a:lnTo>
                    <a:pt x="1" y="136267"/>
                  </a:lnTo>
                  <a:lnTo>
                    <a:pt x="7811" y="134767"/>
                  </a:lnTo>
                  <a:lnTo>
                    <a:pt x="22718" y="137839"/>
                  </a:lnTo>
                  <a:lnTo>
                    <a:pt x="29814" y="137839"/>
                  </a:lnTo>
                  <a:lnTo>
                    <a:pt x="44006" y="139982"/>
                  </a:lnTo>
                  <a:lnTo>
                    <a:pt x="54662" y="139982"/>
                  </a:lnTo>
                  <a:lnTo>
                    <a:pt x="74534" y="137375"/>
                  </a:lnTo>
                  <a:lnTo>
                    <a:pt x="86595" y="139982"/>
                  </a:lnTo>
                  <a:lnTo>
                    <a:pt x="113574" y="139982"/>
                  </a:lnTo>
                  <a:lnTo>
                    <a:pt x="145519" y="137375"/>
                  </a:lnTo>
                  <a:lnTo>
                    <a:pt x="161128" y="139982"/>
                  </a:lnTo>
                  <a:lnTo>
                    <a:pt x="177463" y="137375"/>
                  </a:lnTo>
                  <a:lnTo>
                    <a:pt x="206562" y="137375"/>
                  </a:lnTo>
                  <a:lnTo>
                    <a:pt x="220755" y="139982"/>
                  </a:lnTo>
                  <a:lnTo>
                    <a:pt x="237090" y="139982"/>
                  </a:lnTo>
                  <a:lnTo>
                    <a:pt x="253175" y="139268"/>
                  </a:lnTo>
                  <a:lnTo>
                    <a:pt x="261926" y="141208"/>
                  </a:lnTo>
                  <a:lnTo>
                    <a:pt x="262081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13"/>
            <p:cNvSpPr/>
            <p:nvPr/>
          </p:nvSpPr>
          <p:spPr>
            <a:xfrm>
              <a:off x="636825" y="1219860"/>
              <a:ext cx="7850114" cy="4668"/>
            </a:xfrm>
            <a:custGeom>
              <a:avLst/>
              <a:gdLst/>
              <a:ahLst/>
              <a:cxnLst/>
              <a:rect l="l" t="t" r="r" b="b"/>
              <a:pathLst>
                <a:path w="242138" h="144" extrusionOk="0">
                  <a:moveTo>
                    <a:pt x="1" y="0"/>
                  </a:moveTo>
                  <a:lnTo>
                    <a:pt x="1" y="143"/>
                  </a:lnTo>
                  <a:lnTo>
                    <a:pt x="242138" y="143"/>
                  </a:lnTo>
                  <a:lnTo>
                    <a:pt x="2421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13"/>
            <p:cNvSpPr/>
            <p:nvPr/>
          </p:nvSpPr>
          <p:spPr>
            <a:xfrm>
              <a:off x="636825" y="1534074"/>
              <a:ext cx="7850114" cy="4636"/>
            </a:xfrm>
            <a:custGeom>
              <a:avLst/>
              <a:gdLst/>
              <a:ahLst/>
              <a:cxnLst/>
              <a:rect l="l" t="t" r="r" b="b"/>
              <a:pathLst>
                <a:path w="242138" h="143" extrusionOk="0">
                  <a:moveTo>
                    <a:pt x="1" y="0"/>
                  </a:moveTo>
                  <a:lnTo>
                    <a:pt x="1" y="143"/>
                  </a:lnTo>
                  <a:lnTo>
                    <a:pt x="242138" y="143"/>
                  </a:lnTo>
                  <a:lnTo>
                    <a:pt x="2421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13"/>
            <p:cNvSpPr/>
            <p:nvPr/>
          </p:nvSpPr>
          <p:spPr>
            <a:xfrm>
              <a:off x="636825" y="1848257"/>
              <a:ext cx="7850114" cy="5058"/>
            </a:xfrm>
            <a:custGeom>
              <a:avLst/>
              <a:gdLst/>
              <a:ahLst/>
              <a:cxnLst/>
              <a:rect l="l" t="t" r="r" b="b"/>
              <a:pathLst>
                <a:path w="242138" h="156" extrusionOk="0">
                  <a:moveTo>
                    <a:pt x="1" y="1"/>
                  </a:moveTo>
                  <a:lnTo>
                    <a:pt x="1" y="156"/>
                  </a:lnTo>
                  <a:lnTo>
                    <a:pt x="242138" y="156"/>
                  </a:lnTo>
                  <a:lnTo>
                    <a:pt x="2421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13"/>
            <p:cNvSpPr/>
            <p:nvPr/>
          </p:nvSpPr>
          <p:spPr>
            <a:xfrm>
              <a:off x="636825" y="2162860"/>
              <a:ext cx="7850114" cy="4668"/>
            </a:xfrm>
            <a:custGeom>
              <a:avLst/>
              <a:gdLst/>
              <a:ahLst/>
              <a:cxnLst/>
              <a:rect l="l" t="t" r="r" b="b"/>
              <a:pathLst>
                <a:path w="242138" h="144" extrusionOk="0">
                  <a:moveTo>
                    <a:pt x="1" y="0"/>
                  </a:moveTo>
                  <a:lnTo>
                    <a:pt x="1" y="143"/>
                  </a:lnTo>
                  <a:lnTo>
                    <a:pt x="242138" y="143"/>
                  </a:lnTo>
                  <a:lnTo>
                    <a:pt x="2421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13"/>
            <p:cNvSpPr/>
            <p:nvPr/>
          </p:nvSpPr>
          <p:spPr>
            <a:xfrm>
              <a:off x="636825" y="2477075"/>
              <a:ext cx="7850114" cy="5025"/>
            </a:xfrm>
            <a:custGeom>
              <a:avLst/>
              <a:gdLst/>
              <a:ahLst/>
              <a:cxnLst/>
              <a:rect l="l" t="t" r="r" b="b"/>
              <a:pathLst>
                <a:path w="242138" h="155" extrusionOk="0">
                  <a:moveTo>
                    <a:pt x="1" y="0"/>
                  </a:moveTo>
                  <a:lnTo>
                    <a:pt x="1" y="155"/>
                  </a:lnTo>
                  <a:lnTo>
                    <a:pt x="242138" y="155"/>
                  </a:lnTo>
                  <a:lnTo>
                    <a:pt x="2421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13"/>
            <p:cNvSpPr/>
            <p:nvPr/>
          </p:nvSpPr>
          <p:spPr>
            <a:xfrm>
              <a:off x="636825" y="2791646"/>
              <a:ext cx="7850114" cy="4668"/>
            </a:xfrm>
            <a:custGeom>
              <a:avLst/>
              <a:gdLst/>
              <a:ahLst/>
              <a:cxnLst/>
              <a:rect l="l" t="t" r="r" b="b"/>
              <a:pathLst>
                <a:path w="242138" h="144" extrusionOk="0">
                  <a:moveTo>
                    <a:pt x="1" y="1"/>
                  </a:moveTo>
                  <a:lnTo>
                    <a:pt x="1" y="143"/>
                  </a:lnTo>
                  <a:lnTo>
                    <a:pt x="242138" y="143"/>
                  </a:lnTo>
                  <a:lnTo>
                    <a:pt x="2421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13"/>
            <p:cNvSpPr/>
            <p:nvPr/>
          </p:nvSpPr>
          <p:spPr>
            <a:xfrm>
              <a:off x="648788" y="3110497"/>
              <a:ext cx="7850146" cy="5025"/>
            </a:xfrm>
            <a:custGeom>
              <a:avLst/>
              <a:gdLst/>
              <a:ahLst/>
              <a:cxnLst/>
              <a:rect l="l" t="t" r="r" b="b"/>
              <a:pathLst>
                <a:path w="242139" h="155" extrusionOk="0">
                  <a:moveTo>
                    <a:pt x="1" y="0"/>
                  </a:moveTo>
                  <a:lnTo>
                    <a:pt x="1" y="155"/>
                  </a:lnTo>
                  <a:lnTo>
                    <a:pt x="242138" y="155"/>
                  </a:lnTo>
                  <a:lnTo>
                    <a:pt x="2421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13"/>
            <p:cNvSpPr/>
            <p:nvPr/>
          </p:nvSpPr>
          <p:spPr>
            <a:xfrm>
              <a:off x="648788" y="3425068"/>
              <a:ext cx="7850146" cy="4668"/>
            </a:xfrm>
            <a:custGeom>
              <a:avLst/>
              <a:gdLst/>
              <a:ahLst/>
              <a:cxnLst/>
              <a:rect l="l" t="t" r="r" b="b"/>
              <a:pathLst>
                <a:path w="242139" h="144" extrusionOk="0">
                  <a:moveTo>
                    <a:pt x="1" y="1"/>
                  </a:moveTo>
                  <a:lnTo>
                    <a:pt x="1" y="144"/>
                  </a:lnTo>
                  <a:lnTo>
                    <a:pt x="242138" y="144"/>
                  </a:lnTo>
                  <a:lnTo>
                    <a:pt x="2421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13"/>
            <p:cNvSpPr/>
            <p:nvPr/>
          </p:nvSpPr>
          <p:spPr>
            <a:xfrm>
              <a:off x="648788" y="3739283"/>
              <a:ext cx="7850146" cy="5058"/>
            </a:xfrm>
            <a:custGeom>
              <a:avLst/>
              <a:gdLst/>
              <a:ahLst/>
              <a:cxnLst/>
              <a:rect l="l" t="t" r="r" b="b"/>
              <a:pathLst>
                <a:path w="242139" h="156" extrusionOk="0">
                  <a:moveTo>
                    <a:pt x="1" y="0"/>
                  </a:moveTo>
                  <a:lnTo>
                    <a:pt x="1" y="155"/>
                  </a:lnTo>
                  <a:lnTo>
                    <a:pt x="242138" y="155"/>
                  </a:lnTo>
                  <a:lnTo>
                    <a:pt x="2421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13"/>
            <p:cNvSpPr/>
            <p:nvPr/>
          </p:nvSpPr>
          <p:spPr>
            <a:xfrm>
              <a:off x="648788" y="4053854"/>
              <a:ext cx="7850146" cy="4668"/>
            </a:xfrm>
            <a:custGeom>
              <a:avLst/>
              <a:gdLst/>
              <a:ahLst/>
              <a:cxnLst/>
              <a:rect l="l" t="t" r="r" b="b"/>
              <a:pathLst>
                <a:path w="242139" h="144" extrusionOk="0">
                  <a:moveTo>
                    <a:pt x="1" y="1"/>
                  </a:moveTo>
                  <a:lnTo>
                    <a:pt x="1" y="144"/>
                  </a:lnTo>
                  <a:lnTo>
                    <a:pt x="242138" y="144"/>
                  </a:lnTo>
                  <a:lnTo>
                    <a:pt x="2421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13"/>
            <p:cNvSpPr/>
            <p:nvPr/>
          </p:nvSpPr>
          <p:spPr>
            <a:xfrm>
              <a:off x="648788" y="4368069"/>
              <a:ext cx="7850146" cy="5058"/>
            </a:xfrm>
            <a:custGeom>
              <a:avLst/>
              <a:gdLst/>
              <a:ahLst/>
              <a:cxnLst/>
              <a:rect l="l" t="t" r="r" b="b"/>
              <a:pathLst>
                <a:path w="242139" h="156" extrusionOk="0">
                  <a:moveTo>
                    <a:pt x="1" y="1"/>
                  </a:moveTo>
                  <a:lnTo>
                    <a:pt x="1" y="155"/>
                  </a:lnTo>
                  <a:lnTo>
                    <a:pt x="242138" y="155"/>
                  </a:lnTo>
                  <a:lnTo>
                    <a:pt x="2421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9" name="Google Shape;249;p13"/>
          <p:cNvSpPr/>
          <p:nvPr/>
        </p:nvSpPr>
        <p:spPr>
          <a:xfrm>
            <a:off x="427026" y="3792675"/>
            <a:ext cx="100451" cy="100451"/>
          </a:xfrm>
          <a:custGeom>
            <a:avLst/>
            <a:gdLst/>
            <a:ahLst/>
            <a:cxnLst/>
            <a:rect l="l" t="t" r="r" b="b"/>
            <a:pathLst>
              <a:path w="2835" h="2836" extrusionOk="0">
                <a:moveTo>
                  <a:pt x="1417" y="0"/>
                </a:moveTo>
                <a:cubicBezTo>
                  <a:pt x="635" y="0"/>
                  <a:pt x="0" y="635"/>
                  <a:pt x="0" y="1418"/>
                </a:cubicBezTo>
                <a:cubicBezTo>
                  <a:pt x="0" y="2200"/>
                  <a:pt x="635" y="2835"/>
                  <a:pt x="1417" y="2835"/>
                </a:cubicBezTo>
                <a:cubicBezTo>
                  <a:pt x="2200" y="2835"/>
                  <a:pt x="2835" y="2200"/>
                  <a:pt x="2835" y="1418"/>
                </a:cubicBezTo>
                <a:cubicBezTo>
                  <a:pt x="2835" y="635"/>
                  <a:pt x="2201" y="0"/>
                  <a:pt x="141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3"/>
          <p:cNvSpPr/>
          <p:nvPr/>
        </p:nvSpPr>
        <p:spPr>
          <a:xfrm rot="9900038">
            <a:off x="540157" y="674945"/>
            <a:ext cx="112799" cy="112855"/>
          </a:xfrm>
          <a:custGeom>
            <a:avLst/>
            <a:gdLst/>
            <a:ahLst/>
            <a:cxnLst/>
            <a:rect l="l" t="t" r="r" b="b"/>
            <a:pathLst>
              <a:path w="2835" h="2836" extrusionOk="0">
                <a:moveTo>
                  <a:pt x="1417" y="0"/>
                </a:moveTo>
                <a:cubicBezTo>
                  <a:pt x="635" y="0"/>
                  <a:pt x="0" y="635"/>
                  <a:pt x="0" y="1418"/>
                </a:cubicBezTo>
                <a:cubicBezTo>
                  <a:pt x="0" y="2200"/>
                  <a:pt x="635" y="2835"/>
                  <a:pt x="1417" y="2835"/>
                </a:cubicBezTo>
                <a:cubicBezTo>
                  <a:pt x="2200" y="2835"/>
                  <a:pt x="2835" y="2200"/>
                  <a:pt x="2835" y="1418"/>
                </a:cubicBezTo>
                <a:cubicBezTo>
                  <a:pt x="2835" y="635"/>
                  <a:pt x="2201" y="0"/>
                  <a:pt x="141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3"/>
          <p:cNvSpPr/>
          <p:nvPr/>
        </p:nvSpPr>
        <p:spPr>
          <a:xfrm>
            <a:off x="8474251" y="4478433"/>
            <a:ext cx="112801" cy="112819"/>
          </a:xfrm>
          <a:custGeom>
            <a:avLst/>
            <a:gdLst/>
            <a:ahLst/>
            <a:cxnLst/>
            <a:rect l="l" t="t" r="r" b="b"/>
            <a:pathLst>
              <a:path w="6138" h="6139" extrusionOk="0">
                <a:moveTo>
                  <a:pt x="3069" y="0"/>
                </a:moveTo>
                <a:cubicBezTo>
                  <a:pt x="2625" y="513"/>
                  <a:pt x="2402" y="1024"/>
                  <a:pt x="2235" y="1535"/>
                </a:cubicBezTo>
                <a:cubicBezTo>
                  <a:pt x="2177" y="1722"/>
                  <a:pt x="2134" y="1909"/>
                  <a:pt x="2099" y="2097"/>
                </a:cubicBezTo>
                <a:cubicBezTo>
                  <a:pt x="1912" y="2131"/>
                  <a:pt x="1723" y="2173"/>
                  <a:pt x="1536" y="2233"/>
                </a:cubicBezTo>
                <a:cubicBezTo>
                  <a:pt x="1023" y="2398"/>
                  <a:pt x="512" y="2623"/>
                  <a:pt x="1" y="3070"/>
                </a:cubicBezTo>
                <a:cubicBezTo>
                  <a:pt x="512" y="3517"/>
                  <a:pt x="1023" y="3740"/>
                  <a:pt x="1536" y="3907"/>
                </a:cubicBezTo>
                <a:cubicBezTo>
                  <a:pt x="1722" y="3966"/>
                  <a:pt x="1909" y="4008"/>
                  <a:pt x="2096" y="4042"/>
                </a:cubicBezTo>
                <a:cubicBezTo>
                  <a:pt x="2132" y="4230"/>
                  <a:pt x="2173" y="4417"/>
                  <a:pt x="2232" y="4604"/>
                </a:cubicBezTo>
                <a:cubicBezTo>
                  <a:pt x="2399" y="5115"/>
                  <a:pt x="2622" y="5627"/>
                  <a:pt x="3069" y="6138"/>
                </a:cubicBezTo>
                <a:cubicBezTo>
                  <a:pt x="3517" y="5627"/>
                  <a:pt x="3741" y="5115"/>
                  <a:pt x="3906" y="4604"/>
                </a:cubicBezTo>
                <a:cubicBezTo>
                  <a:pt x="3966" y="4416"/>
                  <a:pt x="4008" y="4229"/>
                  <a:pt x="4042" y="4040"/>
                </a:cubicBezTo>
                <a:cubicBezTo>
                  <a:pt x="4230" y="4005"/>
                  <a:pt x="4416" y="3963"/>
                  <a:pt x="4604" y="3904"/>
                </a:cubicBezTo>
                <a:cubicBezTo>
                  <a:pt x="5115" y="3737"/>
                  <a:pt x="5626" y="3514"/>
                  <a:pt x="6138" y="3070"/>
                </a:cubicBezTo>
                <a:cubicBezTo>
                  <a:pt x="5626" y="2625"/>
                  <a:pt x="5115" y="2402"/>
                  <a:pt x="4604" y="2235"/>
                </a:cubicBezTo>
                <a:cubicBezTo>
                  <a:pt x="4416" y="2176"/>
                  <a:pt x="4228" y="2133"/>
                  <a:pt x="4040" y="2099"/>
                </a:cubicBezTo>
                <a:cubicBezTo>
                  <a:pt x="4005" y="1910"/>
                  <a:pt x="3963" y="1723"/>
                  <a:pt x="3904" y="1535"/>
                </a:cubicBezTo>
                <a:cubicBezTo>
                  <a:pt x="3738" y="1024"/>
                  <a:pt x="3514" y="513"/>
                  <a:pt x="306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3"/>
          <p:cNvSpPr/>
          <p:nvPr/>
        </p:nvSpPr>
        <p:spPr>
          <a:xfrm rot="9899885">
            <a:off x="621991" y="1804003"/>
            <a:ext cx="82005" cy="82047"/>
          </a:xfrm>
          <a:custGeom>
            <a:avLst/>
            <a:gdLst/>
            <a:ahLst/>
            <a:cxnLst/>
            <a:rect l="l" t="t" r="r" b="b"/>
            <a:pathLst>
              <a:path w="2835" h="2836" extrusionOk="0">
                <a:moveTo>
                  <a:pt x="1417" y="0"/>
                </a:moveTo>
                <a:cubicBezTo>
                  <a:pt x="635" y="0"/>
                  <a:pt x="0" y="635"/>
                  <a:pt x="0" y="1418"/>
                </a:cubicBezTo>
                <a:cubicBezTo>
                  <a:pt x="0" y="2200"/>
                  <a:pt x="635" y="2835"/>
                  <a:pt x="1417" y="2835"/>
                </a:cubicBezTo>
                <a:cubicBezTo>
                  <a:pt x="2200" y="2835"/>
                  <a:pt x="2835" y="2200"/>
                  <a:pt x="2835" y="1418"/>
                </a:cubicBezTo>
                <a:cubicBezTo>
                  <a:pt x="2835" y="635"/>
                  <a:pt x="2201" y="0"/>
                  <a:pt x="141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13"/>
          <p:cNvSpPr/>
          <p:nvPr/>
        </p:nvSpPr>
        <p:spPr>
          <a:xfrm rot="2260645">
            <a:off x="502842" y="4342895"/>
            <a:ext cx="112800" cy="112818"/>
          </a:xfrm>
          <a:custGeom>
            <a:avLst/>
            <a:gdLst/>
            <a:ahLst/>
            <a:cxnLst/>
            <a:rect l="l" t="t" r="r" b="b"/>
            <a:pathLst>
              <a:path w="6138" h="6139" extrusionOk="0">
                <a:moveTo>
                  <a:pt x="3069" y="0"/>
                </a:moveTo>
                <a:cubicBezTo>
                  <a:pt x="2625" y="513"/>
                  <a:pt x="2402" y="1024"/>
                  <a:pt x="2235" y="1535"/>
                </a:cubicBezTo>
                <a:cubicBezTo>
                  <a:pt x="2177" y="1722"/>
                  <a:pt x="2134" y="1909"/>
                  <a:pt x="2099" y="2097"/>
                </a:cubicBezTo>
                <a:cubicBezTo>
                  <a:pt x="1912" y="2131"/>
                  <a:pt x="1723" y="2173"/>
                  <a:pt x="1536" y="2233"/>
                </a:cubicBezTo>
                <a:cubicBezTo>
                  <a:pt x="1023" y="2398"/>
                  <a:pt x="512" y="2623"/>
                  <a:pt x="1" y="3070"/>
                </a:cubicBezTo>
                <a:cubicBezTo>
                  <a:pt x="512" y="3517"/>
                  <a:pt x="1023" y="3740"/>
                  <a:pt x="1536" y="3907"/>
                </a:cubicBezTo>
                <a:cubicBezTo>
                  <a:pt x="1722" y="3966"/>
                  <a:pt x="1909" y="4008"/>
                  <a:pt x="2096" y="4042"/>
                </a:cubicBezTo>
                <a:cubicBezTo>
                  <a:pt x="2132" y="4230"/>
                  <a:pt x="2173" y="4417"/>
                  <a:pt x="2232" y="4604"/>
                </a:cubicBezTo>
                <a:cubicBezTo>
                  <a:pt x="2399" y="5115"/>
                  <a:pt x="2622" y="5627"/>
                  <a:pt x="3069" y="6138"/>
                </a:cubicBezTo>
                <a:cubicBezTo>
                  <a:pt x="3517" y="5627"/>
                  <a:pt x="3741" y="5115"/>
                  <a:pt x="3906" y="4604"/>
                </a:cubicBezTo>
                <a:cubicBezTo>
                  <a:pt x="3966" y="4416"/>
                  <a:pt x="4008" y="4229"/>
                  <a:pt x="4042" y="4040"/>
                </a:cubicBezTo>
                <a:cubicBezTo>
                  <a:pt x="4230" y="4005"/>
                  <a:pt x="4416" y="3963"/>
                  <a:pt x="4604" y="3904"/>
                </a:cubicBezTo>
                <a:cubicBezTo>
                  <a:pt x="5115" y="3737"/>
                  <a:pt x="5626" y="3514"/>
                  <a:pt x="6138" y="3070"/>
                </a:cubicBezTo>
                <a:cubicBezTo>
                  <a:pt x="5626" y="2625"/>
                  <a:pt x="5115" y="2402"/>
                  <a:pt x="4604" y="2235"/>
                </a:cubicBezTo>
                <a:cubicBezTo>
                  <a:pt x="4416" y="2176"/>
                  <a:pt x="4228" y="2133"/>
                  <a:pt x="4040" y="2099"/>
                </a:cubicBezTo>
                <a:cubicBezTo>
                  <a:pt x="4005" y="1910"/>
                  <a:pt x="3963" y="1723"/>
                  <a:pt x="3904" y="1535"/>
                </a:cubicBezTo>
                <a:cubicBezTo>
                  <a:pt x="3738" y="1024"/>
                  <a:pt x="3514" y="513"/>
                  <a:pt x="3069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3"/>
          <p:cNvSpPr/>
          <p:nvPr/>
        </p:nvSpPr>
        <p:spPr>
          <a:xfrm rot="-899962">
            <a:off x="8599722" y="4052811"/>
            <a:ext cx="112799" cy="112855"/>
          </a:xfrm>
          <a:custGeom>
            <a:avLst/>
            <a:gdLst/>
            <a:ahLst/>
            <a:cxnLst/>
            <a:rect l="l" t="t" r="r" b="b"/>
            <a:pathLst>
              <a:path w="2835" h="2836" extrusionOk="0">
                <a:moveTo>
                  <a:pt x="1417" y="0"/>
                </a:moveTo>
                <a:cubicBezTo>
                  <a:pt x="635" y="0"/>
                  <a:pt x="0" y="635"/>
                  <a:pt x="0" y="1418"/>
                </a:cubicBezTo>
                <a:cubicBezTo>
                  <a:pt x="0" y="2200"/>
                  <a:pt x="635" y="2835"/>
                  <a:pt x="1417" y="2835"/>
                </a:cubicBezTo>
                <a:cubicBezTo>
                  <a:pt x="2200" y="2835"/>
                  <a:pt x="2835" y="2200"/>
                  <a:pt x="2835" y="1418"/>
                </a:cubicBezTo>
                <a:cubicBezTo>
                  <a:pt x="2835" y="635"/>
                  <a:pt x="2201" y="0"/>
                  <a:pt x="141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13"/>
          <p:cNvSpPr/>
          <p:nvPr/>
        </p:nvSpPr>
        <p:spPr>
          <a:xfrm rot="10800000">
            <a:off x="8612401" y="2412622"/>
            <a:ext cx="112801" cy="112819"/>
          </a:xfrm>
          <a:custGeom>
            <a:avLst/>
            <a:gdLst/>
            <a:ahLst/>
            <a:cxnLst/>
            <a:rect l="l" t="t" r="r" b="b"/>
            <a:pathLst>
              <a:path w="6138" h="6139" extrusionOk="0">
                <a:moveTo>
                  <a:pt x="3069" y="0"/>
                </a:moveTo>
                <a:cubicBezTo>
                  <a:pt x="2625" y="513"/>
                  <a:pt x="2402" y="1024"/>
                  <a:pt x="2235" y="1535"/>
                </a:cubicBezTo>
                <a:cubicBezTo>
                  <a:pt x="2177" y="1722"/>
                  <a:pt x="2134" y="1909"/>
                  <a:pt x="2099" y="2097"/>
                </a:cubicBezTo>
                <a:cubicBezTo>
                  <a:pt x="1912" y="2131"/>
                  <a:pt x="1723" y="2173"/>
                  <a:pt x="1536" y="2233"/>
                </a:cubicBezTo>
                <a:cubicBezTo>
                  <a:pt x="1023" y="2398"/>
                  <a:pt x="512" y="2623"/>
                  <a:pt x="1" y="3070"/>
                </a:cubicBezTo>
                <a:cubicBezTo>
                  <a:pt x="512" y="3517"/>
                  <a:pt x="1023" y="3740"/>
                  <a:pt x="1536" y="3907"/>
                </a:cubicBezTo>
                <a:cubicBezTo>
                  <a:pt x="1722" y="3966"/>
                  <a:pt x="1909" y="4008"/>
                  <a:pt x="2096" y="4042"/>
                </a:cubicBezTo>
                <a:cubicBezTo>
                  <a:pt x="2132" y="4230"/>
                  <a:pt x="2173" y="4417"/>
                  <a:pt x="2232" y="4604"/>
                </a:cubicBezTo>
                <a:cubicBezTo>
                  <a:pt x="2399" y="5115"/>
                  <a:pt x="2622" y="5627"/>
                  <a:pt x="3069" y="6138"/>
                </a:cubicBezTo>
                <a:cubicBezTo>
                  <a:pt x="3517" y="5627"/>
                  <a:pt x="3741" y="5115"/>
                  <a:pt x="3906" y="4604"/>
                </a:cubicBezTo>
                <a:cubicBezTo>
                  <a:pt x="3966" y="4416"/>
                  <a:pt x="4008" y="4229"/>
                  <a:pt x="4042" y="4040"/>
                </a:cubicBezTo>
                <a:cubicBezTo>
                  <a:pt x="4230" y="4005"/>
                  <a:pt x="4416" y="3963"/>
                  <a:pt x="4604" y="3904"/>
                </a:cubicBezTo>
                <a:cubicBezTo>
                  <a:pt x="5115" y="3737"/>
                  <a:pt x="5626" y="3514"/>
                  <a:pt x="6138" y="3070"/>
                </a:cubicBezTo>
                <a:cubicBezTo>
                  <a:pt x="5626" y="2625"/>
                  <a:pt x="5115" y="2402"/>
                  <a:pt x="4604" y="2235"/>
                </a:cubicBezTo>
                <a:cubicBezTo>
                  <a:pt x="4416" y="2176"/>
                  <a:pt x="4228" y="2133"/>
                  <a:pt x="4040" y="2099"/>
                </a:cubicBezTo>
                <a:cubicBezTo>
                  <a:pt x="4005" y="1910"/>
                  <a:pt x="3963" y="1723"/>
                  <a:pt x="3904" y="1535"/>
                </a:cubicBezTo>
                <a:cubicBezTo>
                  <a:pt x="3738" y="1024"/>
                  <a:pt x="3514" y="513"/>
                  <a:pt x="306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3"/>
          <p:cNvSpPr/>
          <p:nvPr/>
        </p:nvSpPr>
        <p:spPr>
          <a:xfrm rot="-900115">
            <a:off x="8615120" y="1944536"/>
            <a:ext cx="82005" cy="82047"/>
          </a:xfrm>
          <a:custGeom>
            <a:avLst/>
            <a:gdLst/>
            <a:ahLst/>
            <a:cxnLst/>
            <a:rect l="l" t="t" r="r" b="b"/>
            <a:pathLst>
              <a:path w="2835" h="2836" extrusionOk="0">
                <a:moveTo>
                  <a:pt x="1417" y="0"/>
                </a:moveTo>
                <a:cubicBezTo>
                  <a:pt x="635" y="0"/>
                  <a:pt x="0" y="635"/>
                  <a:pt x="0" y="1418"/>
                </a:cubicBezTo>
                <a:cubicBezTo>
                  <a:pt x="0" y="2200"/>
                  <a:pt x="635" y="2835"/>
                  <a:pt x="1417" y="2835"/>
                </a:cubicBezTo>
                <a:cubicBezTo>
                  <a:pt x="2200" y="2835"/>
                  <a:pt x="2835" y="2200"/>
                  <a:pt x="2835" y="1418"/>
                </a:cubicBezTo>
                <a:cubicBezTo>
                  <a:pt x="2835" y="635"/>
                  <a:pt x="2201" y="0"/>
                  <a:pt x="141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13"/>
          <p:cNvSpPr txBox="1">
            <a:spLocks noGrp="1"/>
          </p:cNvSpPr>
          <p:nvPr>
            <p:ph type="subTitle" idx="1"/>
          </p:nvPr>
        </p:nvSpPr>
        <p:spPr>
          <a:xfrm>
            <a:off x="720000" y="2848417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8" name="Google Shape;258;p13"/>
          <p:cNvSpPr txBox="1">
            <a:spLocks noGrp="1"/>
          </p:cNvSpPr>
          <p:nvPr>
            <p:ph type="subTitle" idx="2"/>
          </p:nvPr>
        </p:nvSpPr>
        <p:spPr>
          <a:xfrm>
            <a:off x="3419269" y="3968617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9" name="Google Shape;259;p13"/>
          <p:cNvSpPr txBox="1">
            <a:spLocks noGrp="1"/>
          </p:cNvSpPr>
          <p:nvPr>
            <p:ph type="subTitle" idx="3"/>
          </p:nvPr>
        </p:nvSpPr>
        <p:spPr>
          <a:xfrm>
            <a:off x="6118545" y="2848417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0" name="Google Shape;260;p13"/>
          <p:cNvSpPr txBox="1">
            <a:spLocks noGrp="1"/>
          </p:cNvSpPr>
          <p:nvPr>
            <p:ph type="title" hasCustomPrompt="1"/>
          </p:nvPr>
        </p:nvSpPr>
        <p:spPr>
          <a:xfrm rot="-358411">
            <a:off x="1505381" y="1813782"/>
            <a:ext cx="735091" cy="447355"/>
          </a:xfrm>
          <a:prstGeom prst="rect">
            <a:avLst/>
          </a:prstGeom>
          <a:solidFill>
            <a:schemeClr val="accent2"/>
          </a:solidFill>
          <a:ln w="38100" cap="flat" cmpd="sng">
            <a:solidFill>
              <a:schemeClr val="accent2"/>
            </a:solidFill>
            <a:prstDash val="solid"/>
            <a:miter lim="8000"/>
            <a:headEnd type="none" w="sm" len="sm"/>
            <a:tailEnd type="none" w="sm" len="sm"/>
          </a:ln>
          <a:effectLst>
            <a:outerShdw dist="95250" dir="3000000" algn="bl" rotWithShape="0">
              <a:schemeClr val="l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61" name="Google Shape;261;p13"/>
          <p:cNvSpPr txBox="1">
            <a:spLocks noGrp="1"/>
          </p:cNvSpPr>
          <p:nvPr>
            <p:ph type="title" idx="4" hasCustomPrompt="1"/>
          </p:nvPr>
        </p:nvSpPr>
        <p:spPr>
          <a:xfrm rot="362744">
            <a:off x="4204649" y="2934154"/>
            <a:ext cx="734887" cy="447653"/>
          </a:xfrm>
          <a:prstGeom prst="rect">
            <a:avLst/>
          </a:prstGeom>
          <a:solidFill>
            <a:schemeClr val="accent2"/>
          </a:solidFill>
          <a:ln w="38100" cap="flat" cmpd="sng">
            <a:solidFill>
              <a:schemeClr val="accent2"/>
            </a:solidFill>
            <a:prstDash val="solid"/>
            <a:miter lim="8000"/>
            <a:headEnd type="none" w="sm" len="sm"/>
            <a:tailEnd type="none" w="sm" len="sm"/>
          </a:ln>
          <a:effectLst>
            <a:outerShdw dist="95250" dir="3000000" algn="bl" rotWithShape="0">
              <a:schemeClr val="l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62" name="Google Shape;262;p13"/>
          <p:cNvSpPr txBox="1">
            <a:spLocks noGrp="1"/>
          </p:cNvSpPr>
          <p:nvPr>
            <p:ph type="title" idx="5" hasCustomPrompt="1"/>
          </p:nvPr>
        </p:nvSpPr>
        <p:spPr>
          <a:xfrm rot="-359953">
            <a:off x="6903932" y="1813604"/>
            <a:ext cx="734824" cy="447355"/>
          </a:xfrm>
          <a:prstGeom prst="rect">
            <a:avLst/>
          </a:prstGeom>
          <a:solidFill>
            <a:schemeClr val="accent2"/>
          </a:solidFill>
          <a:ln w="38100" cap="flat" cmpd="sng">
            <a:solidFill>
              <a:schemeClr val="accent2"/>
            </a:solidFill>
            <a:prstDash val="solid"/>
            <a:miter lim="8000"/>
            <a:headEnd type="none" w="sm" len="sm"/>
            <a:tailEnd type="none" w="sm" len="sm"/>
          </a:ln>
          <a:effectLst>
            <a:outerShdw dist="95250" dir="3000000" algn="bl" rotWithShape="0">
              <a:schemeClr val="l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63" name="Google Shape;263;p13"/>
          <p:cNvSpPr txBox="1">
            <a:spLocks noGrp="1"/>
          </p:cNvSpPr>
          <p:nvPr>
            <p:ph type="subTitle" idx="6"/>
          </p:nvPr>
        </p:nvSpPr>
        <p:spPr>
          <a:xfrm>
            <a:off x="720000" y="2559417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64" name="Google Shape;264;p13"/>
          <p:cNvSpPr txBox="1">
            <a:spLocks noGrp="1"/>
          </p:cNvSpPr>
          <p:nvPr>
            <p:ph type="subTitle" idx="7"/>
          </p:nvPr>
        </p:nvSpPr>
        <p:spPr>
          <a:xfrm>
            <a:off x="3419275" y="3679617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65" name="Google Shape;265;p13"/>
          <p:cNvSpPr txBox="1">
            <a:spLocks noGrp="1"/>
          </p:cNvSpPr>
          <p:nvPr>
            <p:ph type="subTitle" idx="8"/>
          </p:nvPr>
        </p:nvSpPr>
        <p:spPr>
          <a:xfrm>
            <a:off x="6118550" y="2559417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66" name="Google Shape;266;p13"/>
          <p:cNvSpPr txBox="1">
            <a:spLocks noGrp="1"/>
          </p:cNvSpPr>
          <p:nvPr>
            <p:ph type="title" idx="9"/>
          </p:nvPr>
        </p:nvSpPr>
        <p:spPr>
          <a:xfrm>
            <a:off x="720000" y="5988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1"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8" name="Google Shape;268;p14"/>
          <p:cNvGrpSpPr/>
          <p:nvPr/>
        </p:nvGrpSpPr>
        <p:grpSpPr>
          <a:xfrm>
            <a:off x="311036" y="279900"/>
            <a:ext cx="8496698" cy="4620823"/>
            <a:chOff x="311036" y="279900"/>
            <a:chExt cx="8496698" cy="4620823"/>
          </a:xfrm>
        </p:grpSpPr>
        <p:sp>
          <p:nvSpPr>
            <p:cNvPr id="269" name="Google Shape;269;p14"/>
            <p:cNvSpPr/>
            <p:nvPr/>
          </p:nvSpPr>
          <p:spPr>
            <a:xfrm>
              <a:off x="311814" y="4642854"/>
              <a:ext cx="8495531" cy="257869"/>
            </a:xfrm>
            <a:custGeom>
              <a:avLst/>
              <a:gdLst/>
              <a:ahLst/>
              <a:cxnLst/>
              <a:rect l="l" t="t" r="r" b="b"/>
              <a:pathLst>
                <a:path w="262046" h="7954" extrusionOk="0">
                  <a:moveTo>
                    <a:pt x="1739" y="1"/>
                  </a:moveTo>
                  <a:lnTo>
                    <a:pt x="1727" y="239"/>
                  </a:lnTo>
                  <a:lnTo>
                    <a:pt x="798" y="941"/>
                  </a:lnTo>
                  <a:lnTo>
                    <a:pt x="1" y="1453"/>
                  </a:lnTo>
                  <a:lnTo>
                    <a:pt x="1" y="2465"/>
                  </a:lnTo>
                  <a:lnTo>
                    <a:pt x="1917" y="2394"/>
                  </a:lnTo>
                  <a:lnTo>
                    <a:pt x="3870" y="2346"/>
                  </a:lnTo>
                  <a:lnTo>
                    <a:pt x="5823" y="2560"/>
                  </a:lnTo>
                  <a:lnTo>
                    <a:pt x="7728" y="2596"/>
                  </a:lnTo>
                  <a:lnTo>
                    <a:pt x="9323" y="2941"/>
                  </a:lnTo>
                  <a:lnTo>
                    <a:pt x="11097" y="3180"/>
                  </a:lnTo>
                  <a:lnTo>
                    <a:pt x="12645" y="3608"/>
                  </a:lnTo>
                  <a:lnTo>
                    <a:pt x="14181" y="4061"/>
                  </a:lnTo>
                  <a:lnTo>
                    <a:pt x="16229" y="4037"/>
                  </a:lnTo>
                  <a:lnTo>
                    <a:pt x="17919" y="4346"/>
                  </a:lnTo>
                  <a:lnTo>
                    <a:pt x="19574" y="4692"/>
                  </a:lnTo>
                  <a:lnTo>
                    <a:pt x="20884" y="5358"/>
                  </a:lnTo>
                  <a:lnTo>
                    <a:pt x="22587" y="5739"/>
                  </a:lnTo>
                  <a:lnTo>
                    <a:pt x="24456" y="5418"/>
                  </a:lnTo>
                  <a:lnTo>
                    <a:pt x="26230" y="5513"/>
                  </a:lnTo>
                  <a:lnTo>
                    <a:pt x="28004" y="5716"/>
                  </a:lnTo>
                  <a:lnTo>
                    <a:pt x="29742" y="5668"/>
                  </a:lnTo>
                  <a:lnTo>
                    <a:pt x="31564" y="5835"/>
                  </a:lnTo>
                  <a:lnTo>
                    <a:pt x="33469" y="5930"/>
                  </a:lnTo>
                  <a:lnTo>
                    <a:pt x="35041" y="6442"/>
                  </a:lnTo>
                  <a:lnTo>
                    <a:pt x="36779" y="6763"/>
                  </a:lnTo>
                  <a:lnTo>
                    <a:pt x="38565" y="7013"/>
                  </a:lnTo>
                  <a:lnTo>
                    <a:pt x="40446" y="7156"/>
                  </a:lnTo>
                  <a:lnTo>
                    <a:pt x="42351" y="7263"/>
                  </a:lnTo>
                  <a:lnTo>
                    <a:pt x="43982" y="7692"/>
                  </a:lnTo>
                  <a:lnTo>
                    <a:pt x="45744" y="7609"/>
                  </a:lnTo>
                  <a:lnTo>
                    <a:pt x="47518" y="7502"/>
                  </a:lnTo>
                  <a:lnTo>
                    <a:pt x="49292" y="7728"/>
                  </a:lnTo>
                  <a:lnTo>
                    <a:pt x="51066" y="7918"/>
                  </a:lnTo>
                  <a:lnTo>
                    <a:pt x="52840" y="7597"/>
                  </a:lnTo>
                  <a:lnTo>
                    <a:pt x="54543" y="7502"/>
                  </a:lnTo>
                  <a:lnTo>
                    <a:pt x="56424" y="7716"/>
                  </a:lnTo>
                  <a:lnTo>
                    <a:pt x="57913" y="7251"/>
                  </a:lnTo>
                  <a:lnTo>
                    <a:pt x="59651" y="7168"/>
                  </a:lnTo>
                  <a:lnTo>
                    <a:pt x="61211" y="6811"/>
                  </a:lnTo>
                  <a:lnTo>
                    <a:pt x="62818" y="6537"/>
                  </a:lnTo>
                  <a:lnTo>
                    <a:pt x="64532" y="6406"/>
                  </a:lnTo>
                  <a:lnTo>
                    <a:pt x="66152" y="6132"/>
                  </a:lnTo>
                  <a:lnTo>
                    <a:pt x="67878" y="6013"/>
                  </a:lnTo>
                  <a:lnTo>
                    <a:pt x="69414" y="5620"/>
                  </a:lnTo>
                  <a:lnTo>
                    <a:pt x="71033" y="5346"/>
                  </a:lnTo>
                  <a:lnTo>
                    <a:pt x="72950" y="5501"/>
                  </a:lnTo>
                  <a:lnTo>
                    <a:pt x="74474" y="5204"/>
                  </a:lnTo>
                  <a:lnTo>
                    <a:pt x="76248" y="5466"/>
                  </a:lnTo>
                  <a:lnTo>
                    <a:pt x="77796" y="5989"/>
                  </a:lnTo>
                  <a:lnTo>
                    <a:pt x="79427" y="6430"/>
                  </a:lnTo>
                  <a:lnTo>
                    <a:pt x="81594" y="6430"/>
                  </a:lnTo>
                  <a:lnTo>
                    <a:pt x="83166" y="6930"/>
                  </a:lnTo>
                  <a:lnTo>
                    <a:pt x="84773" y="7406"/>
                  </a:lnTo>
                  <a:lnTo>
                    <a:pt x="86571" y="7716"/>
                  </a:lnTo>
                  <a:lnTo>
                    <a:pt x="88369" y="7561"/>
                  </a:lnTo>
                  <a:lnTo>
                    <a:pt x="90155" y="7537"/>
                  </a:lnTo>
                  <a:lnTo>
                    <a:pt x="91953" y="7668"/>
                  </a:lnTo>
                  <a:lnTo>
                    <a:pt x="93750" y="7883"/>
                  </a:lnTo>
                  <a:lnTo>
                    <a:pt x="95548" y="7871"/>
                  </a:lnTo>
                  <a:lnTo>
                    <a:pt x="97346" y="7704"/>
                  </a:lnTo>
                  <a:lnTo>
                    <a:pt x="99132" y="7847"/>
                  </a:lnTo>
                  <a:lnTo>
                    <a:pt x="100930" y="7942"/>
                  </a:lnTo>
                  <a:lnTo>
                    <a:pt x="102728" y="7644"/>
                  </a:lnTo>
                  <a:lnTo>
                    <a:pt x="104526" y="7763"/>
                  </a:lnTo>
                  <a:lnTo>
                    <a:pt x="106335" y="7573"/>
                  </a:lnTo>
                  <a:lnTo>
                    <a:pt x="108133" y="7763"/>
                  </a:lnTo>
                  <a:lnTo>
                    <a:pt x="109931" y="7644"/>
                  </a:lnTo>
                  <a:lnTo>
                    <a:pt x="111729" y="7918"/>
                  </a:lnTo>
                  <a:lnTo>
                    <a:pt x="113550" y="7752"/>
                  </a:lnTo>
                  <a:lnTo>
                    <a:pt x="115253" y="7442"/>
                  </a:lnTo>
                  <a:lnTo>
                    <a:pt x="117134" y="7561"/>
                  </a:lnTo>
                  <a:lnTo>
                    <a:pt x="118765" y="7073"/>
                  </a:lnTo>
                  <a:lnTo>
                    <a:pt x="120599" y="7073"/>
                  </a:lnTo>
                  <a:lnTo>
                    <a:pt x="122337" y="6859"/>
                  </a:lnTo>
                  <a:lnTo>
                    <a:pt x="124266" y="7061"/>
                  </a:lnTo>
                  <a:lnTo>
                    <a:pt x="125969" y="6751"/>
                  </a:lnTo>
                  <a:lnTo>
                    <a:pt x="127767" y="6668"/>
                  </a:lnTo>
                  <a:lnTo>
                    <a:pt x="129410" y="6228"/>
                  </a:lnTo>
                  <a:lnTo>
                    <a:pt x="131172" y="6061"/>
                  </a:lnTo>
                  <a:lnTo>
                    <a:pt x="132958" y="5930"/>
                  </a:lnTo>
                  <a:lnTo>
                    <a:pt x="134755" y="5858"/>
                  </a:lnTo>
                  <a:lnTo>
                    <a:pt x="136494" y="5620"/>
                  </a:lnTo>
                  <a:lnTo>
                    <a:pt x="138339" y="5644"/>
                  </a:lnTo>
                  <a:lnTo>
                    <a:pt x="140220" y="5739"/>
                  </a:lnTo>
                  <a:lnTo>
                    <a:pt x="141959" y="5513"/>
                  </a:lnTo>
                  <a:lnTo>
                    <a:pt x="143626" y="5096"/>
                  </a:lnTo>
                  <a:lnTo>
                    <a:pt x="145519" y="4966"/>
                  </a:lnTo>
                  <a:lnTo>
                    <a:pt x="147031" y="5608"/>
                  </a:lnTo>
                  <a:lnTo>
                    <a:pt x="148781" y="5870"/>
                  </a:lnTo>
                  <a:lnTo>
                    <a:pt x="150615" y="6049"/>
                  </a:lnTo>
                  <a:lnTo>
                    <a:pt x="152543" y="6120"/>
                  </a:lnTo>
                  <a:lnTo>
                    <a:pt x="154175" y="6537"/>
                  </a:lnTo>
                  <a:lnTo>
                    <a:pt x="155877" y="6859"/>
                  </a:lnTo>
                  <a:lnTo>
                    <a:pt x="157461" y="7323"/>
                  </a:lnTo>
                  <a:lnTo>
                    <a:pt x="159270" y="7537"/>
                  </a:lnTo>
                  <a:lnTo>
                    <a:pt x="161104" y="7537"/>
                  </a:lnTo>
                  <a:lnTo>
                    <a:pt x="162914" y="7680"/>
                  </a:lnTo>
                  <a:lnTo>
                    <a:pt x="164521" y="7394"/>
                  </a:lnTo>
                  <a:lnTo>
                    <a:pt x="166140" y="7121"/>
                  </a:lnTo>
                  <a:lnTo>
                    <a:pt x="167760" y="6847"/>
                  </a:lnTo>
                  <a:lnTo>
                    <a:pt x="169224" y="6394"/>
                  </a:lnTo>
                  <a:lnTo>
                    <a:pt x="170784" y="6049"/>
                  </a:lnTo>
                  <a:lnTo>
                    <a:pt x="172653" y="6073"/>
                  </a:lnTo>
                  <a:lnTo>
                    <a:pt x="174272" y="5787"/>
                  </a:lnTo>
                  <a:lnTo>
                    <a:pt x="175892" y="5501"/>
                  </a:lnTo>
                  <a:lnTo>
                    <a:pt x="177439" y="5144"/>
                  </a:lnTo>
                  <a:lnTo>
                    <a:pt x="179249" y="5108"/>
                  </a:lnTo>
                  <a:lnTo>
                    <a:pt x="181071" y="4977"/>
                  </a:lnTo>
                  <a:lnTo>
                    <a:pt x="182892" y="5204"/>
                  </a:lnTo>
                  <a:lnTo>
                    <a:pt x="184714" y="5061"/>
                  </a:lnTo>
                  <a:lnTo>
                    <a:pt x="186548" y="5335"/>
                  </a:lnTo>
                  <a:lnTo>
                    <a:pt x="188369" y="5239"/>
                  </a:lnTo>
                  <a:lnTo>
                    <a:pt x="190203" y="5287"/>
                  </a:lnTo>
                  <a:lnTo>
                    <a:pt x="192013" y="5204"/>
                  </a:lnTo>
                  <a:lnTo>
                    <a:pt x="193822" y="4942"/>
                  </a:lnTo>
                  <a:lnTo>
                    <a:pt x="195632" y="5144"/>
                  </a:lnTo>
                  <a:lnTo>
                    <a:pt x="197442" y="4918"/>
                  </a:lnTo>
                  <a:lnTo>
                    <a:pt x="199264" y="4906"/>
                  </a:lnTo>
                  <a:lnTo>
                    <a:pt x="201073" y="5156"/>
                  </a:lnTo>
                  <a:lnTo>
                    <a:pt x="202895" y="5085"/>
                  </a:lnTo>
                  <a:lnTo>
                    <a:pt x="204705" y="4906"/>
                  </a:lnTo>
                  <a:lnTo>
                    <a:pt x="206550" y="5061"/>
                  </a:lnTo>
                  <a:lnTo>
                    <a:pt x="208241" y="5263"/>
                  </a:lnTo>
                  <a:lnTo>
                    <a:pt x="209848" y="5513"/>
                  </a:lnTo>
                  <a:lnTo>
                    <a:pt x="211420" y="5811"/>
                  </a:lnTo>
                  <a:lnTo>
                    <a:pt x="212896" y="6204"/>
                  </a:lnTo>
                  <a:lnTo>
                    <a:pt x="214230" y="6740"/>
                  </a:lnTo>
                  <a:lnTo>
                    <a:pt x="216182" y="6656"/>
                  </a:lnTo>
                  <a:lnTo>
                    <a:pt x="217444" y="7263"/>
                  </a:lnTo>
                  <a:lnTo>
                    <a:pt x="218933" y="7644"/>
                  </a:lnTo>
                  <a:lnTo>
                    <a:pt x="220802" y="7549"/>
                  </a:lnTo>
                  <a:lnTo>
                    <a:pt x="222528" y="7787"/>
                  </a:lnTo>
                  <a:lnTo>
                    <a:pt x="224350" y="7740"/>
                  </a:lnTo>
                  <a:lnTo>
                    <a:pt x="226160" y="7716"/>
                  </a:lnTo>
                  <a:lnTo>
                    <a:pt x="227970" y="7692"/>
                  </a:lnTo>
                  <a:lnTo>
                    <a:pt x="229779" y="7585"/>
                  </a:lnTo>
                  <a:lnTo>
                    <a:pt x="231601" y="7811"/>
                  </a:lnTo>
                  <a:lnTo>
                    <a:pt x="233411" y="7668"/>
                  </a:lnTo>
                  <a:lnTo>
                    <a:pt x="235232" y="7954"/>
                  </a:lnTo>
                  <a:lnTo>
                    <a:pt x="237042" y="7609"/>
                  </a:lnTo>
                  <a:lnTo>
                    <a:pt x="238804" y="7549"/>
                  </a:lnTo>
                  <a:lnTo>
                    <a:pt x="240626" y="7573"/>
                  </a:lnTo>
                  <a:lnTo>
                    <a:pt x="242352" y="7263"/>
                  </a:lnTo>
                  <a:lnTo>
                    <a:pt x="244186" y="7371"/>
                  </a:lnTo>
                  <a:lnTo>
                    <a:pt x="246007" y="7454"/>
                  </a:lnTo>
                  <a:lnTo>
                    <a:pt x="247817" y="7466"/>
                  </a:lnTo>
                  <a:lnTo>
                    <a:pt x="249520" y="7037"/>
                  </a:lnTo>
                  <a:lnTo>
                    <a:pt x="251365" y="7180"/>
                  </a:lnTo>
                  <a:lnTo>
                    <a:pt x="253139" y="7061"/>
                  </a:lnTo>
                  <a:lnTo>
                    <a:pt x="254842" y="7263"/>
                  </a:lnTo>
                  <a:lnTo>
                    <a:pt x="256652" y="7204"/>
                  </a:lnTo>
                  <a:lnTo>
                    <a:pt x="258414" y="7263"/>
                  </a:lnTo>
                  <a:lnTo>
                    <a:pt x="260093" y="7597"/>
                  </a:lnTo>
                  <a:lnTo>
                    <a:pt x="262045" y="7621"/>
                  </a:lnTo>
                  <a:lnTo>
                    <a:pt x="261890" y="6632"/>
                  </a:lnTo>
                  <a:lnTo>
                    <a:pt x="261676" y="6001"/>
                  </a:lnTo>
                  <a:lnTo>
                    <a:pt x="261581" y="5227"/>
                  </a:lnTo>
                  <a:lnTo>
                    <a:pt x="260938" y="4477"/>
                  </a:lnTo>
                  <a:lnTo>
                    <a:pt x="260438" y="3727"/>
                  </a:lnTo>
                  <a:lnTo>
                    <a:pt x="260104" y="2965"/>
                  </a:lnTo>
                  <a:lnTo>
                    <a:pt x="260045" y="2191"/>
                  </a:lnTo>
                  <a:lnTo>
                    <a:pt x="260533" y="1382"/>
                  </a:lnTo>
                  <a:lnTo>
                    <a:pt x="259747" y="644"/>
                  </a:lnTo>
                  <a:lnTo>
                    <a:pt x="2593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14"/>
            <p:cNvSpPr/>
            <p:nvPr/>
          </p:nvSpPr>
          <p:spPr>
            <a:xfrm>
              <a:off x="311036" y="279900"/>
              <a:ext cx="8496698" cy="4577996"/>
            </a:xfrm>
            <a:custGeom>
              <a:avLst/>
              <a:gdLst/>
              <a:ahLst/>
              <a:cxnLst/>
              <a:rect l="l" t="t" r="r" b="b"/>
              <a:pathLst>
                <a:path w="262082" h="141209" extrusionOk="0">
                  <a:moveTo>
                    <a:pt x="262069" y="12"/>
                  </a:moveTo>
                  <a:lnTo>
                    <a:pt x="256961" y="12"/>
                  </a:lnTo>
                  <a:lnTo>
                    <a:pt x="256961" y="2227"/>
                  </a:lnTo>
                  <a:cubicBezTo>
                    <a:pt x="258045" y="2822"/>
                    <a:pt x="258783" y="3989"/>
                    <a:pt x="258783" y="5323"/>
                  </a:cubicBezTo>
                  <a:cubicBezTo>
                    <a:pt x="258783" y="7263"/>
                    <a:pt x="257211" y="8847"/>
                    <a:pt x="255259" y="8847"/>
                  </a:cubicBezTo>
                  <a:cubicBezTo>
                    <a:pt x="253306" y="8847"/>
                    <a:pt x="251723" y="7263"/>
                    <a:pt x="251723" y="5323"/>
                  </a:cubicBezTo>
                  <a:cubicBezTo>
                    <a:pt x="251723" y="3989"/>
                    <a:pt x="252473" y="2822"/>
                    <a:pt x="253556" y="2227"/>
                  </a:cubicBezTo>
                  <a:lnTo>
                    <a:pt x="253556" y="12"/>
                  </a:lnTo>
                  <a:lnTo>
                    <a:pt x="245258" y="12"/>
                  </a:lnTo>
                  <a:lnTo>
                    <a:pt x="245258" y="2227"/>
                  </a:lnTo>
                  <a:cubicBezTo>
                    <a:pt x="246353" y="2822"/>
                    <a:pt x="247091" y="3989"/>
                    <a:pt x="247091" y="5323"/>
                  </a:cubicBezTo>
                  <a:cubicBezTo>
                    <a:pt x="247091" y="7263"/>
                    <a:pt x="245508" y="8847"/>
                    <a:pt x="243555" y="8847"/>
                  </a:cubicBezTo>
                  <a:cubicBezTo>
                    <a:pt x="241602" y="8847"/>
                    <a:pt x="240031" y="7263"/>
                    <a:pt x="240031" y="5323"/>
                  </a:cubicBezTo>
                  <a:cubicBezTo>
                    <a:pt x="240031" y="3989"/>
                    <a:pt x="240769" y="2822"/>
                    <a:pt x="241852" y="2227"/>
                  </a:cubicBezTo>
                  <a:lnTo>
                    <a:pt x="241852" y="12"/>
                  </a:lnTo>
                  <a:lnTo>
                    <a:pt x="233554" y="12"/>
                  </a:lnTo>
                  <a:lnTo>
                    <a:pt x="233554" y="2227"/>
                  </a:lnTo>
                  <a:cubicBezTo>
                    <a:pt x="234649" y="2822"/>
                    <a:pt x="235387" y="3989"/>
                    <a:pt x="235387" y="5323"/>
                  </a:cubicBezTo>
                  <a:cubicBezTo>
                    <a:pt x="235387" y="7263"/>
                    <a:pt x="233804" y="8847"/>
                    <a:pt x="231851" y="8847"/>
                  </a:cubicBezTo>
                  <a:cubicBezTo>
                    <a:pt x="229910" y="8847"/>
                    <a:pt x="228327" y="7263"/>
                    <a:pt x="228327" y="5323"/>
                  </a:cubicBezTo>
                  <a:cubicBezTo>
                    <a:pt x="228327" y="3989"/>
                    <a:pt x="229065" y="2822"/>
                    <a:pt x="230160" y="2227"/>
                  </a:cubicBezTo>
                  <a:lnTo>
                    <a:pt x="230160" y="12"/>
                  </a:lnTo>
                  <a:lnTo>
                    <a:pt x="221850" y="12"/>
                  </a:lnTo>
                  <a:lnTo>
                    <a:pt x="221850" y="2227"/>
                  </a:lnTo>
                  <a:cubicBezTo>
                    <a:pt x="222945" y="2822"/>
                    <a:pt x="223683" y="3989"/>
                    <a:pt x="223683" y="5323"/>
                  </a:cubicBezTo>
                  <a:cubicBezTo>
                    <a:pt x="223683" y="7263"/>
                    <a:pt x="222100" y="8847"/>
                    <a:pt x="220159" y="8847"/>
                  </a:cubicBezTo>
                  <a:cubicBezTo>
                    <a:pt x="218207" y="8847"/>
                    <a:pt x="216623" y="7263"/>
                    <a:pt x="216623" y="5323"/>
                  </a:cubicBezTo>
                  <a:cubicBezTo>
                    <a:pt x="216623" y="3989"/>
                    <a:pt x="217361" y="2822"/>
                    <a:pt x="218457" y="2227"/>
                  </a:cubicBezTo>
                  <a:lnTo>
                    <a:pt x="218457" y="12"/>
                  </a:lnTo>
                  <a:lnTo>
                    <a:pt x="210158" y="12"/>
                  </a:lnTo>
                  <a:lnTo>
                    <a:pt x="210158" y="2227"/>
                  </a:lnTo>
                  <a:cubicBezTo>
                    <a:pt x="211241" y="2822"/>
                    <a:pt x="211980" y="3989"/>
                    <a:pt x="211980" y="5323"/>
                  </a:cubicBezTo>
                  <a:cubicBezTo>
                    <a:pt x="211980" y="7263"/>
                    <a:pt x="210408" y="8847"/>
                    <a:pt x="208455" y="8847"/>
                  </a:cubicBezTo>
                  <a:cubicBezTo>
                    <a:pt x="206503" y="8847"/>
                    <a:pt x="204919" y="7263"/>
                    <a:pt x="204919" y="5323"/>
                  </a:cubicBezTo>
                  <a:cubicBezTo>
                    <a:pt x="204919" y="3989"/>
                    <a:pt x="205657" y="2822"/>
                    <a:pt x="206753" y="2227"/>
                  </a:cubicBezTo>
                  <a:lnTo>
                    <a:pt x="206753" y="12"/>
                  </a:lnTo>
                  <a:lnTo>
                    <a:pt x="198454" y="12"/>
                  </a:lnTo>
                  <a:lnTo>
                    <a:pt x="198454" y="2227"/>
                  </a:lnTo>
                  <a:cubicBezTo>
                    <a:pt x="199538" y="2822"/>
                    <a:pt x="200288" y="3989"/>
                    <a:pt x="200288" y="5323"/>
                  </a:cubicBezTo>
                  <a:cubicBezTo>
                    <a:pt x="200288" y="7263"/>
                    <a:pt x="198704" y="8847"/>
                    <a:pt x="196752" y="8847"/>
                  </a:cubicBezTo>
                  <a:cubicBezTo>
                    <a:pt x="194799" y="8847"/>
                    <a:pt x="193227" y="7263"/>
                    <a:pt x="193227" y="5323"/>
                  </a:cubicBezTo>
                  <a:cubicBezTo>
                    <a:pt x="193227" y="3989"/>
                    <a:pt x="193965" y="2822"/>
                    <a:pt x="195049" y="2227"/>
                  </a:cubicBezTo>
                  <a:lnTo>
                    <a:pt x="195049" y="12"/>
                  </a:lnTo>
                  <a:lnTo>
                    <a:pt x="185810" y="12"/>
                  </a:lnTo>
                  <a:lnTo>
                    <a:pt x="185810" y="2227"/>
                  </a:lnTo>
                  <a:cubicBezTo>
                    <a:pt x="186893" y="2822"/>
                    <a:pt x="187631" y="3989"/>
                    <a:pt x="187631" y="5323"/>
                  </a:cubicBezTo>
                  <a:cubicBezTo>
                    <a:pt x="187631" y="7263"/>
                    <a:pt x="186060" y="8847"/>
                    <a:pt x="184107" y="8847"/>
                  </a:cubicBezTo>
                  <a:cubicBezTo>
                    <a:pt x="182154" y="8847"/>
                    <a:pt x="180571" y="7263"/>
                    <a:pt x="180571" y="5323"/>
                  </a:cubicBezTo>
                  <a:cubicBezTo>
                    <a:pt x="180571" y="3989"/>
                    <a:pt x="181309" y="2822"/>
                    <a:pt x="182404" y="2227"/>
                  </a:cubicBezTo>
                  <a:lnTo>
                    <a:pt x="182404" y="12"/>
                  </a:lnTo>
                  <a:lnTo>
                    <a:pt x="174106" y="12"/>
                  </a:lnTo>
                  <a:lnTo>
                    <a:pt x="174106" y="2227"/>
                  </a:lnTo>
                  <a:cubicBezTo>
                    <a:pt x="175189" y="2822"/>
                    <a:pt x="175939" y="3989"/>
                    <a:pt x="175939" y="5323"/>
                  </a:cubicBezTo>
                  <a:cubicBezTo>
                    <a:pt x="175939" y="7263"/>
                    <a:pt x="174356" y="8847"/>
                    <a:pt x="172403" y="8847"/>
                  </a:cubicBezTo>
                  <a:cubicBezTo>
                    <a:pt x="170451" y="8847"/>
                    <a:pt x="168879" y="7263"/>
                    <a:pt x="168879" y="5323"/>
                  </a:cubicBezTo>
                  <a:cubicBezTo>
                    <a:pt x="168879" y="3989"/>
                    <a:pt x="169617" y="2822"/>
                    <a:pt x="170701" y="2227"/>
                  </a:cubicBezTo>
                  <a:lnTo>
                    <a:pt x="170701" y="12"/>
                  </a:lnTo>
                  <a:lnTo>
                    <a:pt x="162402" y="12"/>
                  </a:lnTo>
                  <a:lnTo>
                    <a:pt x="162402" y="2227"/>
                  </a:lnTo>
                  <a:cubicBezTo>
                    <a:pt x="163497" y="2822"/>
                    <a:pt x="164236" y="3989"/>
                    <a:pt x="164236" y="5323"/>
                  </a:cubicBezTo>
                  <a:cubicBezTo>
                    <a:pt x="164236" y="7263"/>
                    <a:pt x="162652" y="8847"/>
                    <a:pt x="160699" y="8847"/>
                  </a:cubicBezTo>
                  <a:cubicBezTo>
                    <a:pt x="158759" y="8847"/>
                    <a:pt x="157175" y="7263"/>
                    <a:pt x="157175" y="5323"/>
                  </a:cubicBezTo>
                  <a:cubicBezTo>
                    <a:pt x="157175" y="3989"/>
                    <a:pt x="157913" y="2822"/>
                    <a:pt x="159009" y="2227"/>
                  </a:cubicBezTo>
                  <a:lnTo>
                    <a:pt x="159009" y="12"/>
                  </a:lnTo>
                  <a:lnTo>
                    <a:pt x="150698" y="12"/>
                  </a:lnTo>
                  <a:lnTo>
                    <a:pt x="150698" y="2227"/>
                  </a:lnTo>
                  <a:cubicBezTo>
                    <a:pt x="151794" y="2822"/>
                    <a:pt x="152532" y="3989"/>
                    <a:pt x="152532" y="5323"/>
                  </a:cubicBezTo>
                  <a:cubicBezTo>
                    <a:pt x="152532" y="7263"/>
                    <a:pt x="150948" y="8847"/>
                    <a:pt x="149007" y="8847"/>
                  </a:cubicBezTo>
                  <a:cubicBezTo>
                    <a:pt x="147055" y="8847"/>
                    <a:pt x="145471" y="7263"/>
                    <a:pt x="145471" y="5323"/>
                  </a:cubicBezTo>
                  <a:cubicBezTo>
                    <a:pt x="145471" y="3989"/>
                    <a:pt x="146209" y="2822"/>
                    <a:pt x="147305" y="2227"/>
                  </a:cubicBezTo>
                  <a:lnTo>
                    <a:pt x="147305" y="12"/>
                  </a:lnTo>
                  <a:lnTo>
                    <a:pt x="139006" y="12"/>
                  </a:lnTo>
                  <a:lnTo>
                    <a:pt x="139006" y="2227"/>
                  </a:lnTo>
                  <a:cubicBezTo>
                    <a:pt x="140090" y="2822"/>
                    <a:pt x="140828" y="3989"/>
                    <a:pt x="140828" y="5323"/>
                  </a:cubicBezTo>
                  <a:cubicBezTo>
                    <a:pt x="140828" y="7263"/>
                    <a:pt x="139256" y="8847"/>
                    <a:pt x="137304" y="8847"/>
                  </a:cubicBezTo>
                  <a:cubicBezTo>
                    <a:pt x="135351" y="8847"/>
                    <a:pt x="133767" y="7263"/>
                    <a:pt x="133767" y="5323"/>
                  </a:cubicBezTo>
                  <a:cubicBezTo>
                    <a:pt x="133767" y="3989"/>
                    <a:pt x="134506" y="2822"/>
                    <a:pt x="135601" y="2227"/>
                  </a:cubicBezTo>
                  <a:lnTo>
                    <a:pt x="135601" y="12"/>
                  </a:lnTo>
                  <a:lnTo>
                    <a:pt x="127302" y="12"/>
                  </a:lnTo>
                  <a:lnTo>
                    <a:pt x="127302" y="2227"/>
                  </a:lnTo>
                  <a:cubicBezTo>
                    <a:pt x="128386" y="2822"/>
                    <a:pt x="129136" y="3989"/>
                    <a:pt x="129136" y="5323"/>
                  </a:cubicBezTo>
                  <a:cubicBezTo>
                    <a:pt x="129136" y="7263"/>
                    <a:pt x="127552" y="8847"/>
                    <a:pt x="125600" y="8847"/>
                  </a:cubicBezTo>
                  <a:cubicBezTo>
                    <a:pt x="123647" y="8847"/>
                    <a:pt x="122076" y="7263"/>
                    <a:pt x="122076" y="5323"/>
                  </a:cubicBezTo>
                  <a:cubicBezTo>
                    <a:pt x="122076" y="3989"/>
                    <a:pt x="122814" y="2822"/>
                    <a:pt x="123897" y="2227"/>
                  </a:cubicBezTo>
                  <a:lnTo>
                    <a:pt x="123897" y="12"/>
                  </a:lnTo>
                  <a:lnTo>
                    <a:pt x="115599" y="12"/>
                  </a:lnTo>
                  <a:lnTo>
                    <a:pt x="115599" y="2227"/>
                  </a:lnTo>
                  <a:cubicBezTo>
                    <a:pt x="116694" y="2822"/>
                    <a:pt x="117432" y="3989"/>
                    <a:pt x="117432" y="5323"/>
                  </a:cubicBezTo>
                  <a:cubicBezTo>
                    <a:pt x="117432" y="7263"/>
                    <a:pt x="115849" y="8847"/>
                    <a:pt x="113896" y="8847"/>
                  </a:cubicBezTo>
                  <a:cubicBezTo>
                    <a:pt x="111955" y="8847"/>
                    <a:pt x="110372" y="7263"/>
                    <a:pt x="110372" y="5323"/>
                  </a:cubicBezTo>
                  <a:cubicBezTo>
                    <a:pt x="110372" y="3989"/>
                    <a:pt x="111110" y="2822"/>
                    <a:pt x="112205" y="2227"/>
                  </a:cubicBezTo>
                  <a:lnTo>
                    <a:pt x="112205" y="12"/>
                  </a:lnTo>
                  <a:lnTo>
                    <a:pt x="103895" y="12"/>
                  </a:lnTo>
                  <a:lnTo>
                    <a:pt x="103895" y="2227"/>
                  </a:lnTo>
                  <a:cubicBezTo>
                    <a:pt x="104990" y="2822"/>
                    <a:pt x="105728" y="3989"/>
                    <a:pt x="105728" y="5323"/>
                  </a:cubicBezTo>
                  <a:cubicBezTo>
                    <a:pt x="105728" y="7263"/>
                    <a:pt x="104145" y="8847"/>
                    <a:pt x="102204" y="8847"/>
                  </a:cubicBezTo>
                  <a:cubicBezTo>
                    <a:pt x="100632" y="8847"/>
                    <a:pt x="99311" y="7835"/>
                    <a:pt x="98846" y="6418"/>
                  </a:cubicBezTo>
                  <a:lnTo>
                    <a:pt x="98811" y="4323"/>
                  </a:lnTo>
                  <a:cubicBezTo>
                    <a:pt x="99073" y="3418"/>
                    <a:pt x="99692" y="2668"/>
                    <a:pt x="100501" y="2227"/>
                  </a:cubicBezTo>
                  <a:lnTo>
                    <a:pt x="100501" y="12"/>
                  </a:lnTo>
                  <a:lnTo>
                    <a:pt x="91953" y="12"/>
                  </a:lnTo>
                  <a:lnTo>
                    <a:pt x="91953" y="2227"/>
                  </a:lnTo>
                  <a:cubicBezTo>
                    <a:pt x="93048" y="2822"/>
                    <a:pt x="93786" y="3989"/>
                    <a:pt x="93786" y="5323"/>
                  </a:cubicBezTo>
                  <a:cubicBezTo>
                    <a:pt x="93786" y="7263"/>
                    <a:pt x="92203" y="8847"/>
                    <a:pt x="90250" y="8847"/>
                  </a:cubicBezTo>
                  <a:cubicBezTo>
                    <a:pt x="88309" y="8847"/>
                    <a:pt x="86726" y="7263"/>
                    <a:pt x="86726" y="5323"/>
                  </a:cubicBezTo>
                  <a:cubicBezTo>
                    <a:pt x="86726" y="3989"/>
                    <a:pt x="87464" y="2822"/>
                    <a:pt x="88559" y="2227"/>
                  </a:cubicBezTo>
                  <a:lnTo>
                    <a:pt x="88559" y="12"/>
                  </a:lnTo>
                  <a:lnTo>
                    <a:pt x="80249" y="12"/>
                  </a:lnTo>
                  <a:lnTo>
                    <a:pt x="80249" y="2227"/>
                  </a:lnTo>
                  <a:cubicBezTo>
                    <a:pt x="81344" y="2822"/>
                    <a:pt x="82082" y="3989"/>
                    <a:pt x="82082" y="5323"/>
                  </a:cubicBezTo>
                  <a:cubicBezTo>
                    <a:pt x="82082" y="7263"/>
                    <a:pt x="80499" y="8847"/>
                    <a:pt x="78558" y="8847"/>
                  </a:cubicBezTo>
                  <a:cubicBezTo>
                    <a:pt x="76606" y="8847"/>
                    <a:pt x="75022" y="7263"/>
                    <a:pt x="75022" y="5323"/>
                  </a:cubicBezTo>
                  <a:cubicBezTo>
                    <a:pt x="75022" y="3989"/>
                    <a:pt x="75760" y="2822"/>
                    <a:pt x="76856" y="2227"/>
                  </a:cubicBezTo>
                  <a:lnTo>
                    <a:pt x="76856" y="12"/>
                  </a:lnTo>
                  <a:lnTo>
                    <a:pt x="68557" y="12"/>
                  </a:lnTo>
                  <a:lnTo>
                    <a:pt x="68557" y="2227"/>
                  </a:lnTo>
                  <a:cubicBezTo>
                    <a:pt x="69640" y="2822"/>
                    <a:pt x="70379" y="3989"/>
                    <a:pt x="70379" y="5323"/>
                  </a:cubicBezTo>
                  <a:cubicBezTo>
                    <a:pt x="70379" y="7263"/>
                    <a:pt x="68807" y="8847"/>
                    <a:pt x="66854" y="8847"/>
                  </a:cubicBezTo>
                  <a:cubicBezTo>
                    <a:pt x="64902" y="8847"/>
                    <a:pt x="63318" y="7263"/>
                    <a:pt x="63318" y="5323"/>
                  </a:cubicBezTo>
                  <a:cubicBezTo>
                    <a:pt x="63318" y="3989"/>
                    <a:pt x="64068" y="2822"/>
                    <a:pt x="65152" y="2227"/>
                  </a:cubicBezTo>
                  <a:lnTo>
                    <a:pt x="65152" y="12"/>
                  </a:lnTo>
                  <a:lnTo>
                    <a:pt x="56853" y="12"/>
                  </a:lnTo>
                  <a:lnTo>
                    <a:pt x="56853" y="2227"/>
                  </a:lnTo>
                  <a:cubicBezTo>
                    <a:pt x="57948" y="2822"/>
                    <a:pt x="58687" y="3989"/>
                    <a:pt x="58687" y="5323"/>
                  </a:cubicBezTo>
                  <a:cubicBezTo>
                    <a:pt x="58687" y="7263"/>
                    <a:pt x="57103" y="8847"/>
                    <a:pt x="55150" y="8847"/>
                  </a:cubicBezTo>
                  <a:cubicBezTo>
                    <a:pt x="53198" y="8847"/>
                    <a:pt x="51626" y="7263"/>
                    <a:pt x="51626" y="5323"/>
                  </a:cubicBezTo>
                  <a:cubicBezTo>
                    <a:pt x="51626" y="3989"/>
                    <a:pt x="52364" y="2822"/>
                    <a:pt x="53448" y="2227"/>
                  </a:cubicBezTo>
                  <a:lnTo>
                    <a:pt x="53448" y="12"/>
                  </a:lnTo>
                  <a:lnTo>
                    <a:pt x="45149" y="12"/>
                  </a:lnTo>
                  <a:lnTo>
                    <a:pt x="45149" y="2227"/>
                  </a:lnTo>
                  <a:cubicBezTo>
                    <a:pt x="46245" y="2822"/>
                    <a:pt x="46983" y="3989"/>
                    <a:pt x="46983" y="5323"/>
                  </a:cubicBezTo>
                  <a:cubicBezTo>
                    <a:pt x="46983" y="7263"/>
                    <a:pt x="45399" y="8847"/>
                    <a:pt x="43447" y="8847"/>
                  </a:cubicBezTo>
                  <a:cubicBezTo>
                    <a:pt x="41506" y="8847"/>
                    <a:pt x="39922" y="7263"/>
                    <a:pt x="39922" y="5323"/>
                  </a:cubicBezTo>
                  <a:cubicBezTo>
                    <a:pt x="39922" y="3989"/>
                    <a:pt x="40661" y="2822"/>
                    <a:pt x="41756" y="2227"/>
                  </a:cubicBezTo>
                  <a:lnTo>
                    <a:pt x="41756" y="12"/>
                  </a:lnTo>
                  <a:lnTo>
                    <a:pt x="33445" y="12"/>
                  </a:lnTo>
                  <a:lnTo>
                    <a:pt x="33445" y="2227"/>
                  </a:lnTo>
                  <a:cubicBezTo>
                    <a:pt x="34541" y="2822"/>
                    <a:pt x="35279" y="3989"/>
                    <a:pt x="35279" y="5323"/>
                  </a:cubicBezTo>
                  <a:cubicBezTo>
                    <a:pt x="35279" y="7263"/>
                    <a:pt x="33695" y="8847"/>
                    <a:pt x="31755" y="8847"/>
                  </a:cubicBezTo>
                  <a:cubicBezTo>
                    <a:pt x="29802" y="8847"/>
                    <a:pt x="28219" y="7263"/>
                    <a:pt x="28219" y="5323"/>
                  </a:cubicBezTo>
                  <a:cubicBezTo>
                    <a:pt x="28219" y="3989"/>
                    <a:pt x="28957" y="2822"/>
                    <a:pt x="30052" y="2227"/>
                  </a:cubicBezTo>
                  <a:lnTo>
                    <a:pt x="30052" y="12"/>
                  </a:lnTo>
                  <a:lnTo>
                    <a:pt x="21753" y="12"/>
                  </a:lnTo>
                  <a:lnTo>
                    <a:pt x="21753" y="2227"/>
                  </a:lnTo>
                  <a:cubicBezTo>
                    <a:pt x="22837" y="2822"/>
                    <a:pt x="23575" y="3989"/>
                    <a:pt x="23575" y="5323"/>
                  </a:cubicBezTo>
                  <a:cubicBezTo>
                    <a:pt x="23575" y="7263"/>
                    <a:pt x="22003" y="8847"/>
                    <a:pt x="20051" y="8847"/>
                  </a:cubicBezTo>
                  <a:cubicBezTo>
                    <a:pt x="18098" y="8847"/>
                    <a:pt x="16515" y="7263"/>
                    <a:pt x="16515" y="5323"/>
                  </a:cubicBezTo>
                  <a:cubicBezTo>
                    <a:pt x="16515" y="3989"/>
                    <a:pt x="17265" y="2822"/>
                    <a:pt x="18348" y="2227"/>
                  </a:cubicBezTo>
                  <a:lnTo>
                    <a:pt x="18348" y="12"/>
                  </a:lnTo>
                  <a:lnTo>
                    <a:pt x="10050" y="12"/>
                  </a:lnTo>
                  <a:lnTo>
                    <a:pt x="10050" y="2227"/>
                  </a:lnTo>
                  <a:cubicBezTo>
                    <a:pt x="11145" y="2822"/>
                    <a:pt x="11883" y="3989"/>
                    <a:pt x="11883" y="5323"/>
                  </a:cubicBezTo>
                  <a:cubicBezTo>
                    <a:pt x="11883" y="7263"/>
                    <a:pt x="10300" y="8847"/>
                    <a:pt x="8347" y="8847"/>
                  </a:cubicBezTo>
                  <a:cubicBezTo>
                    <a:pt x="6394" y="8847"/>
                    <a:pt x="4823" y="7263"/>
                    <a:pt x="4823" y="5323"/>
                  </a:cubicBezTo>
                  <a:cubicBezTo>
                    <a:pt x="4823" y="3989"/>
                    <a:pt x="5561" y="2822"/>
                    <a:pt x="6644" y="2227"/>
                  </a:cubicBezTo>
                  <a:lnTo>
                    <a:pt x="6644" y="12"/>
                  </a:lnTo>
                  <a:lnTo>
                    <a:pt x="239" y="12"/>
                  </a:lnTo>
                  <a:lnTo>
                    <a:pt x="239" y="110550"/>
                  </a:lnTo>
                  <a:lnTo>
                    <a:pt x="1" y="136267"/>
                  </a:lnTo>
                  <a:lnTo>
                    <a:pt x="7811" y="134767"/>
                  </a:lnTo>
                  <a:lnTo>
                    <a:pt x="22718" y="137839"/>
                  </a:lnTo>
                  <a:lnTo>
                    <a:pt x="29814" y="137839"/>
                  </a:lnTo>
                  <a:lnTo>
                    <a:pt x="44006" y="139982"/>
                  </a:lnTo>
                  <a:lnTo>
                    <a:pt x="54662" y="139982"/>
                  </a:lnTo>
                  <a:lnTo>
                    <a:pt x="74534" y="137375"/>
                  </a:lnTo>
                  <a:lnTo>
                    <a:pt x="86595" y="139982"/>
                  </a:lnTo>
                  <a:lnTo>
                    <a:pt x="113574" y="139982"/>
                  </a:lnTo>
                  <a:lnTo>
                    <a:pt x="145519" y="137375"/>
                  </a:lnTo>
                  <a:lnTo>
                    <a:pt x="161128" y="139982"/>
                  </a:lnTo>
                  <a:lnTo>
                    <a:pt x="177463" y="137375"/>
                  </a:lnTo>
                  <a:lnTo>
                    <a:pt x="206562" y="137375"/>
                  </a:lnTo>
                  <a:lnTo>
                    <a:pt x="220755" y="139982"/>
                  </a:lnTo>
                  <a:lnTo>
                    <a:pt x="237090" y="139982"/>
                  </a:lnTo>
                  <a:lnTo>
                    <a:pt x="253175" y="139268"/>
                  </a:lnTo>
                  <a:lnTo>
                    <a:pt x="261926" y="141208"/>
                  </a:lnTo>
                  <a:lnTo>
                    <a:pt x="262081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14"/>
            <p:cNvSpPr/>
            <p:nvPr/>
          </p:nvSpPr>
          <p:spPr>
            <a:xfrm>
              <a:off x="636825" y="1219860"/>
              <a:ext cx="7850114" cy="4668"/>
            </a:xfrm>
            <a:custGeom>
              <a:avLst/>
              <a:gdLst/>
              <a:ahLst/>
              <a:cxnLst/>
              <a:rect l="l" t="t" r="r" b="b"/>
              <a:pathLst>
                <a:path w="242138" h="144" extrusionOk="0">
                  <a:moveTo>
                    <a:pt x="1" y="0"/>
                  </a:moveTo>
                  <a:lnTo>
                    <a:pt x="1" y="143"/>
                  </a:lnTo>
                  <a:lnTo>
                    <a:pt x="242138" y="143"/>
                  </a:lnTo>
                  <a:lnTo>
                    <a:pt x="2421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14"/>
            <p:cNvSpPr/>
            <p:nvPr/>
          </p:nvSpPr>
          <p:spPr>
            <a:xfrm>
              <a:off x="636825" y="1534074"/>
              <a:ext cx="7850114" cy="4636"/>
            </a:xfrm>
            <a:custGeom>
              <a:avLst/>
              <a:gdLst/>
              <a:ahLst/>
              <a:cxnLst/>
              <a:rect l="l" t="t" r="r" b="b"/>
              <a:pathLst>
                <a:path w="242138" h="143" extrusionOk="0">
                  <a:moveTo>
                    <a:pt x="1" y="0"/>
                  </a:moveTo>
                  <a:lnTo>
                    <a:pt x="1" y="143"/>
                  </a:lnTo>
                  <a:lnTo>
                    <a:pt x="242138" y="143"/>
                  </a:lnTo>
                  <a:lnTo>
                    <a:pt x="2421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14"/>
            <p:cNvSpPr/>
            <p:nvPr/>
          </p:nvSpPr>
          <p:spPr>
            <a:xfrm>
              <a:off x="636825" y="1848257"/>
              <a:ext cx="7850114" cy="5058"/>
            </a:xfrm>
            <a:custGeom>
              <a:avLst/>
              <a:gdLst/>
              <a:ahLst/>
              <a:cxnLst/>
              <a:rect l="l" t="t" r="r" b="b"/>
              <a:pathLst>
                <a:path w="242138" h="156" extrusionOk="0">
                  <a:moveTo>
                    <a:pt x="1" y="1"/>
                  </a:moveTo>
                  <a:lnTo>
                    <a:pt x="1" y="156"/>
                  </a:lnTo>
                  <a:lnTo>
                    <a:pt x="242138" y="156"/>
                  </a:lnTo>
                  <a:lnTo>
                    <a:pt x="2421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14"/>
            <p:cNvSpPr/>
            <p:nvPr/>
          </p:nvSpPr>
          <p:spPr>
            <a:xfrm>
              <a:off x="636825" y="2162860"/>
              <a:ext cx="7850114" cy="4668"/>
            </a:xfrm>
            <a:custGeom>
              <a:avLst/>
              <a:gdLst/>
              <a:ahLst/>
              <a:cxnLst/>
              <a:rect l="l" t="t" r="r" b="b"/>
              <a:pathLst>
                <a:path w="242138" h="144" extrusionOk="0">
                  <a:moveTo>
                    <a:pt x="1" y="0"/>
                  </a:moveTo>
                  <a:lnTo>
                    <a:pt x="1" y="143"/>
                  </a:lnTo>
                  <a:lnTo>
                    <a:pt x="242138" y="143"/>
                  </a:lnTo>
                  <a:lnTo>
                    <a:pt x="2421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14"/>
            <p:cNvSpPr/>
            <p:nvPr/>
          </p:nvSpPr>
          <p:spPr>
            <a:xfrm>
              <a:off x="636825" y="2477075"/>
              <a:ext cx="7850114" cy="5025"/>
            </a:xfrm>
            <a:custGeom>
              <a:avLst/>
              <a:gdLst/>
              <a:ahLst/>
              <a:cxnLst/>
              <a:rect l="l" t="t" r="r" b="b"/>
              <a:pathLst>
                <a:path w="242138" h="155" extrusionOk="0">
                  <a:moveTo>
                    <a:pt x="1" y="0"/>
                  </a:moveTo>
                  <a:lnTo>
                    <a:pt x="1" y="155"/>
                  </a:lnTo>
                  <a:lnTo>
                    <a:pt x="242138" y="155"/>
                  </a:lnTo>
                  <a:lnTo>
                    <a:pt x="2421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14"/>
            <p:cNvSpPr/>
            <p:nvPr/>
          </p:nvSpPr>
          <p:spPr>
            <a:xfrm>
              <a:off x="636825" y="2791646"/>
              <a:ext cx="7850114" cy="4668"/>
            </a:xfrm>
            <a:custGeom>
              <a:avLst/>
              <a:gdLst/>
              <a:ahLst/>
              <a:cxnLst/>
              <a:rect l="l" t="t" r="r" b="b"/>
              <a:pathLst>
                <a:path w="242138" h="144" extrusionOk="0">
                  <a:moveTo>
                    <a:pt x="1" y="1"/>
                  </a:moveTo>
                  <a:lnTo>
                    <a:pt x="1" y="143"/>
                  </a:lnTo>
                  <a:lnTo>
                    <a:pt x="242138" y="143"/>
                  </a:lnTo>
                  <a:lnTo>
                    <a:pt x="2421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14"/>
            <p:cNvSpPr/>
            <p:nvPr/>
          </p:nvSpPr>
          <p:spPr>
            <a:xfrm>
              <a:off x="648788" y="3110497"/>
              <a:ext cx="7850146" cy="5025"/>
            </a:xfrm>
            <a:custGeom>
              <a:avLst/>
              <a:gdLst/>
              <a:ahLst/>
              <a:cxnLst/>
              <a:rect l="l" t="t" r="r" b="b"/>
              <a:pathLst>
                <a:path w="242139" h="155" extrusionOk="0">
                  <a:moveTo>
                    <a:pt x="1" y="0"/>
                  </a:moveTo>
                  <a:lnTo>
                    <a:pt x="1" y="155"/>
                  </a:lnTo>
                  <a:lnTo>
                    <a:pt x="242138" y="155"/>
                  </a:lnTo>
                  <a:lnTo>
                    <a:pt x="2421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14"/>
            <p:cNvSpPr/>
            <p:nvPr/>
          </p:nvSpPr>
          <p:spPr>
            <a:xfrm>
              <a:off x="648788" y="3425068"/>
              <a:ext cx="7850146" cy="4668"/>
            </a:xfrm>
            <a:custGeom>
              <a:avLst/>
              <a:gdLst/>
              <a:ahLst/>
              <a:cxnLst/>
              <a:rect l="l" t="t" r="r" b="b"/>
              <a:pathLst>
                <a:path w="242139" h="144" extrusionOk="0">
                  <a:moveTo>
                    <a:pt x="1" y="1"/>
                  </a:moveTo>
                  <a:lnTo>
                    <a:pt x="1" y="144"/>
                  </a:lnTo>
                  <a:lnTo>
                    <a:pt x="242138" y="144"/>
                  </a:lnTo>
                  <a:lnTo>
                    <a:pt x="2421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14"/>
            <p:cNvSpPr/>
            <p:nvPr/>
          </p:nvSpPr>
          <p:spPr>
            <a:xfrm>
              <a:off x="648788" y="3739283"/>
              <a:ext cx="7850146" cy="5058"/>
            </a:xfrm>
            <a:custGeom>
              <a:avLst/>
              <a:gdLst/>
              <a:ahLst/>
              <a:cxnLst/>
              <a:rect l="l" t="t" r="r" b="b"/>
              <a:pathLst>
                <a:path w="242139" h="156" extrusionOk="0">
                  <a:moveTo>
                    <a:pt x="1" y="0"/>
                  </a:moveTo>
                  <a:lnTo>
                    <a:pt x="1" y="155"/>
                  </a:lnTo>
                  <a:lnTo>
                    <a:pt x="242138" y="155"/>
                  </a:lnTo>
                  <a:lnTo>
                    <a:pt x="2421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14"/>
            <p:cNvSpPr/>
            <p:nvPr/>
          </p:nvSpPr>
          <p:spPr>
            <a:xfrm>
              <a:off x="648788" y="4053854"/>
              <a:ext cx="7850146" cy="4668"/>
            </a:xfrm>
            <a:custGeom>
              <a:avLst/>
              <a:gdLst/>
              <a:ahLst/>
              <a:cxnLst/>
              <a:rect l="l" t="t" r="r" b="b"/>
              <a:pathLst>
                <a:path w="242139" h="144" extrusionOk="0">
                  <a:moveTo>
                    <a:pt x="1" y="1"/>
                  </a:moveTo>
                  <a:lnTo>
                    <a:pt x="1" y="144"/>
                  </a:lnTo>
                  <a:lnTo>
                    <a:pt x="242138" y="144"/>
                  </a:lnTo>
                  <a:lnTo>
                    <a:pt x="2421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14"/>
            <p:cNvSpPr/>
            <p:nvPr/>
          </p:nvSpPr>
          <p:spPr>
            <a:xfrm>
              <a:off x="648788" y="4368069"/>
              <a:ext cx="7850146" cy="5058"/>
            </a:xfrm>
            <a:custGeom>
              <a:avLst/>
              <a:gdLst/>
              <a:ahLst/>
              <a:cxnLst/>
              <a:rect l="l" t="t" r="r" b="b"/>
              <a:pathLst>
                <a:path w="242139" h="156" extrusionOk="0">
                  <a:moveTo>
                    <a:pt x="1" y="1"/>
                  </a:moveTo>
                  <a:lnTo>
                    <a:pt x="1" y="155"/>
                  </a:lnTo>
                  <a:lnTo>
                    <a:pt x="242138" y="155"/>
                  </a:lnTo>
                  <a:lnTo>
                    <a:pt x="2421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2" name="Google Shape;282;p14"/>
          <p:cNvSpPr/>
          <p:nvPr/>
        </p:nvSpPr>
        <p:spPr>
          <a:xfrm rot="3211094">
            <a:off x="460585" y="674960"/>
            <a:ext cx="112810" cy="112828"/>
          </a:xfrm>
          <a:custGeom>
            <a:avLst/>
            <a:gdLst/>
            <a:ahLst/>
            <a:cxnLst/>
            <a:rect l="l" t="t" r="r" b="b"/>
            <a:pathLst>
              <a:path w="6138" h="6139" extrusionOk="0">
                <a:moveTo>
                  <a:pt x="3069" y="0"/>
                </a:moveTo>
                <a:cubicBezTo>
                  <a:pt x="2625" y="513"/>
                  <a:pt x="2402" y="1024"/>
                  <a:pt x="2235" y="1535"/>
                </a:cubicBezTo>
                <a:cubicBezTo>
                  <a:pt x="2177" y="1722"/>
                  <a:pt x="2134" y="1909"/>
                  <a:pt x="2099" y="2097"/>
                </a:cubicBezTo>
                <a:cubicBezTo>
                  <a:pt x="1912" y="2131"/>
                  <a:pt x="1723" y="2173"/>
                  <a:pt x="1536" y="2233"/>
                </a:cubicBezTo>
                <a:cubicBezTo>
                  <a:pt x="1023" y="2398"/>
                  <a:pt x="512" y="2623"/>
                  <a:pt x="1" y="3070"/>
                </a:cubicBezTo>
                <a:cubicBezTo>
                  <a:pt x="512" y="3517"/>
                  <a:pt x="1023" y="3740"/>
                  <a:pt x="1536" y="3907"/>
                </a:cubicBezTo>
                <a:cubicBezTo>
                  <a:pt x="1722" y="3966"/>
                  <a:pt x="1909" y="4008"/>
                  <a:pt x="2096" y="4042"/>
                </a:cubicBezTo>
                <a:cubicBezTo>
                  <a:pt x="2132" y="4230"/>
                  <a:pt x="2173" y="4417"/>
                  <a:pt x="2232" y="4604"/>
                </a:cubicBezTo>
                <a:cubicBezTo>
                  <a:pt x="2399" y="5115"/>
                  <a:pt x="2622" y="5627"/>
                  <a:pt x="3069" y="6138"/>
                </a:cubicBezTo>
                <a:cubicBezTo>
                  <a:pt x="3517" y="5627"/>
                  <a:pt x="3741" y="5115"/>
                  <a:pt x="3906" y="4604"/>
                </a:cubicBezTo>
                <a:cubicBezTo>
                  <a:pt x="3966" y="4416"/>
                  <a:pt x="4008" y="4229"/>
                  <a:pt x="4042" y="4040"/>
                </a:cubicBezTo>
                <a:cubicBezTo>
                  <a:pt x="4230" y="4005"/>
                  <a:pt x="4416" y="3963"/>
                  <a:pt x="4604" y="3904"/>
                </a:cubicBezTo>
                <a:cubicBezTo>
                  <a:pt x="5115" y="3737"/>
                  <a:pt x="5626" y="3514"/>
                  <a:pt x="6138" y="3070"/>
                </a:cubicBezTo>
                <a:cubicBezTo>
                  <a:pt x="5626" y="2625"/>
                  <a:pt x="5115" y="2402"/>
                  <a:pt x="4604" y="2235"/>
                </a:cubicBezTo>
                <a:cubicBezTo>
                  <a:pt x="4416" y="2176"/>
                  <a:pt x="4228" y="2133"/>
                  <a:pt x="4040" y="2099"/>
                </a:cubicBezTo>
                <a:cubicBezTo>
                  <a:pt x="4005" y="1910"/>
                  <a:pt x="3963" y="1723"/>
                  <a:pt x="3904" y="1535"/>
                </a:cubicBezTo>
                <a:cubicBezTo>
                  <a:pt x="3738" y="1024"/>
                  <a:pt x="3514" y="513"/>
                  <a:pt x="3069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4"/>
          <p:cNvSpPr/>
          <p:nvPr/>
        </p:nvSpPr>
        <p:spPr>
          <a:xfrm rot="3211094">
            <a:off x="2029622" y="4547585"/>
            <a:ext cx="112810" cy="112828"/>
          </a:xfrm>
          <a:custGeom>
            <a:avLst/>
            <a:gdLst/>
            <a:ahLst/>
            <a:cxnLst/>
            <a:rect l="l" t="t" r="r" b="b"/>
            <a:pathLst>
              <a:path w="6138" h="6139" extrusionOk="0">
                <a:moveTo>
                  <a:pt x="3069" y="0"/>
                </a:moveTo>
                <a:cubicBezTo>
                  <a:pt x="2625" y="513"/>
                  <a:pt x="2402" y="1024"/>
                  <a:pt x="2235" y="1535"/>
                </a:cubicBezTo>
                <a:cubicBezTo>
                  <a:pt x="2177" y="1722"/>
                  <a:pt x="2134" y="1909"/>
                  <a:pt x="2099" y="2097"/>
                </a:cubicBezTo>
                <a:cubicBezTo>
                  <a:pt x="1912" y="2131"/>
                  <a:pt x="1723" y="2173"/>
                  <a:pt x="1536" y="2233"/>
                </a:cubicBezTo>
                <a:cubicBezTo>
                  <a:pt x="1023" y="2398"/>
                  <a:pt x="512" y="2623"/>
                  <a:pt x="1" y="3070"/>
                </a:cubicBezTo>
                <a:cubicBezTo>
                  <a:pt x="512" y="3517"/>
                  <a:pt x="1023" y="3740"/>
                  <a:pt x="1536" y="3907"/>
                </a:cubicBezTo>
                <a:cubicBezTo>
                  <a:pt x="1722" y="3966"/>
                  <a:pt x="1909" y="4008"/>
                  <a:pt x="2096" y="4042"/>
                </a:cubicBezTo>
                <a:cubicBezTo>
                  <a:pt x="2132" y="4230"/>
                  <a:pt x="2173" y="4417"/>
                  <a:pt x="2232" y="4604"/>
                </a:cubicBezTo>
                <a:cubicBezTo>
                  <a:pt x="2399" y="5115"/>
                  <a:pt x="2622" y="5627"/>
                  <a:pt x="3069" y="6138"/>
                </a:cubicBezTo>
                <a:cubicBezTo>
                  <a:pt x="3517" y="5627"/>
                  <a:pt x="3741" y="5115"/>
                  <a:pt x="3906" y="4604"/>
                </a:cubicBezTo>
                <a:cubicBezTo>
                  <a:pt x="3966" y="4416"/>
                  <a:pt x="4008" y="4229"/>
                  <a:pt x="4042" y="4040"/>
                </a:cubicBezTo>
                <a:cubicBezTo>
                  <a:pt x="4230" y="4005"/>
                  <a:pt x="4416" y="3963"/>
                  <a:pt x="4604" y="3904"/>
                </a:cubicBezTo>
                <a:cubicBezTo>
                  <a:pt x="5115" y="3737"/>
                  <a:pt x="5626" y="3514"/>
                  <a:pt x="6138" y="3070"/>
                </a:cubicBezTo>
                <a:cubicBezTo>
                  <a:pt x="5626" y="2625"/>
                  <a:pt x="5115" y="2402"/>
                  <a:pt x="4604" y="2235"/>
                </a:cubicBezTo>
                <a:cubicBezTo>
                  <a:pt x="4416" y="2176"/>
                  <a:pt x="4228" y="2133"/>
                  <a:pt x="4040" y="2099"/>
                </a:cubicBezTo>
                <a:cubicBezTo>
                  <a:pt x="4005" y="1910"/>
                  <a:pt x="3963" y="1723"/>
                  <a:pt x="3904" y="1535"/>
                </a:cubicBezTo>
                <a:cubicBezTo>
                  <a:pt x="3738" y="1024"/>
                  <a:pt x="3514" y="513"/>
                  <a:pt x="3069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14"/>
          <p:cNvSpPr/>
          <p:nvPr/>
        </p:nvSpPr>
        <p:spPr>
          <a:xfrm rot="5400000">
            <a:off x="8588996" y="4553765"/>
            <a:ext cx="100451" cy="100451"/>
          </a:xfrm>
          <a:custGeom>
            <a:avLst/>
            <a:gdLst/>
            <a:ahLst/>
            <a:cxnLst/>
            <a:rect l="l" t="t" r="r" b="b"/>
            <a:pathLst>
              <a:path w="2835" h="2836" extrusionOk="0">
                <a:moveTo>
                  <a:pt x="1417" y="0"/>
                </a:moveTo>
                <a:cubicBezTo>
                  <a:pt x="635" y="0"/>
                  <a:pt x="0" y="635"/>
                  <a:pt x="0" y="1418"/>
                </a:cubicBezTo>
                <a:cubicBezTo>
                  <a:pt x="0" y="2200"/>
                  <a:pt x="635" y="2835"/>
                  <a:pt x="1417" y="2835"/>
                </a:cubicBezTo>
                <a:cubicBezTo>
                  <a:pt x="2200" y="2835"/>
                  <a:pt x="2835" y="2200"/>
                  <a:pt x="2835" y="1418"/>
                </a:cubicBezTo>
                <a:cubicBezTo>
                  <a:pt x="2835" y="635"/>
                  <a:pt x="2201" y="0"/>
                  <a:pt x="141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14"/>
          <p:cNvSpPr/>
          <p:nvPr/>
        </p:nvSpPr>
        <p:spPr>
          <a:xfrm rot="7660645">
            <a:off x="8582831" y="1400259"/>
            <a:ext cx="112800" cy="112818"/>
          </a:xfrm>
          <a:custGeom>
            <a:avLst/>
            <a:gdLst/>
            <a:ahLst/>
            <a:cxnLst/>
            <a:rect l="l" t="t" r="r" b="b"/>
            <a:pathLst>
              <a:path w="6138" h="6139" extrusionOk="0">
                <a:moveTo>
                  <a:pt x="3069" y="0"/>
                </a:moveTo>
                <a:cubicBezTo>
                  <a:pt x="2625" y="513"/>
                  <a:pt x="2402" y="1024"/>
                  <a:pt x="2235" y="1535"/>
                </a:cubicBezTo>
                <a:cubicBezTo>
                  <a:pt x="2177" y="1722"/>
                  <a:pt x="2134" y="1909"/>
                  <a:pt x="2099" y="2097"/>
                </a:cubicBezTo>
                <a:cubicBezTo>
                  <a:pt x="1912" y="2131"/>
                  <a:pt x="1723" y="2173"/>
                  <a:pt x="1536" y="2233"/>
                </a:cubicBezTo>
                <a:cubicBezTo>
                  <a:pt x="1023" y="2398"/>
                  <a:pt x="512" y="2623"/>
                  <a:pt x="1" y="3070"/>
                </a:cubicBezTo>
                <a:cubicBezTo>
                  <a:pt x="512" y="3517"/>
                  <a:pt x="1023" y="3740"/>
                  <a:pt x="1536" y="3907"/>
                </a:cubicBezTo>
                <a:cubicBezTo>
                  <a:pt x="1722" y="3966"/>
                  <a:pt x="1909" y="4008"/>
                  <a:pt x="2096" y="4042"/>
                </a:cubicBezTo>
                <a:cubicBezTo>
                  <a:pt x="2132" y="4230"/>
                  <a:pt x="2173" y="4417"/>
                  <a:pt x="2232" y="4604"/>
                </a:cubicBezTo>
                <a:cubicBezTo>
                  <a:pt x="2399" y="5115"/>
                  <a:pt x="2622" y="5627"/>
                  <a:pt x="3069" y="6138"/>
                </a:cubicBezTo>
                <a:cubicBezTo>
                  <a:pt x="3517" y="5627"/>
                  <a:pt x="3741" y="5115"/>
                  <a:pt x="3906" y="4604"/>
                </a:cubicBezTo>
                <a:cubicBezTo>
                  <a:pt x="3966" y="4416"/>
                  <a:pt x="4008" y="4229"/>
                  <a:pt x="4042" y="4040"/>
                </a:cubicBezTo>
                <a:cubicBezTo>
                  <a:pt x="4230" y="4005"/>
                  <a:pt x="4416" y="3963"/>
                  <a:pt x="4604" y="3904"/>
                </a:cubicBezTo>
                <a:cubicBezTo>
                  <a:pt x="5115" y="3737"/>
                  <a:pt x="5626" y="3514"/>
                  <a:pt x="6138" y="3070"/>
                </a:cubicBezTo>
                <a:cubicBezTo>
                  <a:pt x="5626" y="2625"/>
                  <a:pt x="5115" y="2402"/>
                  <a:pt x="4604" y="2235"/>
                </a:cubicBezTo>
                <a:cubicBezTo>
                  <a:pt x="4416" y="2176"/>
                  <a:pt x="4228" y="2133"/>
                  <a:pt x="4040" y="2099"/>
                </a:cubicBezTo>
                <a:cubicBezTo>
                  <a:pt x="4005" y="1910"/>
                  <a:pt x="3963" y="1723"/>
                  <a:pt x="3904" y="1535"/>
                </a:cubicBezTo>
                <a:cubicBezTo>
                  <a:pt x="3738" y="1024"/>
                  <a:pt x="3514" y="513"/>
                  <a:pt x="306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14"/>
          <p:cNvSpPr/>
          <p:nvPr/>
        </p:nvSpPr>
        <p:spPr>
          <a:xfrm rot="9899885">
            <a:off x="8089316" y="4562978"/>
            <a:ext cx="82005" cy="82047"/>
          </a:xfrm>
          <a:custGeom>
            <a:avLst/>
            <a:gdLst/>
            <a:ahLst/>
            <a:cxnLst/>
            <a:rect l="l" t="t" r="r" b="b"/>
            <a:pathLst>
              <a:path w="2835" h="2836" extrusionOk="0">
                <a:moveTo>
                  <a:pt x="1417" y="0"/>
                </a:moveTo>
                <a:cubicBezTo>
                  <a:pt x="635" y="0"/>
                  <a:pt x="0" y="635"/>
                  <a:pt x="0" y="1418"/>
                </a:cubicBezTo>
                <a:cubicBezTo>
                  <a:pt x="0" y="2200"/>
                  <a:pt x="635" y="2835"/>
                  <a:pt x="1417" y="2835"/>
                </a:cubicBezTo>
                <a:cubicBezTo>
                  <a:pt x="2200" y="2835"/>
                  <a:pt x="2835" y="2200"/>
                  <a:pt x="2835" y="1418"/>
                </a:cubicBezTo>
                <a:cubicBezTo>
                  <a:pt x="2835" y="635"/>
                  <a:pt x="2201" y="0"/>
                  <a:pt x="141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14"/>
          <p:cNvSpPr/>
          <p:nvPr/>
        </p:nvSpPr>
        <p:spPr>
          <a:xfrm rot="5400000">
            <a:off x="489275" y="1203389"/>
            <a:ext cx="55424" cy="55423"/>
          </a:xfrm>
          <a:custGeom>
            <a:avLst/>
            <a:gdLst/>
            <a:ahLst/>
            <a:cxnLst/>
            <a:rect l="l" t="t" r="r" b="b"/>
            <a:pathLst>
              <a:path w="2835" h="2836" extrusionOk="0">
                <a:moveTo>
                  <a:pt x="1417" y="0"/>
                </a:moveTo>
                <a:cubicBezTo>
                  <a:pt x="635" y="0"/>
                  <a:pt x="0" y="635"/>
                  <a:pt x="0" y="1418"/>
                </a:cubicBezTo>
                <a:cubicBezTo>
                  <a:pt x="0" y="2200"/>
                  <a:pt x="635" y="2835"/>
                  <a:pt x="1417" y="2835"/>
                </a:cubicBezTo>
                <a:cubicBezTo>
                  <a:pt x="2200" y="2835"/>
                  <a:pt x="2835" y="2200"/>
                  <a:pt x="2835" y="1418"/>
                </a:cubicBezTo>
                <a:cubicBezTo>
                  <a:pt x="2835" y="635"/>
                  <a:pt x="2201" y="0"/>
                  <a:pt x="141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4"/>
          <p:cNvSpPr txBox="1">
            <a:spLocks noGrp="1"/>
          </p:cNvSpPr>
          <p:nvPr>
            <p:ph type="title"/>
          </p:nvPr>
        </p:nvSpPr>
        <p:spPr>
          <a:xfrm>
            <a:off x="720000" y="5988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CUSTOM_10_1_1_1"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7" name="Google Shape;357;p18"/>
          <p:cNvGrpSpPr/>
          <p:nvPr/>
        </p:nvGrpSpPr>
        <p:grpSpPr>
          <a:xfrm>
            <a:off x="311036" y="279900"/>
            <a:ext cx="8496698" cy="4620823"/>
            <a:chOff x="311036" y="279900"/>
            <a:chExt cx="8496698" cy="4620823"/>
          </a:xfrm>
        </p:grpSpPr>
        <p:sp>
          <p:nvSpPr>
            <p:cNvPr id="358" name="Google Shape;358;p18"/>
            <p:cNvSpPr/>
            <p:nvPr/>
          </p:nvSpPr>
          <p:spPr>
            <a:xfrm>
              <a:off x="311814" y="4642854"/>
              <a:ext cx="8495531" cy="257869"/>
            </a:xfrm>
            <a:custGeom>
              <a:avLst/>
              <a:gdLst/>
              <a:ahLst/>
              <a:cxnLst/>
              <a:rect l="l" t="t" r="r" b="b"/>
              <a:pathLst>
                <a:path w="262046" h="7954" extrusionOk="0">
                  <a:moveTo>
                    <a:pt x="1739" y="1"/>
                  </a:moveTo>
                  <a:lnTo>
                    <a:pt x="1727" y="239"/>
                  </a:lnTo>
                  <a:lnTo>
                    <a:pt x="798" y="941"/>
                  </a:lnTo>
                  <a:lnTo>
                    <a:pt x="1" y="1453"/>
                  </a:lnTo>
                  <a:lnTo>
                    <a:pt x="1" y="2465"/>
                  </a:lnTo>
                  <a:lnTo>
                    <a:pt x="1917" y="2394"/>
                  </a:lnTo>
                  <a:lnTo>
                    <a:pt x="3870" y="2346"/>
                  </a:lnTo>
                  <a:lnTo>
                    <a:pt x="5823" y="2560"/>
                  </a:lnTo>
                  <a:lnTo>
                    <a:pt x="7728" y="2596"/>
                  </a:lnTo>
                  <a:lnTo>
                    <a:pt x="9323" y="2941"/>
                  </a:lnTo>
                  <a:lnTo>
                    <a:pt x="11097" y="3180"/>
                  </a:lnTo>
                  <a:lnTo>
                    <a:pt x="12645" y="3608"/>
                  </a:lnTo>
                  <a:lnTo>
                    <a:pt x="14181" y="4061"/>
                  </a:lnTo>
                  <a:lnTo>
                    <a:pt x="16229" y="4037"/>
                  </a:lnTo>
                  <a:lnTo>
                    <a:pt x="17919" y="4346"/>
                  </a:lnTo>
                  <a:lnTo>
                    <a:pt x="19574" y="4692"/>
                  </a:lnTo>
                  <a:lnTo>
                    <a:pt x="20884" y="5358"/>
                  </a:lnTo>
                  <a:lnTo>
                    <a:pt x="22587" y="5739"/>
                  </a:lnTo>
                  <a:lnTo>
                    <a:pt x="24456" y="5418"/>
                  </a:lnTo>
                  <a:lnTo>
                    <a:pt x="26230" y="5513"/>
                  </a:lnTo>
                  <a:lnTo>
                    <a:pt x="28004" y="5716"/>
                  </a:lnTo>
                  <a:lnTo>
                    <a:pt x="29742" y="5668"/>
                  </a:lnTo>
                  <a:lnTo>
                    <a:pt x="31564" y="5835"/>
                  </a:lnTo>
                  <a:lnTo>
                    <a:pt x="33469" y="5930"/>
                  </a:lnTo>
                  <a:lnTo>
                    <a:pt x="35041" y="6442"/>
                  </a:lnTo>
                  <a:lnTo>
                    <a:pt x="36779" y="6763"/>
                  </a:lnTo>
                  <a:lnTo>
                    <a:pt x="38565" y="7013"/>
                  </a:lnTo>
                  <a:lnTo>
                    <a:pt x="40446" y="7156"/>
                  </a:lnTo>
                  <a:lnTo>
                    <a:pt x="42351" y="7263"/>
                  </a:lnTo>
                  <a:lnTo>
                    <a:pt x="43982" y="7692"/>
                  </a:lnTo>
                  <a:lnTo>
                    <a:pt x="45744" y="7609"/>
                  </a:lnTo>
                  <a:lnTo>
                    <a:pt x="47518" y="7502"/>
                  </a:lnTo>
                  <a:lnTo>
                    <a:pt x="49292" y="7728"/>
                  </a:lnTo>
                  <a:lnTo>
                    <a:pt x="51066" y="7918"/>
                  </a:lnTo>
                  <a:lnTo>
                    <a:pt x="52840" y="7597"/>
                  </a:lnTo>
                  <a:lnTo>
                    <a:pt x="54543" y="7502"/>
                  </a:lnTo>
                  <a:lnTo>
                    <a:pt x="56424" y="7716"/>
                  </a:lnTo>
                  <a:lnTo>
                    <a:pt x="57913" y="7251"/>
                  </a:lnTo>
                  <a:lnTo>
                    <a:pt x="59651" y="7168"/>
                  </a:lnTo>
                  <a:lnTo>
                    <a:pt x="61211" y="6811"/>
                  </a:lnTo>
                  <a:lnTo>
                    <a:pt x="62818" y="6537"/>
                  </a:lnTo>
                  <a:lnTo>
                    <a:pt x="64532" y="6406"/>
                  </a:lnTo>
                  <a:lnTo>
                    <a:pt x="66152" y="6132"/>
                  </a:lnTo>
                  <a:lnTo>
                    <a:pt x="67878" y="6013"/>
                  </a:lnTo>
                  <a:lnTo>
                    <a:pt x="69414" y="5620"/>
                  </a:lnTo>
                  <a:lnTo>
                    <a:pt x="71033" y="5346"/>
                  </a:lnTo>
                  <a:lnTo>
                    <a:pt x="72950" y="5501"/>
                  </a:lnTo>
                  <a:lnTo>
                    <a:pt x="74474" y="5204"/>
                  </a:lnTo>
                  <a:lnTo>
                    <a:pt x="76248" y="5466"/>
                  </a:lnTo>
                  <a:lnTo>
                    <a:pt x="77796" y="5989"/>
                  </a:lnTo>
                  <a:lnTo>
                    <a:pt x="79427" y="6430"/>
                  </a:lnTo>
                  <a:lnTo>
                    <a:pt x="81594" y="6430"/>
                  </a:lnTo>
                  <a:lnTo>
                    <a:pt x="83166" y="6930"/>
                  </a:lnTo>
                  <a:lnTo>
                    <a:pt x="84773" y="7406"/>
                  </a:lnTo>
                  <a:lnTo>
                    <a:pt x="86571" y="7716"/>
                  </a:lnTo>
                  <a:lnTo>
                    <a:pt x="88369" y="7561"/>
                  </a:lnTo>
                  <a:lnTo>
                    <a:pt x="90155" y="7537"/>
                  </a:lnTo>
                  <a:lnTo>
                    <a:pt x="91953" y="7668"/>
                  </a:lnTo>
                  <a:lnTo>
                    <a:pt x="93750" y="7883"/>
                  </a:lnTo>
                  <a:lnTo>
                    <a:pt x="95548" y="7871"/>
                  </a:lnTo>
                  <a:lnTo>
                    <a:pt x="97346" y="7704"/>
                  </a:lnTo>
                  <a:lnTo>
                    <a:pt x="99132" y="7847"/>
                  </a:lnTo>
                  <a:lnTo>
                    <a:pt x="100930" y="7942"/>
                  </a:lnTo>
                  <a:lnTo>
                    <a:pt x="102728" y="7644"/>
                  </a:lnTo>
                  <a:lnTo>
                    <a:pt x="104526" y="7763"/>
                  </a:lnTo>
                  <a:lnTo>
                    <a:pt x="106335" y="7573"/>
                  </a:lnTo>
                  <a:lnTo>
                    <a:pt x="108133" y="7763"/>
                  </a:lnTo>
                  <a:lnTo>
                    <a:pt x="109931" y="7644"/>
                  </a:lnTo>
                  <a:lnTo>
                    <a:pt x="111729" y="7918"/>
                  </a:lnTo>
                  <a:lnTo>
                    <a:pt x="113550" y="7752"/>
                  </a:lnTo>
                  <a:lnTo>
                    <a:pt x="115253" y="7442"/>
                  </a:lnTo>
                  <a:lnTo>
                    <a:pt x="117134" y="7561"/>
                  </a:lnTo>
                  <a:lnTo>
                    <a:pt x="118765" y="7073"/>
                  </a:lnTo>
                  <a:lnTo>
                    <a:pt x="120599" y="7073"/>
                  </a:lnTo>
                  <a:lnTo>
                    <a:pt x="122337" y="6859"/>
                  </a:lnTo>
                  <a:lnTo>
                    <a:pt x="124266" y="7061"/>
                  </a:lnTo>
                  <a:lnTo>
                    <a:pt x="125969" y="6751"/>
                  </a:lnTo>
                  <a:lnTo>
                    <a:pt x="127767" y="6668"/>
                  </a:lnTo>
                  <a:lnTo>
                    <a:pt x="129410" y="6228"/>
                  </a:lnTo>
                  <a:lnTo>
                    <a:pt x="131172" y="6061"/>
                  </a:lnTo>
                  <a:lnTo>
                    <a:pt x="132958" y="5930"/>
                  </a:lnTo>
                  <a:lnTo>
                    <a:pt x="134755" y="5858"/>
                  </a:lnTo>
                  <a:lnTo>
                    <a:pt x="136494" y="5620"/>
                  </a:lnTo>
                  <a:lnTo>
                    <a:pt x="138339" y="5644"/>
                  </a:lnTo>
                  <a:lnTo>
                    <a:pt x="140220" y="5739"/>
                  </a:lnTo>
                  <a:lnTo>
                    <a:pt x="141959" y="5513"/>
                  </a:lnTo>
                  <a:lnTo>
                    <a:pt x="143626" y="5096"/>
                  </a:lnTo>
                  <a:lnTo>
                    <a:pt x="145519" y="4966"/>
                  </a:lnTo>
                  <a:lnTo>
                    <a:pt x="147031" y="5608"/>
                  </a:lnTo>
                  <a:lnTo>
                    <a:pt x="148781" y="5870"/>
                  </a:lnTo>
                  <a:lnTo>
                    <a:pt x="150615" y="6049"/>
                  </a:lnTo>
                  <a:lnTo>
                    <a:pt x="152543" y="6120"/>
                  </a:lnTo>
                  <a:lnTo>
                    <a:pt x="154175" y="6537"/>
                  </a:lnTo>
                  <a:lnTo>
                    <a:pt x="155877" y="6859"/>
                  </a:lnTo>
                  <a:lnTo>
                    <a:pt x="157461" y="7323"/>
                  </a:lnTo>
                  <a:lnTo>
                    <a:pt x="159270" y="7537"/>
                  </a:lnTo>
                  <a:lnTo>
                    <a:pt x="161104" y="7537"/>
                  </a:lnTo>
                  <a:lnTo>
                    <a:pt x="162914" y="7680"/>
                  </a:lnTo>
                  <a:lnTo>
                    <a:pt x="164521" y="7394"/>
                  </a:lnTo>
                  <a:lnTo>
                    <a:pt x="166140" y="7121"/>
                  </a:lnTo>
                  <a:lnTo>
                    <a:pt x="167760" y="6847"/>
                  </a:lnTo>
                  <a:lnTo>
                    <a:pt x="169224" y="6394"/>
                  </a:lnTo>
                  <a:lnTo>
                    <a:pt x="170784" y="6049"/>
                  </a:lnTo>
                  <a:lnTo>
                    <a:pt x="172653" y="6073"/>
                  </a:lnTo>
                  <a:lnTo>
                    <a:pt x="174272" y="5787"/>
                  </a:lnTo>
                  <a:lnTo>
                    <a:pt x="175892" y="5501"/>
                  </a:lnTo>
                  <a:lnTo>
                    <a:pt x="177439" y="5144"/>
                  </a:lnTo>
                  <a:lnTo>
                    <a:pt x="179249" y="5108"/>
                  </a:lnTo>
                  <a:lnTo>
                    <a:pt x="181071" y="4977"/>
                  </a:lnTo>
                  <a:lnTo>
                    <a:pt x="182892" y="5204"/>
                  </a:lnTo>
                  <a:lnTo>
                    <a:pt x="184714" y="5061"/>
                  </a:lnTo>
                  <a:lnTo>
                    <a:pt x="186548" y="5335"/>
                  </a:lnTo>
                  <a:lnTo>
                    <a:pt x="188369" y="5239"/>
                  </a:lnTo>
                  <a:lnTo>
                    <a:pt x="190203" y="5287"/>
                  </a:lnTo>
                  <a:lnTo>
                    <a:pt x="192013" y="5204"/>
                  </a:lnTo>
                  <a:lnTo>
                    <a:pt x="193822" y="4942"/>
                  </a:lnTo>
                  <a:lnTo>
                    <a:pt x="195632" y="5144"/>
                  </a:lnTo>
                  <a:lnTo>
                    <a:pt x="197442" y="4918"/>
                  </a:lnTo>
                  <a:lnTo>
                    <a:pt x="199264" y="4906"/>
                  </a:lnTo>
                  <a:lnTo>
                    <a:pt x="201073" y="5156"/>
                  </a:lnTo>
                  <a:lnTo>
                    <a:pt x="202895" y="5085"/>
                  </a:lnTo>
                  <a:lnTo>
                    <a:pt x="204705" y="4906"/>
                  </a:lnTo>
                  <a:lnTo>
                    <a:pt x="206550" y="5061"/>
                  </a:lnTo>
                  <a:lnTo>
                    <a:pt x="208241" y="5263"/>
                  </a:lnTo>
                  <a:lnTo>
                    <a:pt x="209848" y="5513"/>
                  </a:lnTo>
                  <a:lnTo>
                    <a:pt x="211420" y="5811"/>
                  </a:lnTo>
                  <a:lnTo>
                    <a:pt x="212896" y="6204"/>
                  </a:lnTo>
                  <a:lnTo>
                    <a:pt x="214230" y="6740"/>
                  </a:lnTo>
                  <a:lnTo>
                    <a:pt x="216182" y="6656"/>
                  </a:lnTo>
                  <a:lnTo>
                    <a:pt x="217444" y="7263"/>
                  </a:lnTo>
                  <a:lnTo>
                    <a:pt x="218933" y="7644"/>
                  </a:lnTo>
                  <a:lnTo>
                    <a:pt x="220802" y="7549"/>
                  </a:lnTo>
                  <a:lnTo>
                    <a:pt x="222528" y="7787"/>
                  </a:lnTo>
                  <a:lnTo>
                    <a:pt x="224350" y="7740"/>
                  </a:lnTo>
                  <a:lnTo>
                    <a:pt x="226160" y="7716"/>
                  </a:lnTo>
                  <a:lnTo>
                    <a:pt x="227970" y="7692"/>
                  </a:lnTo>
                  <a:lnTo>
                    <a:pt x="229779" y="7585"/>
                  </a:lnTo>
                  <a:lnTo>
                    <a:pt x="231601" y="7811"/>
                  </a:lnTo>
                  <a:lnTo>
                    <a:pt x="233411" y="7668"/>
                  </a:lnTo>
                  <a:lnTo>
                    <a:pt x="235232" y="7954"/>
                  </a:lnTo>
                  <a:lnTo>
                    <a:pt x="237042" y="7609"/>
                  </a:lnTo>
                  <a:lnTo>
                    <a:pt x="238804" y="7549"/>
                  </a:lnTo>
                  <a:lnTo>
                    <a:pt x="240626" y="7573"/>
                  </a:lnTo>
                  <a:lnTo>
                    <a:pt x="242352" y="7263"/>
                  </a:lnTo>
                  <a:lnTo>
                    <a:pt x="244186" y="7371"/>
                  </a:lnTo>
                  <a:lnTo>
                    <a:pt x="246007" y="7454"/>
                  </a:lnTo>
                  <a:lnTo>
                    <a:pt x="247817" y="7466"/>
                  </a:lnTo>
                  <a:lnTo>
                    <a:pt x="249520" y="7037"/>
                  </a:lnTo>
                  <a:lnTo>
                    <a:pt x="251365" y="7180"/>
                  </a:lnTo>
                  <a:lnTo>
                    <a:pt x="253139" y="7061"/>
                  </a:lnTo>
                  <a:lnTo>
                    <a:pt x="254842" y="7263"/>
                  </a:lnTo>
                  <a:lnTo>
                    <a:pt x="256652" y="7204"/>
                  </a:lnTo>
                  <a:lnTo>
                    <a:pt x="258414" y="7263"/>
                  </a:lnTo>
                  <a:lnTo>
                    <a:pt x="260093" y="7597"/>
                  </a:lnTo>
                  <a:lnTo>
                    <a:pt x="262045" y="7621"/>
                  </a:lnTo>
                  <a:lnTo>
                    <a:pt x="261890" y="6632"/>
                  </a:lnTo>
                  <a:lnTo>
                    <a:pt x="261676" y="6001"/>
                  </a:lnTo>
                  <a:lnTo>
                    <a:pt x="261581" y="5227"/>
                  </a:lnTo>
                  <a:lnTo>
                    <a:pt x="260938" y="4477"/>
                  </a:lnTo>
                  <a:lnTo>
                    <a:pt x="260438" y="3727"/>
                  </a:lnTo>
                  <a:lnTo>
                    <a:pt x="260104" y="2965"/>
                  </a:lnTo>
                  <a:lnTo>
                    <a:pt x="260045" y="2191"/>
                  </a:lnTo>
                  <a:lnTo>
                    <a:pt x="260533" y="1382"/>
                  </a:lnTo>
                  <a:lnTo>
                    <a:pt x="259747" y="644"/>
                  </a:lnTo>
                  <a:lnTo>
                    <a:pt x="2593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18"/>
            <p:cNvSpPr/>
            <p:nvPr/>
          </p:nvSpPr>
          <p:spPr>
            <a:xfrm>
              <a:off x="311036" y="279900"/>
              <a:ext cx="8496698" cy="4577996"/>
            </a:xfrm>
            <a:custGeom>
              <a:avLst/>
              <a:gdLst/>
              <a:ahLst/>
              <a:cxnLst/>
              <a:rect l="l" t="t" r="r" b="b"/>
              <a:pathLst>
                <a:path w="262082" h="141209" extrusionOk="0">
                  <a:moveTo>
                    <a:pt x="262069" y="12"/>
                  </a:moveTo>
                  <a:lnTo>
                    <a:pt x="256961" y="12"/>
                  </a:lnTo>
                  <a:lnTo>
                    <a:pt x="256961" y="2227"/>
                  </a:lnTo>
                  <a:cubicBezTo>
                    <a:pt x="258045" y="2822"/>
                    <a:pt x="258783" y="3989"/>
                    <a:pt x="258783" y="5323"/>
                  </a:cubicBezTo>
                  <a:cubicBezTo>
                    <a:pt x="258783" y="7263"/>
                    <a:pt x="257211" y="8847"/>
                    <a:pt x="255259" y="8847"/>
                  </a:cubicBezTo>
                  <a:cubicBezTo>
                    <a:pt x="253306" y="8847"/>
                    <a:pt x="251723" y="7263"/>
                    <a:pt x="251723" y="5323"/>
                  </a:cubicBezTo>
                  <a:cubicBezTo>
                    <a:pt x="251723" y="3989"/>
                    <a:pt x="252473" y="2822"/>
                    <a:pt x="253556" y="2227"/>
                  </a:cubicBezTo>
                  <a:lnTo>
                    <a:pt x="253556" y="12"/>
                  </a:lnTo>
                  <a:lnTo>
                    <a:pt x="245258" y="12"/>
                  </a:lnTo>
                  <a:lnTo>
                    <a:pt x="245258" y="2227"/>
                  </a:lnTo>
                  <a:cubicBezTo>
                    <a:pt x="246353" y="2822"/>
                    <a:pt x="247091" y="3989"/>
                    <a:pt x="247091" y="5323"/>
                  </a:cubicBezTo>
                  <a:cubicBezTo>
                    <a:pt x="247091" y="7263"/>
                    <a:pt x="245508" y="8847"/>
                    <a:pt x="243555" y="8847"/>
                  </a:cubicBezTo>
                  <a:cubicBezTo>
                    <a:pt x="241602" y="8847"/>
                    <a:pt x="240031" y="7263"/>
                    <a:pt x="240031" y="5323"/>
                  </a:cubicBezTo>
                  <a:cubicBezTo>
                    <a:pt x="240031" y="3989"/>
                    <a:pt x="240769" y="2822"/>
                    <a:pt x="241852" y="2227"/>
                  </a:cubicBezTo>
                  <a:lnTo>
                    <a:pt x="241852" y="12"/>
                  </a:lnTo>
                  <a:lnTo>
                    <a:pt x="233554" y="12"/>
                  </a:lnTo>
                  <a:lnTo>
                    <a:pt x="233554" y="2227"/>
                  </a:lnTo>
                  <a:cubicBezTo>
                    <a:pt x="234649" y="2822"/>
                    <a:pt x="235387" y="3989"/>
                    <a:pt x="235387" y="5323"/>
                  </a:cubicBezTo>
                  <a:cubicBezTo>
                    <a:pt x="235387" y="7263"/>
                    <a:pt x="233804" y="8847"/>
                    <a:pt x="231851" y="8847"/>
                  </a:cubicBezTo>
                  <a:cubicBezTo>
                    <a:pt x="229910" y="8847"/>
                    <a:pt x="228327" y="7263"/>
                    <a:pt x="228327" y="5323"/>
                  </a:cubicBezTo>
                  <a:cubicBezTo>
                    <a:pt x="228327" y="3989"/>
                    <a:pt x="229065" y="2822"/>
                    <a:pt x="230160" y="2227"/>
                  </a:cubicBezTo>
                  <a:lnTo>
                    <a:pt x="230160" y="12"/>
                  </a:lnTo>
                  <a:lnTo>
                    <a:pt x="221850" y="12"/>
                  </a:lnTo>
                  <a:lnTo>
                    <a:pt x="221850" y="2227"/>
                  </a:lnTo>
                  <a:cubicBezTo>
                    <a:pt x="222945" y="2822"/>
                    <a:pt x="223683" y="3989"/>
                    <a:pt x="223683" y="5323"/>
                  </a:cubicBezTo>
                  <a:cubicBezTo>
                    <a:pt x="223683" y="7263"/>
                    <a:pt x="222100" y="8847"/>
                    <a:pt x="220159" y="8847"/>
                  </a:cubicBezTo>
                  <a:cubicBezTo>
                    <a:pt x="218207" y="8847"/>
                    <a:pt x="216623" y="7263"/>
                    <a:pt x="216623" y="5323"/>
                  </a:cubicBezTo>
                  <a:cubicBezTo>
                    <a:pt x="216623" y="3989"/>
                    <a:pt x="217361" y="2822"/>
                    <a:pt x="218457" y="2227"/>
                  </a:cubicBezTo>
                  <a:lnTo>
                    <a:pt x="218457" y="12"/>
                  </a:lnTo>
                  <a:lnTo>
                    <a:pt x="210158" y="12"/>
                  </a:lnTo>
                  <a:lnTo>
                    <a:pt x="210158" y="2227"/>
                  </a:lnTo>
                  <a:cubicBezTo>
                    <a:pt x="211241" y="2822"/>
                    <a:pt x="211980" y="3989"/>
                    <a:pt x="211980" y="5323"/>
                  </a:cubicBezTo>
                  <a:cubicBezTo>
                    <a:pt x="211980" y="7263"/>
                    <a:pt x="210408" y="8847"/>
                    <a:pt x="208455" y="8847"/>
                  </a:cubicBezTo>
                  <a:cubicBezTo>
                    <a:pt x="206503" y="8847"/>
                    <a:pt x="204919" y="7263"/>
                    <a:pt x="204919" y="5323"/>
                  </a:cubicBezTo>
                  <a:cubicBezTo>
                    <a:pt x="204919" y="3989"/>
                    <a:pt x="205657" y="2822"/>
                    <a:pt x="206753" y="2227"/>
                  </a:cubicBezTo>
                  <a:lnTo>
                    <a:pt x="206753" y="12"/>
                  </a:lnTo>
                  <a:lnTo>
                    <a:pt x="198454" y="12"/>
                  </a:lnTo>
                  <a:lnTo>
                    <a:pt x="198454" y="2227"/>
                  </a:lnTo>
                  <a:cubicBezTo>
                    <a:pt x="199538" y="2822"/>
                    <a:pt x="200288" y="3989"/>
                    <a:pt x="200288" y="5323"/>
                  </a:cubicBezTo>
                  <a:cubicBezTo>
                    <a:pt x="200288" y="7263"/>
                    <a:pt x="198704" y="8847"/>
                    <a:pt x="196752" y="8847"/>
                  </a:cubicBezTo>
                  <a:cubicBezTo>
                    <a:pt x="194799" y="8847"/>
                    <a:pt x="193227" y="7263"/>
                    <a:pt x="193227" y="5323"/>
                  </a:cubicBezTo>
                  <a:cubicBezTo>
                    <a:pt x="193227" y="3989"/>
                    <a:pt x="193965" y="2822"/>
                    <a:pt x="195049" y="2227"/>
                  </a:cubicBezTo>
                  <a:lnTo>
                    <a:pt x="195049" y="12"/>
                  </a:lnTo>
                  <a:lnTo>
                    <a:pt x="185810" y="12"/>
                  </a:lnTo>
                  <a:lnTo>
                    <a:pt x="185810" y="2227"/>
                  </a:lnTo>
                  <a:cubicBezTo>
                    <a:pt x="186893" y="2822"/>
                    <a:pt x="187631" y="3989"/>
                    <a:pt x="187631" y="5323"/>
                  </a:cubicBezTo>
                  <a:cubicBezTo>
                    <a:pt x="187631" y="7263"/>
                    <a:pt x="186060" y="8847"/>
                    <a:pt x="184107" y="8847"/>
                  </a:cubicBezTo>
                  <a:cubicBezTo>
                    <a:pt x="182154" y="8847"/>
                    <a:pt x="180571" y="7263"/>
                    <a:pt x="180571" y="5323"/>
                  </a:cubicBezTo>
                  <a:cubicBezTo>
                    <a:pt x="180571" y="3989"/>
                    <a:pt x="181309" y="2822"/>
                    <a:pt x="182404" y="2227"/>
                  </a:cubicBezTo>
                  <a:lnTo>
                    <a:pt x="182404" y="12"/>
                  </a:lnTo>
                  <a:lnTo>
                    <a:pt x="174106" y="12"/>
                  </a:lnTo>
                  <a:lnTo>
                    <a:pt x="174106" y="2227"/>
                  </a:lnTo>
                  <a:cubicBezTo>
                    <a:pt x="175189" y="2822"/>
                    <a:pt x="175939" y="3989"/>
                    <a:pt x="175939" y="5323"/>
                  </a:cubicBezTo>
                  <a:cubicBezTo>
                    <a:pt x="175939" y="7263"/>
                    <a:pt x="174356" y="8847"/>
                    <a:pt x="172403" y="8847"/>
                  </a:cubicBezTo>
                  <a:cubicBezTo>
                    <a:pt x="170451" y="8847"/>
                    <a:pt x="168879" y="7263"/>
                    <a:pt x="168879" y="5323"/>
                  </a:cubicBezTo>
                  <a:cubicBezTo>
                    <a:pt x="168879" y="3989"/>
                    <a:pt x="169617" y="2822"/>
                    <a:pt x="170701" y="2227"/>
                  </a:cubicBezTo>
                  <a:lnTo>
                    <a:pt x="170701" y="12"/>
                  </a:lnTo>
                  <a:lnTo>
                    <a:pt x="162402" y="12"/>
                  </a:lnTo>
                  <a:lnTo>
                    <a:pt x="162402" y="2227"/>
                  </a:lnTo>
                  <a:cubicBezTo>
                    <a:pt x="163497" y="2822"/>
                    <a:pt x="164236" y="3989"/>
                    <a:pt x="164236" y="5323"/>
                  </a:cubicBezTo>
                  <a:cubicBezTo>
                    <a:pt x="164236" y="7263"/>
                    <a:pt x="162652" y="8847"/>
                    <a:pt x="160699" y="8847"/>
                  </a:cubicBezTo>
                  <a:cubicBezTo>
                    <a:pt x="158759" y="8847"/>
                    <a:pt x="157175" y="7263"/>
                    <a:pt x="157175" y="5323"/>
                  </a:cubicBezTo>
                  <a:cubicBezTo>
                    <a:pt x="157175" y="3989"/>
                    <a:pt x="157913" y="2822"/>
                    <a:pt x="159009" y="2227"/>
                  </a:cubicBezTo>
                  <a:lnTo>
                    <a:pt x="159009" y="12"/>
                  </a:lnTo>
                  <a:lnTo>
                    <a:pt x="150698" y="12"/>
                  </a:lnTo>
                  <a:lnTo>
                    <a:pt x="150698" y="2227"/>
                  </a:lnTo>
                  <a:cubicBezTo>
                    <a:pt x="151794" y="2822"/>
                    <a:pt x="152532" y="3989"/>
                    <a:pt x="152532" y="5323"/>
                  </a:cubicBezTo>
                  <a:cubicBezTo>
                    <a:pt x="152532" y="7263"/>
                    <a:pt x="150948" y="8847"/>
                    <a:pt x="149007" y="8847"/>
                  </a:cubicBezTo>
                  <a:cubicBezTo>
                    <a:pt x="147055" y="8847"/>
                    <a:pt x="145471" y="7263"/>
                    <a:pt x="145471" y="5323"/>
                  </a:cubicBezTo>
                  <a:cubicBezTo>
                    <a:pt x="145471" y="3989"/>
                    <a:pt x="146209" y="2822"/>
                    <a:pt x="147305" y="2227"/>
                  </a:cubicBezTo>
                  <a:lnTo>
                    <a:pt x="147305" y="12"/>
                  </a:lnTo>
                  <a:lnTo>
                    <a:pt x="139006" y="12"/>
                  </a:lnTo>
                  <a:lnTo>
                    <a:pt x="139006" y="2227"/>
                  </a:lnTo>
                  <a:cubicBezTo>
                    <a:pt x="140090" y="2822"/>
                    <a:pt x="140828" y="3989"/>
                    <a:pt x="140828" y="5323"/>
                  </a:cubicBezTo>
                  <a:cubicBezTo>
                    <a:pt x="140828" y="7263"/>
                    <a:pt x="139256" y="8847"/>
                    <a:pt x="137304" y="8847"/>
                  </a:cubicBezTo>
                  <a:cubicBezTo>
                    <a:pt x="135351" y="8847"/>
                    <a:pt x="133767" y="7263"/>
                    <a:pt x="133767" y="5323"/>
                  </a:cubicBezTo>
                  <a:cubicBezTo>
                    <a:pt x="133767" y="3989"/>
                    <a:pt x="134506" y="2822"/>
                    <a:pt x="135601" y="2227"/>
                  </a:cubicBezTo>
                  <a:lnTo>
                    <a:pt x="135601" y="12"/>
                  </a:lnTo>
                  <a:lnTo>
                    <a:pt x="127302" y="12"/>
                  </a:lnTo>
                  <a:lnTo>
                    <a:pt x="127302" y="2227"/>
                  </a:lnTo>
                  <a:cubicBezTo>
                    <a:pt x="128386" y="2822"/>
                    <a:pt x="129136" y="3989"/>
                    <a:pt x="129136" y="5323"/>
                  </a:cubicBezTo>
                  <a:cubicBezTo>
                    <a:pt x="129136" y="7263"/>
                    <a:pt x="127552" y="8847"/>
                    <a:pt x="125600" y="8847"/>
                  </a:cubicBezTo>
                  <a:cubicBezTo>
                    <a:pt x="123647" y="8847"/>
                    <a:pt x="122076" y="7263"/>
                    <a:pt x="122076" y="5323"/>
                  </a:cubicBezTo>
                  <a:cubicBezTo>
                    <a:pt x="122076" y="3989"/>
                    <a:pt x="122814" y="2822"/>
                    <a:pt x="123897" y="2227"/>
                  </a:cubicBezTo>
                  <a:lnTo>
                    <a:pt x="123897" y="12"/>
                  </a:lnTo>
                  <a:lnTo>
                    <a:pt x="115599" y="12"/>
                  </a:lnTo>
                  <a:lnTo>
                    <a:pt x="115599" y="2227"/>
                  </a:lnTo>
                  <a:cubicBezTo>
                    <a:pt x="116694" y="2822"/>
                    <a:pt x="117432" y="3989"/>
                    <a:pt x="117432" y="5323"/>
                  </a:cubicBezTo>
                  <a:cubicBezTo>
                    <a:pt x="117432" y="7263"/>
                    <a:pt x="115849" y="8847"/>
                    <a:pt x="113896" y="8847"/>
                  </a:cubicBezTo>
                  <a:cubicBezTo>
                    <a:pt x="111955" y="8847"/>
                    <a:pt x="110372" y="7263"/>
                    <a:pt x="110372" y="5323"/>
                  </a:cubicBezTo>
                  <a:cubicBezTo>
                    <a:pt x="110372" y="3989"/>
                    <a:pt x="111110" y="2822"/>
                    <a:pt x="112205" y="2227"/>
                  </a:cubicBezTo>
                  <a:lnTo>
                    <a:pt x="112205" y="12"/>
                  </a:lnTo>
                  <a:lnTo>
                    <a:pt x="103895" y="12"/>
                  </a:lnTo>
                  <a:lnTo>
                    <a:pt x="103895" y="2227"/>
                  </a:lnTo>
                  <a:cubicBezTo>
                    <a:pt x="104990" y="2822"/>
                    <a:pt x="105728" y="3989"/>
                    <a:pt x="105728" y="5323"/>
                  </a:cubicBezTo>
                  <a:cubicBezTo>
                    <a:pt x="105728" y="7263"/>
                    <a:pt x="104145" y="8847"/>
                    <a:pt x="102204" y="8847"/>
                  </a:cubicBezTo>
                  <a:cubicBezTo>
                    <a:pt x="100632" y="8847"/>
                    <a:pt x="99311" y="7835"/>
                    <a:pt x="98846" y="6418"/>
                  </a:cubicBezTo>
                  <a:lnTo>
                    <a:pt x="98811" y="4323"/>
                  </a:lnTo>
                  <a:cubicBezTo>
                    <a:pt x="99073" y="3418"/>
                    <a:pt x="99692" y="2668"/>
                    <a:pt x="100501" y="2227"/>
                  </a:cubicBezTo>
                  <a:lnTo>
                    <a:pt x="100501" y="12"/>
                  </a:lnTo>
                  <a:lnTo>
                    <a:pt x="91953" y="12"/>
                  </a:lnTo>
                  <a:lnTo>
                    <a:pt x="91953" y="2227"/>
                  </a:lnTo>
                  <a:cubicBezTo>
                    <a:pt x="93048" y="2822"/>
                    <a:pt x="93786" y="3989"/>
                    <a:pt x="93786" y="5323"/>
                  </a:cubicBezTo>
                  <a:cubicBezTo>
                    <a:pt x="93786" y="7263"/>
                    <a:pt x="92203" y="8847"/>
                    <a:pt x="90250" y="8847"/>
                  </a:cubicBezTo>
                  <a:cubicBezTo>
                    <a:pt x="88309" y="8847"/>
                    <a:pt x="86726" y="7263"/>
                    <a:pt x="86726" y="5323"/>
                  </a:cubicBezTo>
                  <a:cubicBezTo>
                    <a:pt x="86726" y="3989"/>
                    <a:pt x="87464" y="2822"/>
                    <a:pt x="88559" y="2227"/>
                  </a:cubicBezTo>
                  <a:lnTo>
                    <a:pt x="88559" y="12"/>
                  </a:lnTo>
                  <a:lnTo>
                    <a:pt x="80249" y="12"/>
                  </a:lnTo>
                  <a:lnTo>
                    <a:pt x="80249" y="2227"/>
                  </a:lnTo>
                  <a:cubicBezTo>
                    <a:pt x="81344" y="2822"/>
                    <a:pt x="82082" y="3989"/>
                    <a:pt x="82082" y="5323"/>
                  </a:cubicBezTo>
                  <a:cubicBezTo>
                    <a:pt x="82082" y="7263"/>
                    <a:pt x="80499" y="8847"/>
                    <a:pt x="78558" y="8847"/>
                  </a:cubicBezTo>
                  <a:cubicBezTo>
                    <a:pt x="76606" y="8847"/>
                    <a:pt x="75022" y="7263"/>
                    <a:pt x="75022" y="5323"/>
                  </a:cubicBezTo>
                  <a:cubicBezTo>
                    <a:pt x="75022" y="3989"/>
                    <a:pt x="75760" y="2822"/>
                    <a:pt x="76856" y="2227"/>
                  </a:cubicBezTo>
                  <a:lnTo>
                    <a:pt x="76856" y="12"/>
                  </a:lnTo>
                  <a:lnTo>
                    <a:pt x="68557" y="12"/>
                  </a:lnTo>
                  <a:lnTo>
                    <a:pt x="68557" y="2227"/>
                  </a:lnTo>
                  <a:cubicBezTo>
                    <a:pt x="69640" y="2822"/>
                    <a:pt x="70379" y="3989"/>
                    <a:pt x="70379" y="5323"/>
                  </a:cubicBezTo>
                  <a:cubicBezTo>
                    <a:pt x="70379" y="7263"/>
                    <a:pt x="68807" y="8847"/>
                    <a:pt x="66854" y="8847"/>
                  </a:cubicBezTo>
                  <a:cubicBezTo>
                    <a:pt x="64902" y="8847"/>
                    <a:pt x="63318" y="7263"/>
                    <a:pt x="63318" y="5323"/>
                  </a:cubicBezTo>
                  <a:cubicBezTo>
                    <a:pt x="63318" y="3989"/>
                    <a:pt x="64068" y="2822"/>
                    <a:pt x="65152" y="2227"/>
                  </a:cubicBezTo>
                  <a:lnTo>
                    <a:pt x="65152" y="12"/>
                  </a:lnTo>
                  <a:lnTo>
                    <a:pt x="56853" y="12"/>
                  </a:lnTo>
                  <a:lnTo>
                    <a:pt x="56853" y="2227"/>
                  </a:lnTo>
                  <a:cubicBezTo>
                    <a:pt x="57948" y="2822"/>
                    <a:pt x="58687" y="3989"/>
                    <a:pt x="58687" y="5323"/>
                  </a:cubicBezTo>
                  <a:cubicBezTo>
                    <a:pt x="58687" y="7263"/>
                    <a:pt x="57103" y="8847"/>
                    <a:pt x="55150" y="8847"/>
                  </a:cubicBezTo>
                  <a:cubicBezTo>
                    <a:pt x="53198" y="8847"/>
                    <a:pt x="51626" y="7263"/>
                    <a:pt x="51626" y="5323"/>
                  </a:cubicBezTo>
                  <a:cubicBezTo>
                    <a:pt x="51626" y="3989"/>
                    <a:pt x="52364" y="2822"/>
                    <a:pt x="53448" y="2227"/>
                  </a:cubicBezTo>
                  <a:lnTo>
                    <a:pt x="53448" y="12"/>
                  </a:lnTo>
                  <a:lnTo>
                    <a:pt x="45149" y="12"/>
                  </a:lnTo>
                  <a:lnTo>
                    <a:pt x="45149" y="2227"/>
                  </a:lnTo>
                  <a:cubicBezTo>
                    <a:pt x="46245" y="2822"/>
                    <a:pt x="46983" y="3989"/>
                    <a:pt x="46983" y="5323"/>
                  </a:cubicBezTo>
                  <a:cubicBezTo>
                    <a:pt x="46983" y="7263"/>
                    <a:pt x="45399" y="8847"/>
                    <a:pt x="43447" y="8847"/>
                  </a:cubicBezTo>
                  <a:cubicBezTo>
                    <a:pt x="41506" y="8847"/>
                    <a:pt x="39922" y="7263"/>
                    <a:pt x="39922" y="5323"/>
                  </a:cubicBezTo>
                  <a:cubicBezTo>
                    <a:pt x="39922" y="3989"/>
                    <a:pt x="40661" y="2822"/>
                    <a:pt x="41756" y="2227"/>
                  </a:cubicBezTo>
                  <a:lnTo>
                    <a:pt x="41756" y="12"/>
                  </a:lnTo>
                  <a:lnTo>
                    <a:pt x="33445" y="12"/>
                  </a:lnTo>
                  <a:lnTo>
                    <a:pt x="33445" y="2227"/>
                  </a:lnTo>
                  <a:cubicBezTo>
                    <a:pt x="34541" y="2822"/>
                    <a:pt x="35279" y="3989"/>
                    <a:pt x="35279" y="5323"/>
                  </a:cubicBezTo>
                  <a:cubicBezTo>
                    <a:pt x="35279" y="7263"/>
                    <a:pt x="33695" y="8847"/>
                    <a:pt x="31755" y="8847"/>
                  </a:cubicBezTo>
                  <a:cubicBezTo>
                    <a:pt x="29802" y="8847"/>
                    <a:pt x="28219" y="7263"/>
                    <a:pt x="28219" y="5323"/>
                  </a:cubicBezTo>
                  <a:cubicBezTo>
                    <a:pt x="28219" y="3989"/>
                    <a:pt x="28957" y="2822"/>
                    <a:pt x="30052" y="2227"/>
                  </a:cubicBezTo>
                  <a:lnTo>
                    <a:pt x="30052" y="12"/>
                  </a:lnTo>
                  <a:lnTo>
                    <a:pt x="21753" y="12"/>
                  </a:lnTo>
                  <a:lnTo>
                    <a:pt x="21753" y="2227"/>
                  </a:lnTo>
                  <a:cubicBezTo>
                    <a:pt x="22837" y="2822"/>
                    <a:pt x="23575" y="3989"/>
                    <a:pt x="23575" y="5323"/>
                  </a:cubicBezTo>
                  <a:cubicBezTo>
                    <a:pt x="23575" y="7263"/>
                    <a:pt x="22003" y="8847"/>
                    <a:pt x="20051" y="8847"/>
                  </a:cubicBezTo>
                  <a:cubicBezTo>
                    <a:pt x="18098" y="8847"/>
                    <a:pt x="16515" y="7263"/>
                    <a:pt x="16515" y="5323"/>
                  </a:cubicBezTo>
                  <a:cubicBezTo>
                    <a:pt x="16515" y="3989"/>
                    <a:pt x="17265" y="2822"/>
                    <a:pt x="18348" y="2227"/>
                  </a:cubicBezTo>
                  <a:lnTo>
                    <a:pt x="18348" y="12"/>
                  </a:lnTo>
                  <a:lnTo>
                    <a:pt x="10050" y="12"/>
                  </a:lnTo>
                  <a:lnTo>
                    <a:pt x="10050" y="2227"/>
                  </a:lnTo>
                  <a:cubicBezTo>
                    <a:pt x="11145" y="2822"/>
                    <a:pt x="11883" y="3989"/>
                    <a:pt x="11883" y="5323"/>
                  </a:cubicBezTo>
                  <a:cubicBezTo>
                    <a:pt x="11883" y="7263"/>
                    <a:pt x="10300" y="8847"/>
                    <a:pt x="8347" y="8847"/>
                  </a:cubicBezTo>
                  <a:cubicBezTo>
                    <a:pt x="6394" y="8847"/>
                    <a:pt x="4823" y="7263"/>
                    <a:pt x="4823" y="5323"/>
                  </a:cubicBezTo>
                  <a:cubicBezTo>
                    <a:pt x="4823" y="3989"/>
                    <a:pt x="5561" y="2822"/>
                    <a:pt x="6644" y="2227"/>
                  </a:cubicBezTo>
                  <a:lnTo>
                    <a:pt x="6644" y="12"/>
                  </a:lnTo>
                  <a:lnTo>
                    <a:pt x="239" y="12"/>
                  </a:lnTo>
                  <a:lnTo>
                    <a:pt x="239" y="110550"/>
                  </a:lnTo>
                  <a:lnTo>
                    <a:pt x="1" y="136267"/>
                  </a:lnTo>
                  <a:lnTo>
                    <a:pt x="7811" y="134767"/>
                  </a:lnTo>
                  <a:lnTo>
                    <a:pt x="22718" y="137839"/>
                  </a:lnTo>
                  <a:lnTo>
                    <a:pt x="29814" y="137839"/>
                  </a:lnTo>
                  <a:lnTo>
                    <a:pt x="44006" y="139982"/>
                  </a:lnTo>
                  <a:lnTo>
                    <a:pt x="54662" y="139982"/>
                  </a:lnTo>
                  <a:lnTo>
                    <a:pt x="74534" y="137375"/>
                  </a:lnTo>
                  <a:lnTo>
                    <a:pt x="86595" y="139982"/>
                  </a:lnTo>
                  <a:lnTo>
                    <a:pt x="113574" y="139982"/>
                  </a:lnTo>
                  <a:lnTo>
                    <a:pt x="145519" y="137375"/>
                  </a:lnTo>
                  <a:lnTo>
                    <a:pt x="161128" y="139982"/>
                  </a:lnTo>
                  <a:lnTo>
                    <a:pt x="177463" y="137375"/>
                  </a:lnTo>
                  <a:lnTo>
                    <a:pt x="206562" y="137375"/>
                  </a:lnTo>
                  <a:lnTo>
                    <a:pt x="220755" y="139982"/>
                  </a:lnTo>
                  <a:lnTo>
                    <a:pt x="237090" y="139982"/>
                  </a:lnTo>
                  <a:lnTo>
                    <a:pt x="253175" y="139268"/>
                  </a:lnTo>
                  <a:lnTo>
                    <a:pt x="261926" y="141208"/>
                  </a:lnTo>
                  <a:lnTo>
                    <a:pt x="262081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18"/>
            <p:cNvSpPr/>
            <p:nvPr/>
          </p:nvSpPr>
          <p:spPr>
            <a:xfrm>
              <a:off x="636825" y="1219860"/>
              <a:ext cx="7850114" cy="4668"/>
            </a:xfrm>
            <a:custGeom>
              <a:avLst/>
              <a:gdLst/>
              <a:ahLst/>
              <a:cxnLst/>
              <a:rect l="l" t="t" r="r" b="b"/>
              <a:pathLst>
                <a:path w="242138" h="144" extrusionOk="0">
                  <a:moveTo>
                    <a:pt x="1" y="0"/>
                  </a:moveTo>
                  <a:lnTo>
                    <a:pt x="1" y="143"/>
                  </a:lnTo>
                  <a:lnTo>
                    <a:pt x="242138" y="143"/>
                  </a:lnTo>
                  <a:lnTo>
                    <a:pt x="2421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18"/>
            <p:cNvSpPr/>
            <p:nvPr/>
          </p:nvSpPr>
          <p:spPr>
            <a:xfrm>
              <a:off x="636825" y="1534074"/>
              <a:ext cx="7850114" cy="4636"/>
            </a:xfrm>
            <a:custGeom>
              <a:avLst/>
              <a:gdLst/>
              <a:ahLst/>
              <a:cxnLst/>
              <a:rect l="l" t="t" r="r" b="b"/>
              <a:pathLst>
                <a:path w="242138" h="143" extrusionOk="0">
                  <a:moveTo>
                    <a:pt x="1" y="0"/>
                  </a:moveTo>
                  <a:lnTo>
                    <a:pt x="1" y="143"/>
                  </a:lnTo>
                  <a:lnTo>
                    <a:pt x="242138" y="143"/>
                  </a:lnTo>
                  <a:lnTo>
                    <a:pt x="2421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18"/>
            <p:cNvSpPr/>
            <p:nvPr/>
          </p:nvSpPr>
          <p:spPr>
            <a:xfrm>
              <a:off x="636825" y="1848257"/>
              <a:ext cx="7850114" cy="5058"/>
            </a:xfrm>
            <a:custGeom>
              <a:avLst/>
              <a:gdLst/>
              <a:ahLst/>
              <a:cxnLst/>
              <a:rect l="l" t="t" r="r" b="b"/>
              <a:pathLst>
                <a:path w="242138" h="156" extrusionOk="0">
                  <a:moveTo>
                    <a:pt x="1" y="1"/>
                  </a:moveTo>
                  <a:lnTo>
                    <a:pt x="1" y="156"/>
                  </a:lnTo>
                  <a:lnTo>
                    <a:pt x="242138" y="156"/>
                  </a:lnTo>
                  <a:lnTo>
                    <a:pt x="2421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18"/>
            <p:cNvSpPr/>
            <p:nvPr/>
          </p:nvSpPr>
          <p:spPr>
            <a:xfrm>
              <a:off x="636825" y="2162860"/>
              <a:ext cx="7850114" cy="4668"/>
            </a:xfrm>
            <a:custGeom>
              <a:avLst/>
              <a:gdLst/>
              <a:ahLst/>
              <a:cxnLst/>
              <a:rect l="l" t="t" r="r" b="b"/>
              <a:pathLst>
                <a:path w="242138" h="144" extrusionOk="0">
                  <a:moveTo>
                    <a:pt x="1" y="0"/>
                  </a:moveTo>
                  <a:lnTo>
                    <a:pt x="1" y="143"/>
                  </a:lnTo>
                  <a:lnTo>
                    <a:pt x="242138" y="143"/>
                  </a:lnTo>
                  <a:lnTo>
                    <a:pt x="2421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18"/>
            <p:cNvSpPr/>
            <p:nvPr/>
          </p:nvSpPr>
          <p:spPr>
            <a:xfrm>
              <a:off x="636825" y="2477075"/>
              <a:ext cx="7850114" cy="5025"/>
            </a:xfrm>
            <a:custGeom>
              <a:avLst/>
              <a:gdLst/>
              <a:ahLst/>
              <a:cxnLst/>
              <a:rect l="l" t="t" r="r" b="b"/>
              <a:pathLst>
                <a:path w="242138" h="155" extrusionOk="0">
                  <a:moveTo>
                    <a:pt x="1" y="0"/>
                  </a:moveTo>
                  <a:lnTo>
                    <a:pt x="1" y="155"/>
                  </a:lnTo>
                  <a:lnTo>
                    <a:pt x="242138" y="155"/>
                  </a:lnTo>
                  <a:lnTo>
                    <a:pt x="2421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18"/>
            <p:cNvSpPr/>
            <p:nvPr/>
          </p:nvSpPr>
          <p:spPr>
            <a:xfrm>
              <a:off x="636825" y="2791646"/>
              <a:ext cx="7850114" cy="4668"/>
            </a:xfrm>
            <a:custGeom>
              <a:avLst/>
              <a:gdLst/>
              <a:ahLst/>
              <a:cxnLst/>
              <a:rect l="l" t="t" r="r" b="b"/>
              <a:pathLst>
                <a:path w="242138" h="144" extrusionOk="0">
                  <a:moveTo>
                    <a:pt x="1" y="1"/>
                  </a:moveTo>
                  <a:lnTo>
                    <a:pt x="1" y="143"/>
                  </a:lnTo>
                  <a:lnTo>
                    <a:pt x="242138" y="143"/>
                  </a:lnTo>
                  <a:lnTo>
                    <a:pt x="2421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18"/>
            <p:cNvSpPr/>
            <p:nvPr/>
          </p:nvSpPr>
          <p:spPr>
            <a:xfrm>
              <a:off x="648788" y="3110497"/>
              <a:ext cx="7850146" cy="5025"/>
            </a:xfrm>
            <a:custGeom>
              <a:avLst/>
              <a:gdLst/>
              <a:ahLst/>
              <a:cxnLst/>
              <a:rect l="l" t="t" r="r" b="b"/>
              <a:pathLst>
                <a:path w="242139" h="155" extrusionOk="0">
                  <a:moveTo>
                    <a:pt x="1" y="0"/>
                  </a:moveTo>
                  <a:lnTo>
                    <a:pt x="1" y="155"/>
                  </a:lnTo>
                  <a:lnTo>
                    <a:pt x="242138" y="155"/>
                  </a:lnTo>
                  <a:lnTo>
                    <a:pt x="2421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18"/>
            <p:cNvSpPr/>
            <p:nvPr/>
          </p:nvSpPr>
          <p:spPr>
            <a:xfrm>
              <a:off x="648788" y="3425068"/>
              <a:ext cx="7850146" cy="4668"/>
            </a:xfrm>
            <a:custGeom>
              <a:avLst/>
              <a:gdLst/>
              <a:ahLst/>
              <a:cxnLst/>
              <a:rect l="l" t="t" r="r" b="b"/>
              <a:pathLst>
                <a:path w="242139" h="144" extrusionOk="0">
                  <a:moveTo>
                    <a:pt x="1" y="1"/>
                  </a:moveTo>
                  <a:lnTo>
                    <a:pt x="1" y="144"/>
                  </a:lnTo>
                  <a:lnTo>
                    <a:pt x="242138" y="144"/>
                  </a:lnTo>
                  <a:lnTo>
                    <a:pt x="2421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18"/>
            <p:cNvSpPr/>
            <p:nvPr/>
          </p:nvSpPr>
          <p:spPr>
            <a:xfrm>
              <a:off x="648788" y="3739283"/>
              <a:ext cx="7850146" cy="5058"/>
            </a:xfrm>
            <a:custGeom>
              <a:avLst/>
              <a:gdLst/>
              <a:ahLst/>
              <a:cxnLst/>
              <a:rect l="l" t="t" r="r" b="b"/>
              <a:pathLst>
                <a:path w="242139" h="156" extrusionOk="0">
                  <a:moveTo>
                    <a:pt x="1" y="0"/>
                  </a:moveTo>
                  <a:lnTo>
                    <a:pt x="1" y="155"/>
                  </a:lnTo>
                  <a:lnTo>
                    <a:pt x="242138" y="155"/>
                  </a:lnTo>
                  <a:lnTo>
                    <a:pt x="2421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18"/>
            <p:cNvSpPr/>
            <p:nvPr/>
          </p:nvSpPr>
          <p:spPr>
            <a:xfrm>
              <a:off x="648788" y="4053854"/>
              <a:ext cx="7850146" cy="4668"/>
            </a:xfrm>
            <a:custGeom>
              <a:avLst/>
              <a:gdLst/>
              <a:ahLst/>
              <a:cxnLst/>
              <a:rect l="l" t="t" r="r" b="b"/>
              <a:pathLst>
                <a:path w="242139" h="144" extrusionOk="0">
                  <a:moveTo>
                    <a:pt x="1" y="1"/>
                  </a:moveTo>
                  <a:lnTo>
                    <a:pt x="1" y="144"/>
                  </a:lnTo>
                  <a:lnTo>
                    <a:pt x="242138" y="144"/>
                  </a:lnTo>
                  <a:lnTo>
                    <a:pt x="2421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18"/>
            <p:cNvSpPr/>
            <p:nvPr/>
          </p:nvSpPr>
          <p:spPr>
            <a:xfrm>
              <a:off x="648788" y="4368069"/>
              <a:ext cx="7850146" cy="5058"/>
            </a:xfrm>
            <a:custGeom>
              <a:avLst/>
              <a:gdLst/>
              <a:ahLst/>
              <a:cxnLst/>
              <a:rect l="l" t="t" r="r" b="b"/>
              <a:pathLst>
                <a:path w="242139" h="156" extrusionOk="0">
                  <a:moveTo>
                    <a:pt x="1" y="1"/>
                  </a:moveTo>
                  <a:lnTo>
                    <a:pt x="1" y="155"/>
                  </a:lnTo>
                  <a:lnTo>
                    <a:pt x="242138" y="155"/>
                  </a:lnTo>
                  <a:lnTo>
                    <a:pt x="2421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1" name="Google Shape;371;p18"/>
          <p:cNvSpPr/>
          <p:nvPr/>
        </p:nvSpPr>
        <p:spPr>
          <a:xfrm rot="9900038">
            <a:off x="8443457" y="4547570"/>
            <a:ext cx="112799" cy="112855"/>
          </a:xfrm>
          <a:custGeom>
            <a:avLst/>
            <a:gdLst/>
            <a:ahLst/>
            <a:cxnLst/>
            <a:rect l="l" t="t" r="r" b="b"/>
            <a:pathLst>
              <a:path w="2835" h="2836" extrusionOk="0">
                <a:moveTo>
                  <a:pt x="1417" y="0"/>
                </a:moveTo>
                <a:cubicBezTo>
                  <a:pt x="635" y="0"/>
                  <a:pt x="0" y="635"/>
                  <a:pt x="0" y="1418"/>
                </a:cubicBezTo>
                <a:cubicBezTo>
                  <a:pt x="0" y="2200"/>
                  <a:pt x="635" y="2835"/>
                  <a:pt x="1417" y="2835"/>
                </a:cubicBezTo>
                <a:cubicBezTo>
                  <a:pt x="2200" y="2835"/>
                  <a:pt x="2835" y="2200"/>
                  <a:pt x="2835" y="1418"/>
                </a:cubicBezTo>
                <a:cubicBezTo>
                  <a:pt x="2835" y="635"/>
                  <a:pt x="2201" y="0"/>
                  <a:pt x="141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18"/>
          <p:cNvSpPr/>
          <p:nvPr/>
        </p:nvSpPr>
        <p:spPr>
          <a:xfrm>
            <a:off x="8493101" y="674970"/>
            <a:ext cx="112801" cy="112819"/>
          </a:xfrm>
          <a:custGeom>
            <a:avLst/>
            <a:gdLst/>
            <a:ahLst/>
            <a:cxnLst/>
            <a:rect l="l" t="t" r="r" b="b"/>
            <a:pathLst>
              <a:path w="6138" h="6139" extrusionOk="0">
                <a:moveTo>
                  <a:pt x="3069" y="0"/>
                </a:moveTo>
                <a:cubicBezTo>
                  <a:pt x="2625" y="513"/>
                  <a:pt x="2402" y="1024"/>
                  <a:pt x="2235" y="1535"/>
                </a:cubicBezTo>
                <a:cubicBezTo>
                  <a:pt x="2177" y="1722"/>
                  <a:pt x="2134" y="1909"/>
                  <a:pt x="2099" y="2097"/>
                </a:cubicBezTo>
                <a:cubicBezTo>
                  <a:pt x="1912" y="2131"/>
                  <a:pt x="1723" y="2173"/>
                  <a:pt x="1536" y="2233"/>
                </a:cubicBezTo>
                <a:cubicBezTo>
                  <a:pt x="1023" y="2398"/>
                  <a:pt x="512" y="2623"/>
                  <a:pt x="1" y="3070"/>
                </a:cubicBezTo>
                <a:cubicBezTo>
                  <a:pt x="512" y="3517"/>
                  <a:pt x="1023" y="3740"/>
                  <a:pt x="1536" y="3907"/>
                </a:cubicBezTo>
                <a:cubicBezTo>
                  <a:pt x="1722" y="3966"/>
                  <a:pt x="1909" y="4008"/>
                  <a:pt x="2096" y="4042"/>
                </a:cubicBezTo>
                <a:cubicBezTo>
                  <a:pt x="2132" y="4230"/>
                  <a:pt x="2173" y="4417"/>
                  <a:pt x="2232" y="4604"/>
                </a:cubicBezTo>
                <a:cubicBezTo>
                  <a:pt x="2399" y="5115"/>
                  <a:pt x="2622" y="5627"/>
                  <a:pt x="3069" y="6138"/>
                </a:cubicBezTo>
                <a:cubicBezTo>
                  <a:pt x="3517" y="5627"/>
                  <a:pt x="3741" y="5115"/>
                  <a:pt x="3906" y="4604"/>
                </a:cubicBezTo>
                <a:cubicBezTo>
                  <a:pt x="3966" y="4416"/>
                  <a:pt x="4008" y="4229"/>
                  <a:pt x="4042" y="4040"/>
                </a:cubicBezTo>
                <a:cubicBezTo>
                  <a:pt x="4230" y="4005"/>
                  <a:pt x="4416" y="3963"/>
                  <a:pt x="4604" y="3904"/>
                </a:cubicBezTo>
                <a:cubicBezTo>
                  <a:pt x="5115" y="3737"/>
                  <a:pt x="5626" y="3514"/>
                  <a:pt x="6138" y="3070"/>
                </a:cubicBezTo>
                <a:cubicBezTo>
                  <a:pt x="5626" y="2625"/>
                  <a:pt x="5115" y="2402"/>
                  <a:pt x="4604" y="2235"/>
                </a:cubicBezTo>
                <a:cubicBezTo>
                  <a:pt x="4416" y="2176"/>
                  <a:pt x="4228" y="2133"/>
                  <a:pt x="4040" y="2099"/>
                </a:cubicBezTo>
                <a:cubicBezTo>
                  <a:pt x="4005" y="1910"/>
                  <a:pt x="3963" y="1723"/>
                  <a:pt x="3904" y="1535"/>
                </a:cubicBezTo>
                <a:cubicBezTo>
                  <a:pt x="3738" y="1024"/>
                  <a:pt x="3514" y="513"/>
                  <a:pt x="3069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18"/>
          <p:cNvSpPr/>
          <p:nvPr/>
        </p:nvSpPr>
        <p:spPr>
          <a:xfrm rot="9899885">
            <a:off x="446878" y="795241"/>
            <a:ext cx="82005" cy="82047"/>
          </a:xfrm>
          <a:custGeom>
            <a:avLst/>
            <a:gdLst/>
            <a:ahLst/>
            <a:cxnLst/>
            <a:rect l="l" t="t" r="r" b="b"/>
            <a:pathLst>
              <a:path w="2835" h="2836" extrusionOk="0">
                <a:moveTo>
                  <a:pt x="1417" y="0"/>
                </a:moveTo>
                <a:cubicBezTo>
                  <a:pt x="635" y="0"/>
                  <a:pt x="0" y="635"/>
                  <a:pt x="0" y="1418"/>
                </a:cubicBezTo>
                <a:cubicBezTo>
                  <a:pt x="0" y="2200"/>
                  <a:pt x="635" y="2835"/>
                  <a:pt x="1417" y="2835"/>
                </a:cubicBezTo>
                <a:cubicBezTo>
                  <a:pt x="2200" y="2835"/>
                  <a:pt x="2835" y="2200"/>
                  <a:pt x="2835" y="1418"/>
                </a:cubicBezTo>
                <a:cubicBezTo>
                  <a:pt x="2835" y="635"/>
                  <a:pt x="2201" y="0"/>
                  <a:pt x="141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18"/>
          <p:cNvSpPr/>
          <p:nvPr/>
        </p:nvSpPr>
        <p:spPr>
          <a:xfrm rot="10800000">
            <a:off x="472039" y="4351347"/>
            <a:ext cx="112801" cy="112819"/>
          </a:xfrm>
          <a:custGeom>
            <a:avLst/>
            <a:gdLst/>
            <a:ahLst/>
            <a:cxnLst/>
            <a:rect l="l" t="t" r="r" b="b"/>
            <a:pathLst>
              <a:path w="6138" h="6139" extrusionOk="0">
                <a:moveTo>
                  <a:pt x="3069" y="0"/>
                </a:moveTo>
                <a:cubicBezTo>
                  <a:pt x="2625" y="513"/>
                  <a:pt x="2402" y="1024"/>
                  <a:pt x="2235" y="1535"/>
                </a:cubicBezTo>
                <a:cubicBezTo>
                  <a:pt x="2177" y="1722"/>
                  <a:pt x="2134" y="1909"/>
                  <a:pt x="2099" y="2097"/>
                </a:cubicBezTo>
                <a:cubicBezTo>
                  <a:pt x="1912" y="2131"/>
                  <a:pt x="1723" y="2173"/>
                  <a:pt x="1536" y="2233"/>
                </a:cubicBezTo>
                <a:cubicBezTo>
                  <a:pt x="1023" y="2398"/>
                  <a:pt x="512" y="2623"/>
                  <a:pt x="1" y="3070"/>
                </a:cubicBezTo>
                <a:cubicBezTo>
                  <a:pt x="512" y="3517"/>
                  <a:pt x="1023" y="3740"/>
                  <a:pt x="1536" y="3907"/>
                </a:cubicBezTo>
                <a:cubicBezTo>
                  <a:pt x="1722" y="3966"/>
                  <a:pt x="1909" y="4008"/>
                  <a:pt x="2096" y="4042"/>
                </a:cubicBezTo>
                <a:cubicBezTo>
                  <a:pt x="2132" y="4230"/>
                  <a:pt x="2173" y="4417"/>
                  <a:pt x="2232" y="4604"/>
                </a:cubicBezTo>
                <a:cubicBezTo>
                  <a:pt x="2399" y="5115"/>
                  <a:pt x="2622" y="5627"/>
                  <a:pt x="3069" y="6138"/>
                </a:cubicBezTo>
                <a:cubicBezTo>
                  <a:pt x="3517" y="5627"/>
                  <a:pt x="3741" y="5115"/>
                  <a:pt x="3906" y="4604"/>
                </a:cubicBezTo>
                <a:cubicBezTo>
                  <a:pt x="3966" y="4416"/>
                  <a:pt x="4008" y="4229"/>
                  <a:pt x="4042" y="4040"/>
                </a:cubicBezTo>
                <a:cubicBezTo>
                  <a:pt x="4230" y="4005"/>
                  <a:pt x="4416" y="3963"/>
                  <a:pt x="4604" y="3904"/>
                </a:cubicBezTo>
                <a:cubicBezTo>
                  <a:pt x="5115" y="3737"/>
                  <a:pt x="5626" y="3514"/>
                  <a:pt x="6138" y="3070"/>
                </a:cubicBezTo>
                <a:cubicBezTo>
                  <a:pt x="5626" y="2625"/>
                  <a:pt x="5115" y="2402"/>
                  <a:pt x="4604" y="2235"/>
                </a:cubicBezTo>
                <a:cubicBezTo>
                  <a:pt x="4416" y="2176"/>
                  <a:pt x="4228" y="2133"/>
                  <a:pt x="4040" y="2099"/>
                </a:cubicBezTo>
                <a:cubicBezTo>
                  <a:pt x="4005" y="1910"/>
                  <a:pt x="3963" y="1723"/>
                  <a:pt x="3904" y="1535"/>
                </a:cubicBezTo>
                <a:cubicBezTo>
                  <a:pt x="3738" y="1024"/>
                  <a:pt x="3514" y="513"/>
                  <a:pt x="306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18"/>
          <p:cNvSpPr/>
          <p:nvPr/>
        </p:nvSpPr>
        <p:spPr>
          <a:xfrm rot="-900115">
            <a:off x="446870" y="4185711"/>
            <a:ext cx="82005" cy="82047"/>
          </a:xfrm>
          <a:custGeom>
            <a:avLst/>
            <a:gdLst/>
            <a:ahLst/>
            <a:cxnLst/>
            <a:rect l="l" t="t" r="r" b="b"/>
            <a:pathLst>
              <a:path w="2835" h="2836" extrusionOk="0">
                <a:moveTo>
                  <a:pt x="1417" y="0"/>
                </a:moveTo>
                <a:cubicBezTo>
                  <a:pt x="635" y="0"/>
                  <a:pt x="0" y="635"/>
                  <a:pt x="0" y="1418"/>
                </a:cubicBezTo>
                <a:cubicBezTo>
                  <a:pt x="0" y="2200"/>
                  <a:pt x="635" y="2835"/>
                  <a:pt x="1417" y="2835"/>
                </a:cubicBezTo>
                <a:cubicBezTo>
                  <a:pt x="2200" y="2835"/>
                  <a:pt x="2835" y="2200"/>
                  <a:pt x="2835" y="1418"/>
                </a:cubicBezTo>
                <a:cubicBezTo>
                  <a:pt x="2835" y="635"/>
                  <a:pt x="2201" y="0"/>
                  <a:pt x="141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18"/>
          <p:cNvSpPr txBox="1">
            <a:spLocks noGrp="1"/>
          </p:cNvSpPr>
          <p:nvPr>
            <p:ph type="body" idx="1"/>
          </p:nvPr>
        </p:nvSpPr>
        <p:spPr>
          <a:xfrm>
            <a:off x="2590350" y="1059525"/>
            <a:ext cx="3963300" cy="354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7" name="Google Shape;377;p18"/>
          <p:cNvSpPr txBox="1">
            <a:spLocks noGrp="1"/>
          </p:cNvSpPr>
          <p:nvPr>
            <p:ph type="title"/>
          </p:nvPr>
        </p:nvSpPr>
        <p:spPr>
          <a:xfrm>
            <a:off x="720000" y="5988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2" name="Google Shape;472;p23"/>
          <p:cNvGrpSpPr/>
          <p:nvPr/>
        </p:nvGrpSpPr>
        <p:grpSpPr>
          <a:xfrm>
            <a:off x="311036" y="279900"/>
            <a:ext cx="8496698" cy="4620823"/>
            <a:chOff x="311036" y="279900"/>
            <a:chExt cx="8496698" cy="4620823"/>
          </a:xfrm>
        </p:grpSpPr>
        <p:sp>
          <p:nvSpPr>
            <p:cNvPr id="473" name="Google Shape;473;p23"/>
            <p:cNvSpPr/>
            <p:nvPr/>
          </p:nvSpPr>
          <p:spPr>
            <a:xfrm>
              <a:off x="311814" y="4642854"/>
              <a:ext cx="8495531" cy="257869"/>
            </a:xfrm>
            <a:custGeom>
              <a:avLst/>
              <a:gdLst/>
              <a:ahLst/>
              <a:cxnLst/>
              <a:rect l="l" t="t" r="r" b="b"/>
              <a:pathLst>
                <a:path w="262046" h="7954" extrusionOk="0">
                  <a:moveTo>
                    <a:pt x="1739" y="1"/>
                  </a:moveTo>
                  <a:lnTo>
                    <a:pt x="1727" y="239"/>
                  </a:lnTo>
                  <a:lnTo>
                    <a:pt x="798" y="941"/>
                  </a:lnTo>
                  <a:lnTo>
                    <a:pt x="1" y="1453"/>
                  </a:lnTo>
                  <a:lnTo>
                    <a:pt x="1" y="2465"/>
                  </a:lnTo>
                  <a:lnTo>
                    <a:pt x="1917" y="2394"/>
                  </a:lnTo>
                  <a:lnTo>
                    <a:pt x="3870" y="2346"/>
                  </a:lnTo>
                  <a:lnTo>
                    <a:pt x="5823" y="2560"/>
                  </a:lnTo>
                  <a:lnTo>
                    <a:pt x="7728" y="2596"/>
                  </a:lnTo>
                  <a:lnTo>
                    <a:pt x="9323" y="2941"/>
                  </a:lnTo>
                  <a:lnTo>
                    <a:pt x="11097" y="3180"/>
                  </a:lnTo>
                  <a:lnTo>
                    <a:pt x="12645" y="3608"/>
                  </a:lnTo>
                  <a:lnTo>
                    <a:pt x="14181" y="4061"/>
                  </a:lnTo>
                  <a:lnTo>
                    <a:pt x="16229" y="4037"/>
                  </a:lnTo>
                  <a:lnTo>
                    <a:pt x="17919" y="4346"/>
                  </a:lnTo>
                  <a:lnTo>
                    <a:pt x="19574" y="4692"/>
                  </a:lnTo>
                  <a:lnTo>
                    <a:pt x="20884" y="5358"/>
                  </a:lnTo>
                  <a:lnTo>
                    <a:pt x="22587" y="5739"/>
                  </a:lnTo>
                  <a:lnTo>
                    <a:pt x="24456" y="5418"/>
                  </a:lnTo>
                  <a:lnTo>
                    <a:pt x="26230" y="5513"/>
                  </a:lnTo>
                  <a:lnTo>
                    <a:pt x="28004" y="5716"/>
                  </a:lnTo>
                  <a:lnTo>
                    <a:pt x="29742" y="5668"/>
                  </a:lnTo>
                  <a:lnTo>
                    <a:pt x="31564" y="5835"/>
                  </a:lnTo>
                  <a:lnTo>
                    <a:pt x="33469" y="5930"/>
                  </a:lnTo>
                  <a:lnTo>
                    <a:pt x="35041" y="6442"/>
                  </a:lnTo>
                  <a:lnTo>
                    <a:pt x="36779" y="6763"/>
                  </a:lnTo>
                  <a:lnTo>
                    <a:pt x="38565" y="7013"/>
                  </a:lnTo>
                  <a:lnTo>
                    <a:pt x="40446" y="7156"/>
                  </a:lnTo>
                  <a:lnTo>
                    <a:pt x="42351" y="7263"/>
                  </a:lnTo>
                  <a:lnTo>
                    <a:pt x="43982" y="7692"/>
                  </a:lnTo>
                  <a:lnTo>
                    <a:pt x="45744" y="7609"/>
                  </a:lnTo>
                  <a:lnTo>
                    <a:pt x="47518" y="7502"/>
                  </a:lnTo>
                  <a:lnTo>
                    <a:pt x="49292" y="7728"/>
                  </a:lnTo>
                  <a:lnTo>
                    <a:pt x="51066" y="7918"/>
                  </a:lnTo>
                  <a:lnTo>
                    <a:pt x="52840" y="7597"/>
                  </a:lnTo>
                  <a:lnTo>
                    <a:pt x="54543" y="7502"/>
                  </a:lnTo>
                  <a:lnTo>
                    <a:pt x="56424" y="7716"/>
                  </a:lnTo>
                  <a:lnTo>
                    <a:pt x="57913" y="7251"/>
                  </a:lnTo>
                  <a:lnTo>
                    <a:pt x="59651" y="7168"/>
                  </a:lnTo>
                  <a:lnTo>
                    <a:pt x="61211" y="6811"/>
                  </a:lnTo>
                  <a:lnTo>
                    <a:pt x="62818" y="6537"/>
                  </a:lnTo>
                  <a:lnTo>
                    <a:pt x="64532" y="6406"/>
                  </a:lnTo>
                  <a:lnTo>
                    <a:pt x="66152" y="6132"/>
                  </a:lnTo>
                  <a:lnTo>
                    <a:pt x="67878" y="6013"/>
                  </a:lnTo>
                  <a:lnTo>
                    <a:pt x="69414" y="5620"/>
                  </a:lnTo>
                  <a:lnTo>
                    <a:pt x="71033" y="5346"/>
                  </a:lnTo>
                  <a:lnTo>
                    <a:pt x="72950" y="5501"/>
                  </a:lnTo>
                  <a:lnTo>
                    <a:pt x="74474" y="5204"/>
                  </a:lnTo>
                  <a:lnTo>
                    <a:pt x="76248" y="5466"/>
                  </a:lnTo>
                  <a:lnTo>
                    <a:pt x="77796" y="5989"/>
                  </a:lnTo>
                  <a:lnTo>
                    <a:pt x="79427" y="6430"/>
                  </a:lnTo>
                  <a:lnTo>
                    <a:pt x="81594" y="6430"/>
                  </a:lnTo>
                  <a:lnTo>
                    <a:pt x="83166" y="6930"/>
                  </a:lnTo>
                  <a:lnTo>
                    <a:pt x="84773" y="7406"/>
                  </a:lnTo>
                  <a:lnTo>
                    <a:pt x="86571" y="7716"/>
                  </a:lnTo>
                  <a:lnTo>
                    <a:pt x="88369" y="7561"/>
                  </a:lnTo>
                  <a:lnTo>
                    <a:pt x="90155" y="7537"/>
                  </a:lnTo>
                  <a:lnTo>
                    <a:pt x="91953" y="7668"/>
                  </a:lnTo>
                  <a:lnTo>
                    <a:pt x="93750" y="7883"/>
                  </a:lnTo>
                  <a:lnTo>
                    <a:pt x="95548" y="7871"/>
                  </a:lnTo>
                  <a:lnTo>
                    <a:pt x="97346" y="7704"/>
                  </a:lnTo>
                  <a:lnTo>
                    <a:pt x="99132" y="7847"/>
                  </a:lnTo>
                  <a:lnTo>
                    <a:pt x="100930" y="7942"/>
                  </a:lnTo>
                  <a:lnTo>
                    <a:pt x="102728" y="7644"/>
                  </a:lnTo>
                  <a:lnTo>
                    <a:pt x="104526" y="7763"/>
                  </a:lnTo>
                  <a:lnTo>
                    <a:pt x="106335" y="7573"/>
                  </a:lnTo>
                  <a:lnTo>
                    <a:pt x="108133" y="7763"/>
                  </a:lnTo>
                  <a:lnTo>
                    <a:pt x="109931" y="7644"/>
                  </a:lnTo>
                  <a:lnTo>
                    <a:pt x="111729" y="7918"/>
                  </a:lnTo>
                  <a:lnTo>
                    <a:pt x="113550" y="7752"/>
                  </a:lnTo>
                  <a:lnTo>
                    <a:pt x="115253" y="7442"/>
                  </a:lnTo>
                  <a:lnTo>
                    <a:pt x="117134" y="7561"/>
                  </a:lnTo>
                  <a:lnTo>
                    <a:pt x="118765" y="7073"/>
                  </a:lnTo>
                  <a:lnTo>
                    <a:pt x="120599" y="7073"/>
                  </a:lnTo>
                  <a:lnTo>
                    <a:pt x="122337" y="6859"/>
                  </a:lnTo>
                  <a:lnTo>
                    <a:pt x="124266" y="7061"/>
                  </a:lnTo>
                  <a:lnTo>
                    <a:pt x="125969" y="6751"/>
                  </a:lnTo>
                  <a:lnTo>
                    <a:pt x="127767" y="6668"/>
                  </a:lnTo>
                  <a:lnTo>
                    <a:pt x="129410" y="6228"/>
                  </a:lnTo>
                  <a:lnTo>
                    <a:pt x="131172" y="6061"/>
                  </a:lnTo>
                  <a:lnTo>
                    <a:pt x="132958" y="5930"/>
                  </a:lnTo>
                  <a:lnTo>
                    <a:pt x="134755" y="5858"/>
                  </a:lnTo>
                  <a:lnTo>
                    <a:pt x="136494" y="5620"/>
                  </a:lnTo>
                  <a:lnTo>
                    <a:pt x="138339" y="5644"/>
                  </a:lnTo>
                  <a:lnTo>
                    <a:pt x="140220" y="5739"/>
                  </a:lnTo>
                  <a:lnTo>
                    <a:pt x="141959" y="5513"/>
                  </a:lnTo>
                  <a:lnTo>
                    <a:pt x="143626" y="5096"/>
                  </a:lnTo>
                  <a:lnTo>
                    <a:pt x="145519" y="4966"/>
                  </a:lnTo>
                  <a:lnTo>
                    <a:pt x="147031" y="5608"/>
                  </a:lnTo>
                  <a:lnTo>
                    <a:pt x="148781" y="5870"/>
                  </a:lnTo>
                  <a:lnTo>
                    <a:pt x="150615" y="6049"/>
                  </a:lnTo>
                  <a:lnTo>
                    <a:pt x="152543" y="6120"/>
                  </a:lnTo>
                  <a:lnTo>
                    <a:pt x="154175" y="6537"/>
                  </a:lnTo>
                  <a:lnTo>
                    <a:pt x="155877" y="6859"/>
                  </a:lnTo>
                  <a:lnTo>
                    <a:pt x="157461" y="7323"/>
                  </a:lnTo>
                  <a:lnTo>
                    <a:pt x="159270" y="7537"/>
                  </a:lnTo>
                  <a:lnTo>
                    <a:pt x="161104" y="7537"/>
                  </a:lnTo>
                  <a:lnTo>
                    <a:pt x="162914" y="7680"/>
                  </a:lnTo>
                  <a:lnTo>
                    <a:pt x="164521" y="7394"/>
                  </a:lnTo>
                  <a:lnTo>
                    <a:pt x="166140" y="7121"/>
                  </a:lnTo>
                  <a:lnTo>
                    <a:pt x="167760" y="6847"/>
                  </a:lnTo>
                  <a:lnTo>
                    <a:pt x="169224" y="6394"/>
                  </a:lnTo>
                  <a:lnTo>
                    <a:pt x="170784" y="6049"/>
                  </a:lnTo>
                  <a:lnTo>
                    <a:pt x="172653" y="6073"/>
                  </a:lnTo>
                  <a:lnTo>
                    <a:pt x="174272" y="5787"/>
                  </a:lnTo>
                  <a:lnTo>
                    <a:pt x="175892" y="5501"/>
                  </a:lnTo>
                  <a:lnTo>
                    <a:pt x="177439" y="5144"/>
                  </a:lnTo>
                  <a:lnTo>
                    <a:pt x="179249" y="5108"/>
                  </a:lnTo>
                  <a:lnTo>
                    <a:pt x="181071" y="4977"/>
                  </a:lnTo>
                  <a:lnTo>
                    <a:pt x="182892" y="5204"/>
                  </a:lnTo>
                  <a:lnTo>
                    <a:pt x="184714" y="5061"/>
                  </a:lnTo>
                  <a:lnTo>
                    <a:pt x="186548" y="5335"/>
                  </a:lnTo>
                  <a:lnTo>
                    <a:pt x="188369" y="5239"/>
                  </a:lnTo>
                  <a:lnTo>
                    <a:pt x="190203" y="5287"/>
                  </a:lnTo>
                  <a:lnTo>
                    <a:pt x="192013" y="5204"/>
                  </a:lnTo>
                  <a:lnTo>
                    <a:pt x="193822" y="4942"/>
                  </a:lnTo>
                  <a:lnTo>
                    <a:pt x="195632" y="5144"/>
                  </a:lnTo>
                  <a:lnTo>
                    <a:pt x="197442" y="4918"/>
                  </a:lnTo>
                  <a:lnTo>
                    <a:pt x="199264" y="4906"/>
                  </a:lnTo>
                  <a:lnTo>
                    <a:pt x="201073" y="5156"/>
                  </a:lnTo>
                  <a:lnTo>
                    <a:pt x="202895" y="5085"/>
                  </a:lnTo>
                  <a:lnTo>
                    <a:pt x="204705" y="4906"/>
                  </a:lnTo>
                  <a:lnTo>
                    <a:pt x="206550" y="5061"/>
                  </a:lnTo>
                  <a:lnTo>
                    <a:pt x="208241" y="5263"/>
                  </a:lnTo>
                  <a:lnTo>
                    <a:pt x="209848" y="5513"/>
                  </a:lnTo>
                  <a:lnTo>
                    <a:pt x="211420" y="5811"/>
                  </a:lnTo>
                  <a:lnTo>
                    <a:pt x="212896" y="6204"/>
                  </a:lnTo>
                  <a:lnTo>
                    <a:pt x="214230" y="6740"/>
                  </a:lnTo>
                  <a:lnTo>
                    <a:pt x="216182" y="6656"/>
                  </a:lnTo>
                  <a:lnTo>
                    <a:pt x="217444" y="7263"/>
                  </a:lnTo>
                  <a:lnTo>
                    <a:pt x="218933" y="7644"/>
                  </a:lnTo>
                  <a:lnTo>
                    <a:pt x="220802" y="7549"/>
                  </a:lnTo>
                  <a:lnTo>
                    <a:pt x="222528" y="7787"/>
                  </a:lnTo>
                  <a:lnTo>
                    <a:pt x="224350" y="7740"/>
                  </a:lnTo>
                  <a:lnTo>
                    <a:pt x="226160" y="7716"/>
                  </a:lnTo>
                  <a:lnTo>
                    <a:pt x="227970" y="7692"/>
                  </a:lnTo>
                  <a:lnTo>
                    <a:pt x="229779" y="7585"/>
                  </a:lnTo>
                  <a:lnTo>
                    <a:pt x="231601" y="7811"/>
                  </a:lnTo>
                  <a:lnTo>
                    <a:pt x="233411" y="7668"/>
                  </a:lnTo>
                  <a:lnTo>
                    <a:pt x="235232" y="7954"/>
                  </a:lnTo>
                  <a:lnTo>
                    <a:pt x="237042" y="7609"/>
                  </a:lnTo>
                  <a:lnTo>
                    <a:pt x="238804" y="7549"/>
                  </a:lnTo>
                  <a:lnTo>
                    <a:pt x="240626" y="7573"/>
                  </a:lnTo>
                  <a:lnTo>
                    <a:pt x="242352" y="7263"/>
                  </a:lnTo>
                  <a:lnTo>
                    <a:pt x="244186" y="7371"/>
                  </a:lnTo>
                  <a:lnTo>
                    <a:pt x="246007" y="7454"/>
                  </a:lnTo>
                  <a:lnTo>
                    <a:pt x="247817" y="7466"/>
                  </a:lnTo>
                  <a:lnTo>
                    <a:pt x="249520" y="7037"/>
                  </a:lnTo>
                  <a:lnTo>
                    <a:pt x="251365" y="7180"/>
                  </a:lnTo>
                  <a:lnTo>
                    <a:pt x="253139" y="7061"/>
                  </a:lnTo>
                  <a:lnTo>
                    <a:pt x="254842" y="7263"/>
                  </a:lnTo>
                  <a:lnTo>
                    <a:pt x="256652" y="7204"/>
                  </a:lnTo>
                  <a:lnTo>
                    <a:pt x="258414" y="7263"/>
                  </a:lnTo>
                  <a:lnTo>
                    <a:pt x="260093" y="7597"/>
                  </a:lnTo>
                  <a:lnTo>
                    <a:pt x="262045" y="7621"/>
                  </a:lnTo>
                  <a:lnTo>
                    <a:pt x="261890" y="6632"/>
                  </a:lnTo>
                  <a:lnTo>
                    <a:pt x="261676" y="6001"/>
                  </a:lnTo>
                  <a:lnTo>
                    <a:pt x="261581" y="5227"/>
                  </a:lnTo>
                  <a:lnTo>
                    <a:pt x="260938" y="4477"/>
                  </a:lnTo>
                  <a:lnTo>
                    <a:pt x="260438" y="3727"/>
                  </a:lnTo>
                  <a:lnTo>
                    <a:pt x="260104" y="2965"/>
                  </a:lnTo>
                  <a:lnTo>
                    <a:pt x="260045" y="2191"/>
                  </a:lnTo>
                  <a:lnTo>
                    <a:pt x="260533" y="1382"/>
                  </a:lnTo>
                  <a:lnTo>
                    <a:pt x="259747" y="644"/>
                  </a:lnTo>
                  <a:lnTo>
                    <a:pt x="2593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23"/>
            <p:cNvSpPr/>
            <p:nvPr/>
          </p:nvSpPr>
          <p:spPr>
            <a:xfrm>
              <a:off x="311036" y="279900"/>
              <a:ext cx="8496698" cy="4577996"/>
            </a:xfrm>
            <a:custGeom>
              <a:avLst/>
              <a:gdLst/>
              <a:ahLst/>
              <a:cxnLst/>
              <a:rect l="l" t="t" r="r" b="b"/>
              <a:pathLst>
                <a:path w="262082" h="141209" extrusionOk="0">
                  <a:moveTo>
                    <a:pt x="262069" y="12"/>
                  </a:moveTo>
                  <a:lnTo>
                    <a:pt x="256961" y="12"/>
                  </a:lnTo>
                  <a:lnTo>
                    <a:pt x="256961" y="2227"/>
                  </a:lnTo>
                  <a:cubicBezTo>
                    <a:pt x="258045" y="2822"/>
                    <a:pt x="258783" y="3989"/>
                    <a:pt x="258783" y="5323"/>
                  </a:cubicBezTo>
                  <a:cubicBezTo>
                    <a:pt x="258783" y="7263"/>
                    <a:pt x="257211" y="8847"/>
                    <a:pt x="255259" y="8847"/>
                  </a:cubicBezTo>
                  <a:cubicBezTo>
                    <a:pt x="253306" y="8847"/>
                    <a:pt x="251723" y="7263"/>
                    <a:pt x="251723" y="5323"/>
                  </a:cubicBezTo>
                  <a:cubicBezTo>
                    <a:pt x="251723" y="3989"/>
                    <a:pt x="252473" y="2822"/>
                    <a:pt x="253556" y="2227"/>
                  </a:cubicBezTo>
                  <a:lnTo>
                    <a:pt x="253556" y="12"/>
                  </a:lnTo>
                  <a:lnTo>
                    <a:pt x="245258" y="12"/>
                  </a:lnTo>
                  <a:lnTo>
                    <a:pt x="245258" y="2227"/>
                  </a:lnTo>
                  <a:cubicBezTo>
                    <a:pt x="246353" y="2822"/>
                    <a:pt x="247091" y="3989"/>
                    <a:pt x="247091" y="5323"/>
                  </a:cubicBezTo>
                  <a:cubicBezTo>
                    <a:pt x="247091" y="7263"/>
                    <a:pt x="245508" y="8847"/>
                    <a:pt x="243555" y="8847"/>
                  </a:cubicBezTo>
                  <a:cubicBezTo>
                    <a:pt x="241602" y="8847"/>
                    <a:pt x="240031" y="7263"/>
                    <a:pt x="240031" y="5323"/>
                  </a:cubicBezTo>
                  <a:cubicBezTo>
                    <a:pt x="240031" y="3989"/>
                    <a:pt x="240769" y="2822"/>
                    <a:pt x="241852" y="2227"/>
                  </a:cubicBezTo>
                  <a:lnTo>
                    <a:pt x="241852" y="12"/>
                  </a:lnTo>
                  <a:lnTo>
                    <a:pt x="233554" y="12"/>
                  </a:lnTo>
                  <a:lnTo>
                    <a:pt x="233554" y="2227"/>
                  </a:lnTo>
                  <a:cubicBezTo>
                    <a:pt x="234649" y="2822"/>
                    <a:pt x="235387" y="3989"/>
                    <a:pt x="235387" y="5323"/>
                  </a:cubicBezTo>
                  <a:cubicBezTo>
                    <a:pt x="235387" y="7263"/>
                    <a:pt x="233804" y="8847"/>
                    <a:pt x="231851" y="8847"/>
                  </a:cubicBezTo>
                  <a:cubicBezTo>
                    <a:pt x="229910" y="8847"/>
                    <a:pt x="228327" y="7263"/>
                    <a:pt x="228327" y="5323"/>
                  </a:cubicBezTo>
                  <a:cubicBezTo>
                    <a:pt x="228327" y="3989"/>
                    <a:pt x="229065" y="2822"/>
                    <a:pt x="230160" y="2227"/>
                  </a:cubicBezTo>
                  <a:lnTo>
                    <a:pt x="230160" y="12"/>
                  </a:lnTo>
                  <a:lnTo>
                    <a:pt x="221850" y="12"/>
                  </a:lnTo>
                  <a:lnTo>
                    <a:pt x="221850" y="2227"/>
                  </a:lnTo>
                  <a:cubicBezTo>
                    <a:pt x="222945" y="2822"/>
                    <a:pt x="223683" y="3989"/>
                    <a:pt x="223683" y="5323"/>
                  </a:cubicBezTo>
                  <a:cubicBezTo>
                    <a:pt x="223683" y="7263"/>
                    <a:pt x="222100" y="8847"/>
                    <a:pt x="220159" y="8847"/>
                  </a:cubicBezTo>
                  <a:cubicBezTo>
                    <a:pt x="218207" y="8847"/>
                    <a:pt x="216623" y="7263"/>
                    <a:pt x="216623" y="5323"/>
                  </a:cubicBezTo>
                  <a:cubicBezTo>
                    <a:pt x="216623" y="3989"/>
                    <a:pt x="217361" y="2822"/>
                    <a:pt x="218457" y="2227"/>
                  </a:cubicBezTo>
                  <a:lnTo>
                    <a:pt x="218457" y="12"/>
                  </a:lnTo>
                  <a:lnTo>
                    <a:pt x="210158" y="12"/>
                  </a:lnTo>
                  <a:lnTo>
                    <a:pt x="210158" y="2227"/>
                  </a:lnTo>
                  <a:cubicBezTo>
                    <a:pt x="211241" y="2822"/>
                    <a:pt x="211980" y="3989"/>
                    <a:pt x="211980" y="5323"/>
                  </a:cubicBezTo>
                  <a:cubicBezTo>
                    <a:pt x="211980" y="7263"/>
                    <a:pt x="210408" y="8847"/>
                    <a:pt x="208455" y="8847"/>
                  </a:cubicBezTo>
                  <a:cubicBezTo>
                    <a:pt x="206503" y="8847"/>
                    <a:pt x="204919" y="7263"/>
                    <a:pt x="204919" y="5323"/>
                  </a:cubicBezTo>
                  <a:cubicBezTo>
                    <a:pt x="204919" y="3989"/>
                    <a:pt x="205657" y="2822"/>
                    <a:pt x="206753" y="2227"/>
                  </a:cubicBezTo>
                  <a:lnTo>
                    <a:pt x="206753" y="12"/>
                  </a:lnTo>
                  <a:lnTo>
                    <a:pt x="198454" y="12"/>
                  </a:lnTo>
                  <a:lnTo>
                    <a:pt x="198454" y="2227"/>
                  </a:lnTo>
                  <a:cubicBezTo>
                    <a:pt x="199538" y="2822"/>
                    <a:pt x="200288" y="3989"/>
                    <a:pt x="200288" y="5323"/>
                  </a:cubicBezTo>
                  <a:cubicBezTo>
                    <a:pt x="200288" y="7263"/>
                    <a:pt x="198704" y="8847"/>
                    <a:pt x="196752" y="8847"/>
                  </a:cubicBezTo>
                  <a:cubicBezTo>
                    <a:pt x="194799" y="8847"/>
                    <a:pt x="193227" y="7263"/>
                    <a:pt x="193227" y="5323"/>
                  </a:cubicBezTo>
                  <a:cubicBezTo>
                    <a:pt x="193227" y="3989"/>
                    <a:pt x="193965" y="2822"/>
                    <a:pt x="195049" y="2227"/>
                  </a:cubicBezTo>
                  <a:lnTo>
                    <a:pt x="195049" y="12"/>
                  </a:lnTo>
                  <a:lnTo>
                    <a:pt x="185810" y="12"/>
                  </a:lnTo>
                  <a:lnTo>
                    <a:pt x="185810" y="2227"/>
                  </a:lnTo>
                  <a:cubicBezTo>
                    <a:pt x="186893" y="2822"/>
                    <a:pt x="187631" y="3989"/>
                    <a:pt x="187631" y="5323"/>
                  </a:cubicBezTo>
                  <a:cubicBezTo>
                    <a:pt x="187631" y="7263"/>
                    <a:pt x="186060" y="8847"/>
                    <a:pt x="184107" y="8847"/>
                  </a:cubicBezTo>
                  <a:cubicBezTo>
                    <a:pt x="182154" y="8847"/>
                    <a:pt x="180571" y="7263"/>
                    <a:pt x="180571" y="5323"/>
                  </a:cubicBezTo>
                  <a:cubicBezTo>
                    <a:pt x="180571" y="3989"/>
                    <a:pt x="181309" y="2822"/>
                    <a:pt x="182404" y="2227"/>
                  </a:cubicBezTo>
                  <a:lnTo>
                    <a:pt x="182404" y="12"/>
                  </a:lnTo>
                  <a:lnTo>
                    <a:pt x="174106" y="12"/>
                  </a:lnTo>
                  <a:lnTo>
                    <a:pt x="174106" y="2227"/>
                  </a:lnTo>
                  <a:cubicBezTo>
                    <a:pt x="175189" y="2822"/>
                    <a:pt x="175939" y="3989"/>
                    <a:pt x="175939" y="5323"/>
                  </a:cubicBezTo>
                  <a:cubicBezTo>
                    <a:pt x="175939" y="7263"/>
                    <a:pt x="174356" y="8847"/>
                    <a:pt x="172403" y="8847"/>
                  </a:cubicBezTo>
                  <a:cubicBezTo>
                    <a:pt x="170451" y="8847"/>
                    <a:pt x="168879" y="7263"/>
                    <a:pt x="168879" y="5323"/>
                  </a:cubicBezTo>
                  <a:cubicBezTo>
                    <a:pt x="168879" y="3989"/>
                    <a:pt x="169617" y="2822"/>
                    <a:pt x="170701" y="2227"/>
                  </a:cubicBezTo>
                  <a:lnTo>
                    <a:pt x="170701" y="12"/>
                  </a:lnTo>
                  <a:lnTo>
                    <a:pt x="162402" y="12"/>
                  </a:lnTo>
                  <a:lnTo>
                    <a:pt x="162402" y="2227"/>
                  </a:lnTo>
                  <a:cubicBezTo>
                    <a:pt x="163497" y="2822"/>
                    <a:pt x="164236" y="3989"/>
                    <a:pt x="164236" y="5323"/>
                  </a:cubicBezTo>
                  <a:cubicBezTo>
                    <a:pt x="164236" y="7263"/>
                    <a:pt x="162652" y="8847"/>
                    <a:pt x="160699" y="8847"/>
                  </a:cubicBezTo>
                  <a:cubicBezTo>
                    <a:pt x="158759" y="8847"/>
                    <a:pt x="157175" y="7263"/>
                    <a:pt x="157175" y="5323"/>
                  </a:cubicBezTo>
                  <a:cubicBezTo>
                    <a:pt x="157175" y="3989"/>
                    <a:pt x="157913" y="2822"/>
                    <a:pt x="159009" y="2227"/>
                  </a:cubicBezTo>
                  <a:lnTo>
                    <a:pt x="159009" y="12"/>
                  </a:lnTo>
                  <a:lnTo>
                    <a:pt x="150698" y="12"/>
                  </a:lnTo>
                  <a:lnTo>
                    <a:pt x="150698" y="2227"/>
                  </a:lnTo>
                  <a:cubicBezTo>
                    <a:pt x="151794" y="2822"/>
                    <a:pt x="152532" y="3989"/>
                    <a:pt x="152532" y="5323"/>
                  </a:cubicBezTo>
                  <a:cubicBezTo>
                    <a:pt x="152532" y="7263"/>
                    <a:pt x="150948" y="8847"/>
                    <a:pt x="149007" y="8847"/>
                  </a:cubicBezTo>
                  <a:cubicBezTo>
                    <a:pt x="147055" y="8847"/>
                    <a:pt x="145471" y="7263"/>
                    <a:pt x="145471" y="5323"/>
                  </a:cubicBezTo>
                  <a:cubicBezTo>
                    <a:pt x="145471" y="3989"/>
                    <a:pt x="146209" y="2822"/>
                    <a:pt x="147305" y="2227"/>
                  </a:cubicBezTo>
                  <a:lnTo>
                    <a:pt x="147305" y="12"/>
                  </a:lnTo>
                  <a:lnTo>
                    <a:pt x="139006" y="12"/>
                  </a:lnTo>
                  <a:lnTo>
                    <a:pt x="139006" y="2227"/>
                  </a:lnTo>
                  <a:cubicBezTo>
                    <a:pt x="140090" y="2822"/>
                    <a:pt x="140828" y="3989"/>
                    <a:pt x="140828" y="5323"/>
                  </a:cubicBezTo>
                  <a:cubicBezTo>
                    <a:pt x="140828" y="7263"/>
                    <a:pt x="139256" y="8847"/>
                    <a:pt x="137304" y="8847"/>
                  </a:cubicBezTo>
                  <a:cubicBezTo>
                    <a:pt x="135351" y="8847"/>
                    <a:pt x="133767" y="7263"/>
                    <a:pt x="133767" y="5323"/>
                  </a:cubicBezTo>
                  <a:cubicBezTo>
                    <a:pt x="133767" y="3989"/>
                    <a:pt x="134506" y="2822"/>
                    <a:pt x="135601" y="2227"/>
                  </a:cubicBezTo>
                  <a:lnTo>
                    <a:pt x="135601" y="12"/>
                  </a:lnTo>
                  <a:lnTo>
                    <a:pt x="127302" y="12"/>
                  </a:lnTo>
                  <a:lnTo>
                    <a:pt x="127302" y="2227"/>
                  </a:lnTo>
                  <a:cubicBezTo>
                    <a:pt x="128386" y="2822"/>
                    <a:pt x="129136" y="3989"/>
                    <a:pt x="129136" y="5323"/>
                  </a:cubicBezTo>
                  <a:cubicBezTo>
                    <a:pt x="129136" y="7263"/>
                    <a:pt x="127552" y="8847"/>
                    <a:pt x="125600" y="8847"/>
                  </a:cubicBezTo>
                  <a:cubicBezTo>
                    <a:pt x="123647" y="8847"/>
                    <a:pt x="122076" y="7263"/>
                    <a:pt x="122076" y="5323"/>
                  </a:cubicBezTo>
                  <a:cubicBezTo>
                    <a:pt x="122076" y="3989"/>
                    <a:pt x="122814" y="2822"/>
                    <a:pt x="123897" y="2227"/>
                  </a:cubicBezTo>
                  <a:lnTo>
                    <a:pt x="123897" y="12"/>
                  </a:lnTo>
                  <a:lnTo>
                    <a:pt x="115599" y="12"/>
                  </a:lnTo>
                  <a:lnTo>
                    <a:pt x="115599" y="2227"/>
                  </a:lnTo>
                  <a:cubicBezTo>
                    <a:pt x="116694" y="2822"/>
                    <a:pt x="117432" y="3989"/>
                    <a:pt x="117432" y="5323"/>
                  </a:cubicBezTo>
                  <a:cubicBezTo>
                    <a:pt x="117432" y="7263"/>
                    <a:pt x="115849" y="8847"/>
                    <a:pt x="113896" y="8847"/>
                  </a:cubicBezTo>
                  <a:cubicBezTo>
                    <a:pt x="111955" y="8847"/>
                    <a:pt x="110372" y="7263"/>
                    <a:pt x="110372" y="5323"/>
                  </a:cubicBezTo>
                  <a:cubicBezTo>
                    <a:pt x="110372" y="3989"/>
                    <a:pt x="111110" y="2822"/>
                    <a:pt x="112205" y="2227"/>
                  </a:cubicBezTo>
                  <a:lnTo>
                    <a:pt x="112205" y="12"/>
                  </a:lnTo>
                  <a:lnTo>
                    <a:pt x="103895" y="12"/>
                  </a:lnTo>
                  <a:lnTo>
                    <a:pt x="103895" y="2227"/>
                  </a:lnTo>
                  <a:cubicBezTo>
                    <a:pt x="104990" y="2822"/>
                    <a:pt x="105728" y="3989"/>
                    <a:pt x="105728" y="5323"/>
                  </a:cubicBezTo>
                  <a:cubicBezTo>
                    <a:pt x="105728" y="7263"/>
                    <a:pt x="104145" y="8847"/>
                    <a:pt x="102204" y="8847"/>
                  </a:cubicBezTo>
                  <a:cubicBezTo>
                    <a:pt x="100632" y="8847"/>
                    <a:pt x="99311" y="7835"/>
                    <a:pt x="98846" y="6418"/>
                  </a:cubicBezTo>
                  <a:lnTo>
                    <a:pt x="98811" y="4323"/>
                  </a:lnTo>
                  <a:cubicBezTo>
                    <a:pt x="99073" y="3418"/>
                    <a:pt x="99692" y="2668"/>
                    <a:pt x="100501" y="2227"/>
                  </a:cubicBezTo>
                  <a:lnTo>
                    <a:pt x="100501" y="12"/>
                  </a:lnTo>
                  <a:lnTo>
                    <a:pt x="91953" y="12"/>
                  </a:lnTo>
                  <a:lnTo>
                    <a:pt x="91953" y="2227"/>
                  </a:lnTo>
                  <a:cubicBezTo>
                    <a:pt x="93048" y="2822"/>
                    <a:pt x="93786" y="3989"/>
                    <a:pt x="93786" y="5323"/>
                  </a:cubicBezTo>
                  <a:cubicBezTo>
                    <a:pt x="93786" y="7263"/>
                    <a:pt x="92203" y="8847"/>
                    <a:pt x="90250" y="8847"/>
                  </a:cubicBezTo>
                  <a:cubicBezTo>
                    <a:pt x="88309" y="8847"/>
                    <a:pt x="86726" y="7263"/>
                    <a:pt x="86726" y="5323"/>
                  </a:cubicBezTo>
                  <a:cubicBezTo>
                    <a:pt x="86726" y="3989"/>
                    <a:pt x="87464" y="2822"/>
                    <a:pt x="88559" y="2227"/>
                  </a:cubicBezTo>
                  <a:lnTo>
                    <a:pt x="88559" y="12"/>
                  </a:lnTo>
                  <a:lnTo>
                    <a:pt x="80249" y="12"/>
                  </a:lnTo>
                  <a:lnTo>
                    <a:pt x="80249" y="2227"/>
                  </a:lnTo>
                  <a:cubicBezTo>
                    <a:pt x="81344" y="2822"/>
                    <a:pt x="82082" y="3989"/>
                    <a:pt x="82082" y="5323"/>
                  </a:cubicBezTo>
                  <a:cubicBezTo>
                    <a:pt x="82082" y="7263"/>
                    <a:pt x="80499" y="8847"/>
                    <a:pt x="78558" y="8847"/>
                  </a:cubicBezTo>
                  <a:cubicBezTo>
                    <a:pt x="76606" y="8847"/>
                    <a:pt x="75022" y="7263"/>
                    <a:pt x="75022" y="5323"/>
                  </a:cubicBezTo>
                  <a:cubicBezTo>
                    <a:pt x="75022" y="3989"/>
                    <a:pt x="75760" y="2822"/>
                    <a:pt x="76856" y="2227"/>
                  </a:cubicBezTo>
                  <a:lnTo>
                    <a:pt x="76856" y="12"/>
                  </a:lnTo>
                  <a:lnTo>
                    <a:pt x="68557" y="12"/>
                  </a:lnTo>
                  <a:lnTo>
                    <a:pt x="68557" y="2227"/>
                  </a:lnTo>
                  <a:cubicBezTo>
                    <a:pt x="69640" y="2822"/>
                    <a:pt x="70379" y="3989"/>
                    <a:pt x="70379" y="5323"/>
                  </a:cubicBezTo>
                  <a:cubicBezTo>
                    <a:pt x="70379" y="7263"/>
                    <a:pt x="68807" y="8847"/>
                    <a:pt x="66854" y="8847"/>
                  </a:cubicBezTo>
                  <a:cubicBezTo>
                    <a:pt x="64902" y="8847"/>
                    <a:pt x="63318" y="7263"/>
                    <a:pt x="63318" y="5323"/>
                  </a:cubicBezTo>
                  <a:cubicBezTo>
                    <a:pt x="63318" y="3989"/>
                    <a:pt x="64068" y="2822"/>
                    <a:pt x="65152" y="2227"/>
                  </a:cubicBezTo>
                  <a:lnTo>
                    <a:pt x="65152" y="12"/>
                  </a:lnTo>
                  <a:lnTo>
                    <a:pt x="56853" y="12"/>
                  </a:lnTo>
                  <a:lnTo>
                    <a:pt x="56853" y="2227"/>
                  </a:lnTo>
                  <a:cubicBezTo>
                    <a:pt x="57948" y="2822"/>
                    <a:pt x="58687" y="3989"/>
                    <a:pt x="58687" y="5323"/>
                  </a:cubicBezTo>
                  <a:cubicBezTo>
                    <a:pt x="58687" y="7263"/>
                    <a:pt x="57103" y="8847"/>
                    <a:pt x="55150" y="8847"/>
                  </a:cubicBezTo>
                  <a:cubicBezTo>
                    <a:pt x="53198" y="8847"/>
                    <a:pt x="51626" y="7263"/>
                    <a:pt x="51626" y="5323"/>
                  </a:cubicBezTo>
                  <a:cubicBezTo>
                    <a:pt x="51626" y="3989"/>
                    <a:pt x="52364" y="2822"/>
                    <a:pt x="53448" y="2227"/>
                  </a:cubicBezTo>
                  <a:lnTo>
                    <a:pt x="53448" y="12"/>
                  </a:lnTo>
                  <a:lnTo>
                    <a:pt x="45149" y="12"/>
                  </a:lnTo>
                  <a:lnTo>
                    <a:pt x="45149" y="2227"/>
                  </a:lnTo>
                  <a:cubicBezTo>
                    <a:pt x="46245" y="2822"/>
                    <a:pt x="46983" y="3989"/>
                    <a:pt x="46983" y="5323"/>
                  </a:cubicBezTo>
                  <a:cubicBezTo>
                    <a:pt x="46983" y="7263"/>
                    <a:pt x="45399" y="8847"/>
                    <a:pt x="43447" y="8847"/>
                  </a:cubicBezTo>
                  <a:cubicBezTo>
                    <a:pt x="41506" y="8847"/>
                    <a:pt x="39922" y="7263"/>
                    <a:pt x="39922" y="5323"/>
                  </a:cubicBezTo>
                  <a:cubicBezTo>
                    <a:pt x="39922" y="3989"/>
                    <a:pt x="40661" y="2822"/>
                    <a:pt x="41756" y="2227"/>
                  </a:cubicBezTo>
                  <a:lnTo>
                    <a:pt x="41756" y="12"/>
                  </a:lnTo>
                  <a:lnTo>
                    <a:pt x="33445" y="12"/>
                  </a:lnTo>
                  <a:lnTo>
                    <a:pt x="33445" y="2227"/>
                  </a:lnTo>
                  <a:cubicBezTo>
                    <a:pt x="34541" y="2822"/>
                    <a:pt x="35279" y="3989"/>
                    <a:pt x="35279" y="5323"/>
                  </a:cubicBezTo>
                  <a:cubicBezTo>
                    <a:pt x="35279" y="7263"/>
                    <a:pt x="33695" y="8847"/>
                    <a:pt x="31755" y="8847"/>
                  </a:cubicBezTo>
                  <a:cubicBezTo>
                    <a:pt x="29802" y="8847"/>
                    <a:pt x="28219" y="7263"/>
                    <a:pt x="28219" y="5323"/>
                  </a:cubicBezTo>
                  <a:cubicBezTo>
                    <a:pt x="28219" y="3989"/>
                    <a:pt x="28957" y="2822"/>
                    <a:pt x="30052" y="2227"/>
                  </a:cubicBezTo>
                  <a:lnTo>
                    <a:pt x="30052" y="12"/>
                  </a:lnTo>
                  <a:lnTo>
                    <a:pt x="21753" y="12"/>
                  </a:lnTo>
                  <a:lnTo>
                    <a:pt x="21753" y="2227"/>
                  </a:lnTo>
                  <a:cubicBezTo>
                    <a:pt x="22837" y="2822"/>
                    <a:pt x="23575" y="3989"/>
                    <a:pt x="23575" y="5323"/>
                  </a:cubicBezTo>
                  <a:cubicBezTo>
                    <a:pt x="23575" y="7263"/>
                    <a:pt x="22003" y="8847"/>
                    <a:pt x="20051" y="8847"/>
                  </a:cubicBezTo>
                  <a:cubicBezTo>
                    <a:pt x="18098" y="8847"/>
                    <a:pt x="16515" y="7263"/>
                    <a:pt x="16515" y="5323"/>
                  </a:cubicBezTo>
                  <a:cubicBezTo>
                    <a:pt x="16515" y="3989"/>
                    <a:pt x="17265" y="2822"/>
                    <a:pt x="18348" y="2227"/>
                  </a:cubicBezTo>
                  <a:lnTo>
                    <a:pt x="18348" y="12"/>
                  </a:lnTo>
                  <a:lnTo>
                    <a:pt x="10050" y="12"/>
                  </a:lnTo>
                  <a:lnTo>
                    <a:pt x="10050" y="2227"/>
                  </a:lnTo>
                  <a:cubicBezTo>
                    <a:pt x="11145" y="2822"/>
                    <a:pt x="11883" y="3989"/>
                    <a:pt x="11883" y="5323"/>
                  </a:cubicBezTo>
                  <a:cubicBezTo>
                    <a:pt x="11883" y="7263"/>
                    <a:pt x="10300" y="8847"/>
                    <a:pt x="8347" y="8847"/>
                  </a:cubicBezTo>
                  <a:cubicBezTo>
                    <a:pt x="6394" y="8847"/>
                    <a:pt x="4823" y="7263"/>
                    <a:pt x="4823" y="5323"/>
                  </a:cubicBezTo>
                  <a:cubicBezTo>
                    <a:pt x="4823" y="3989"/>
                    <a:pt x="5561" y="2822"/>
                    <a:pt x="6644" y="2227"/>
                  </a:cubicBezTo>
                  <a:lnTo>
                    <a:pt x="6644" y="12"/>
                  </a:lnTo>
                  <a:lnTo>
                    <a:pt x="239" y="12"/>
                  </a:lnTo>
                  <a:lnTo>
                    <a:pt x="239" y="110550"/>
                  </a:lnTo>
                  <a:lnTo>
                    <a:pt x="1" y="136267"/>
                  </a:lnTo>
                  <a:lnTo>
                    <a:pt x="7811" y="134767"/>
                  </a:lnTo>
                  <a:lnTo>
                    <a:pt x="22718" y="137839"/>
                  </a:lnTo>
                  <a:lnTo>
                    <a:pt x="29814" y="137839"/>
                  </a:lnTo>
                  <a:lnTo>
                    <a:pt x="44006" y="139982"/>
                  </a:lnTo>
                  <a:lnTo>
                    <a:pt x="54662" y="139982"/>
                  </a:lnTo>
                  <a:lnTo>
                    <a:pt x="74534" y="137375"/>
                  </a:lnTo>
                  <a:lnTo>
                    <a:pt x="86595" y="139982"/>
                  </a:lnTo>
                  <a:lnTo>
                    <a:pt x="113574" y="139982"/>
                  </a:lnTo>
                  <a:lnTo>
                    <a:pt x="145519" y="137375"/>
                  </a:lnTo>
                  <a:lnTo>
                    <a:pt x="161128" y="139982"/>
                  </a:lnTo>
                  <a:lnTo>
                    <a:pt x="177463" y="137375"/>
                  </a:lnTo>
                  <a:lnTo>
                    <a:pt x="206562" y="137375"/>
                  </a:lnTo>
                  <a:lnTo>
                    <a:pt x="220755" y="139982"/>
                  </a:lnTo>
                  <a:lnTo>
                    <a:pt x="237090" y="139982"/>
                  </a:lnTo>
                  <a:lnTo>
                    <a:pt x="253175" y="139268"/>
                  </a:lnTo>
                  <a:lnTo>
                    <a:pt x="261926" y="141208"/>
                  </a:lnTo>
                  <a:lnTo>
                    <a:pt x="262081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23"/>
            <p:cNvSpPr/>
            <p:nvPr/>
          </p:nvSpPr>
          <p:spPr>
            <a:xfrm>
              <a:off x="636825" y="1219860"/>
              <a:ext cx="7850114" cy="4668"/>
            </a:xfrm>
            <a:custGeom>
              <a:avLst/>
              <a:gdLst/>
              <a:ahLst/>
              <a:cxnLst/>
              <a:rect l="l" t="t" r="r" b="b"/>
              <a:pathLst>
                <a:path w="242138" h="144" extrusionOk="0">
                  <a:moveTo>
                    <a:pt x="1" y="0"/>
                  </a:moveTo>
                  <a:lnTo>
                    <a:pt x="1" y="143"/>
                  </a:lnTo>
                  <a:lnTo>
                    <a:pt x="242138" y="143"/>
                  </a:lnTo>
                  <a:lnTo>
                    <a:pt x="2421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3"/>
            <p:cNvSpPr/>
            <p:nvPr/>
          </p:nvSpPr>
          <p:spPr>
            <a:xfrm>
              <a:off x="636825" y="1534074"/>
              <a:ext cx="7850114" cy="4636"/>
            </a:xfrm>
            <a:custGeom>
              <a:avLst/>
              <a:gdLst/>
              <a:ahLst/>
              <a:cxnLst/>
              <a:rect l="l" t="t" r="r" b="b"/>
              <a:pathLst>
                <a:path w="242138" h="143" extrusionOk="0">
                  <a:moveTo>
                    <a:pt x="1" y="0"/>
                  </a:moveTo>
                  <a:lnTo>
                    <a:pt x="1" y="143"/>
                  </a:lnTo>
                  <a:lnTo>
                    <a:pt x="242138" y="143"/>
                  </a:lnTo>
                  <a:lnTo>
                    <a:pt x="2421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23"/>
            <p:cNvSpPr/>
            <p:nvPr/>
          </p:nvSpPr>
          <p:spPr>
            <a:xfrm>
              <a:off x="636825" y="1848257"/>
              <a:ext cx="7850114" cy="5058"/>
            </a:xfrm>
            <a:custGeom>
              <a:avLst/>
              <a:gdLst/>
              <a:ahLst/>
              <a:cxnLst/>
              <a:rect l="l" t="t" r="r" b="b"/>
              <a:pathLst>
                <a:path w="242138" h="156" extrusionOk="0">
                  <a:moveTo>
                    <a:pt x="1" y="1"/>
                  </a:moveTo>
                  <a:lnTo>
                    <a:pt x="1" y="156"/>
                  </a:lnTo>
                  <a:lnTo>
                    <a:pt x="242138" y="156"/>
                  </a:lnTo>
                  <a:lnTo>
                    <a:pt x="2421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3"/>
            <p:cNvSpPr/>
            <p:nvPr/>
          </p:nvSpPr>
          <p:spPr>
            <a:xfrm>
              <a:off x="636825" y="2162860"/>
              <a:ext cx="7850114" cy="4668"/>
            </a:xfrm>
            <a:custGeom>
              <a:avLst/>
              <a:gdLst/>
              <a:ahLst/>
              <a:cxnLst/>
              <a:rect l="l" t="t" r="r" b="b"/>
              <a:pathLst>
                <a:path w="242138" h="144" extrusionOk="0">
                  <a:moveTo>
                    <a:pt x="1" y="0"/>
                  </a:moveTo>
                  <a:lnTo>
                    <a:pt x="1" y="143"/>
                  </a:lnTo>
                  <a:lnTo>
                    <a:pt x="242138" y="143"/>
                  </a:lnTo>
                  <a:lnTo>
                    <a:pt x="2421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23"/>
            <p:cNvSpPr/>
            <p:nvPr/>
          </p:nvSpPr>
          <p:spPr>
            <a:xfrm>
              <a:off x="636825" y="2477075"/>
              <a:ext cx="7850114" cy="5025"/>
            </a:xfrm>
            <a:custGeom>
              <a:avLst/>
              <a:gdLst/>
              <a:ahLst/>
              <a:cxnLst/>
              <a:rect l="l" t="t" r="r" b="b"/>
              <a:pathLst>
                <a:path w="242138" h="155" extrusionOk="0">
                  <a:moveTo>
                    <a:pt x="1" y="0"/>
                  </a:moveTo>
                  <a:lnTo>
                    <a:pt x="1" y="155"/>
                  </a:lnTo>
                  <a:lnTo>
                    <a:pt x="242138" y="155"/>
                  </a:lnTo>
                  <a:lnTo>
                    <a:pt x="2421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23"/>
            <p:cNvSpPr/>
            <p:nvPr/>
          </p:nvSpPr>
          <p:spPr>
            <a:xfrm>
              <a:off x="636825" y="2791646"/>
              <a:ext cx="7850114" cy="4668"/>
            </a:xfrm>
            <a:custGeom>
              <a:avLst/>
              <a:gdLst/>
              <a:ahLst/>
              <a:cxnLst/>
              <a:rect l="l" t="t" r="r" b="b"/>
              <a:pathLst>
                <a:path w="242138" h="144" extrusionOk="0">
                  <a:moveTo>
                    <a:pt x="1" y="1"/>
                  </a:moveTo>
                  <a:lnTo>
                    <a:pt x="1" y="143"/>
                  </a:lnTo>
                  <a:lnTo>
                    <a:pt x="242138" y="143"/>
                  </a:lnTo>
                  <a:lnTo>
                    <a:pt x="2421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23"/>
            <p:cNvSpPr/>
            <p:nvPr/>
          </p:nvSpPr>
          <p:spPr>
            <a:xfrm>
              <a:off x="648788" y="3110497"/>
              <a:ext cx="7850146" cy="5025"/>
            </a:xfrm>
            <a:custGeom>
              <a:avLst/>
              <a:gdLst/>
              <a:ahLst/>
              <a:cxnLst/>
              <a:rect l="l" t="t" r="r" b="b"/>
              <a:pathLst>
                <a:path w="242139" h="155" extrusionOk="0">
                  <a:moveTo>
                    <a:pt x="1" y="0"/>
                  </a:moveTo>
                  <a:lnTo>
                    <a:pt x="1" y="155"/>
                  </a:lnTo>
                  <a:lnTo>
                    <a:pt x="242138" y="155"/>
                  </a:lnTo>
                  <a:lnTo>
                    <a:pt x="2421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23"/>
            <p:cNvSpPr/>
            <p:nvPr/>
          </p:nvSpPr>
          <p:spPr>
            <a:xfrm>
              <a:off x="648788" y="3425068"/>
              <a:ext cx="7850146" cy="4668"/>
            </a:xfrm>
            <a:custGeom>
              <a:avLst/>
              <a:gdLst/>
              <a:ahLst/>
              <a:cxnLst/>
              <a:rect l="l" t="t" r="r" b="b"/>
              <a:pathLst>
                <a:path w="242139" h="144" extrusionOk="0">
                  <a:moveTo>
                    <a:pt x="1" y="1"/>
                  </a:moveTo>
                  <a:lnTo>
                    <a:pt x="1" y="144"/>
                  </a:lnTo>
                  <a:lnTo>
                    <a:pt x="242138" y="144"/>
                  </a:lnTo>
                  <a:lnTo>
                    <a:pt x="2421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23"/>
            <p:cNvSpPr/>
            <p:nvPr/>
          </p:nvSpPr>
          <p:spPr>
            <a:xfrm>
              <a:off x="648788" y="3739283"/>
              <a:ext cx="7850146" cy="5058"/>
            </a:xfrm>
            <a:custGeom>
              <a:avLst/>
              <a:gdLst/>
              <a:ahLst/>
              <a:cxnLst/>
              <a:rect l="l" t="t" r="r" b="b"/>
              <a:pathLst>
                <a:path w="242139" h="156" extrusionOk="0">
                  <a:moveTo>
                    <a:pt x="1" y="0"/>
                  </a:moveTo>
                  <a:lnTo>
                    <a:pt x="1" y="155"/>
                  </a:lnTo>
                  <a:lnTo>
                    <a:pt x="242138" y="155"/>
                  </a:lnTo>
                  <a:lnTo>
                    <a:pt x="2421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23"/>
            <p:cNvSpPr/>
            <p:nvPr/>
          </p:nvSpPr>
          <p:spPr>
            <a:xfrm>
              <a:off x="648788" y="4053854"/>
              <a:ext cx="7850146" cy="4668"/>
            </a:xfrm>
            <a:custGeom>
              <a:avLst/>
              <a:gdLst/>
              <a:ahLst/>
              <a:cxnLst/>
              <a:rect l="l" t="t" r="r" b="b"/>
              <a:pathLst>
                <a:path w="242139" h="144" extrusionOk="0">
                  <a:moveTo>
                    <a:pt x="1" y="1"/>
                  </a:moveTo>
                  <a:lnTo>
                    <a:pt x="1" y="144"/>
                  </a:lnTo>
                  <a:lnTo>
                    <a:pt x="242138" y="144"/>
                  </a:lnTo>
                  <a:lnTo>
                    <a:pt x="2421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23"/>
            <p:cNvSpPr/>
            <p:nvPr/>
          </p:nvSpPr>
          <p:spPr>
            <a:xfrm>
              <a:off x="648788" y="4368069"/>
              <a:ext cx="7850146" cy="5058"/>
            </a:xfrm>
            <a:custGeom>
              <a:avLst/>
              <a:gdLst/>
              <a:ahLst/>
              <a:cxnLst/>
              <a:rect l="l" t="t" r="r" b="b"/>
              <a:pathLst>
                <a:path w="242139" h="156" extrusionOk="0">
                  <a:moveTo>
                    <a:pt x="1" y="1"/>
                  </a:moveTo>
                  <a:lnTo>
                    <a:pt x="1" y="155"/>
                  </a:lnTo>
                  <a:lnTo>
                    <a:pt x="242138" y="155"/>
                  </a:lnTo>
                  <a:lnTo>
                    <a:pt x="2421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6" name="Google Shape;486;p23"/>
          <p:cNvSpPr/>
          <p:nvPr/>
        </p:nvSpPr>
        <p:spPr>
          <a:xfrm rot="3211094">
            <a:off x="567185" y="4286472"/>
            <a:ext cx="112810" cy="112828"/>
          </a:xfrm>
          <a:custGeom>
            <a:avLst/>
            <a:gdLst/>
            <a:ahLst/>
            <a:cxnLst/>
            <a:rect l="l" t="t" r="r" b="b"/>
            <a:pathLst>
              <a:path w="6138" h="6139" extrusionOk="0">
                <a:moveTo>
                  <a:pt x="3069" y="0"/>
                </a:moveTo>
                <a:cubicBezTo>
                  <a:pt x="2625" y="513"/>
                  <a:pt x="2402" y="1024"/>
                  <a:pt x="2235" y="1535"/>
                </a:cubicBezTo>
                <a:cubicBezTo>
                  <a:pt x="2177" y="1722"/>
                  <a:pt x="2134" y="1909"/>
                  <a:pt x="2099" y="2097"/>
                </a:cubicBezTo>
                <a:cubicBezTo>
                  <a:pt x="1912" y="2131"/>
                  <a:pt x="1723" y="2173"/>
                  <a:pt x="1536" y="2233"/>
                </a:cubicBezTo>
                <a:cubicBezTo>
                  <a:pt x="1023" y="2398"/>
                  <a:pt x="512" y="2623"/>
                  <a:pt x="1" y="3070"/>
                </a:cubicBezTo>
                <a:cubicBezTo>
                  <a:pt x="512" y="3517"/>
                  <a:pt x="1023" y="3740"/>
                  <a:pt x="1536" y="3907"/>
                </a:cubicBezTo>
                <a:cubicBezTo>
                  <a:pt x="1722" y="3966"/>
                  <a:pt x="1909" y="4008"/>
                  <a:pt x="2096" y="4042"/>
                </a:cubicBezTo>
                <a:cubicBezTo>
                  <a:pt x="2132" y="4230"/>
                  <a:pt x="2173" y="4417"/>
                  <a:pt x="2232" y="4604"/>
                </a:cubicBezTo>
                <a:cubicBezTo>
                  <a:pt x="2399" y="5115"/>
                  <a:pt x="2622" y="5627"/>
                  <a:pt x="3069" y="6138"/>
                </a:cubicBezTo>
                <a:cubicBezTo>
                  <a:pt x="3517" y="5627"/>
                  <a:pt x="3741" y="5115"/>
                  <a:pt x="3906" y="4604"/>
                </a:cubicBezTo>
                <a:cubicBezTo>
                  <a:pt x="3966" y="4416"/>
                  <a:pt x="4008" y="4229"/>
                  <a:pt x="4042" y="4040"/>
                </a:cubicBezTo>
                <a:cubicBezTo>
                  <a:pt x="4230" y="4005"/>
                  <a:pt x="4416" y="3963"/>
                  <a:pt x="4604" y="3904"/>
                </a:cubicBezTo>
                <a:cubicBezTo>
                  <a:pt x="5115" y="3737"/>
                  <a:pt x="5626" y="3514"/>
                  <a:pt x="6138" y="3070"/>
                </a:cubicBezTo>
                <a:cubicBezTo>
                  <a:pt x="5626" y="2625"/>
                  <a:pt x="5115" y="2402"/>
                  <a:pt x="4604" y="2235"/>
                </a:cubicBezTo>
                <a:cubicBezTo>
                  <a:pt x="4416" y="2176"/>
                  <a:pt x="4228" y="2133"/>
                  <a:pt x="4040" y="2099"/>
                </a:cubicBezTo>
                <a:cubicBezTo>
                  <a:pt x="4005" y="1910"/>
                  <a:pt x="3963" y="1723"/>
                  <a:pt x="3904" y="1535"/>
                </a:cubicBezTo>
                <a:cubicBezTo>
                  <a:pt x="3738" y="1024"/>
                  <a:pt x="3514" y="513"/>
                  <a:pt x="306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23"/>
          <p:cNvSpPr/>
          <p:nvPr/>
        </p:nvSpPr>
        <p:spPr>
          <a:xfrm rot="3211094">
            <a:off x="7572972" y="4626472"/>
            <a:ext cx="112810" cy="112828"/>
          </a:xfrm>
          <a:custGeom>
            <a:avLst/>
            <a:gdLst/>
            <a:ahLst/>
            <a:cxnLst/>
            <a:rect l="l" t="t" r="r" b="b"/>
            <a:pathLst>
              <a:path w="6138" h="6139" extrusionOk="0">
                <a:moveTo>
                  <a:pt x="3069" y="0"/>
                </a:moveTo>
                <a:cubicBezTo>
                  <a:pt x="2625" y="513"/>
                  <a:pt x="2402" y="1024"/>
                  <a:pt x="2235" y="1535"/>
                </a:cubicBezTo>
                <a:cubicBezTo>
                  <a:pt x="2177" y="1722"/>
                  <a:pt x="2134" y="1909"/>
                  <a:pt x="2099" y="2097"/>
                </a:cubicBezTo>
                <a:cubicBezTo>
                  <a:pt x="1912" y="2131"/>
                  <a:pt x="1723" y="2173"/>
                  <a:pt x="1536" y="2233"/>
                </a:cubicBezTo>
                <a:cubicBezTo>
                  <a:pt x="1023" y="2398"/>
                  <a:pt x="512" y="2623"/>
                  <a:pt x="1" y="3070"/>
                </a:cubicBezTo>
                <a:cubicBezTo>
                  <a:pt x="512" y="3517"/>
                  <a:pt x="1023" y="3740"/>
                  <a:pt x="1536" y="3907"/>
                </a:cubicBezTo>
                <a:cubicBezTo>
                  <a:pt x="1722" y="3966"/>
                  <a:pt x="1909" y="4008"/>
                  <a:pt x="2096" y="4042"/>
                </a:cubicBezTo>
                <a:cubicBezTo>
                  <a:pt x="2132" y="4230"/>
                  <a:pt x="2173" y="4417"/>
                  <a:pt x="2232" y="4604"/>
                </a:cubicBezTo>
                <a:cubicBezTo>
                  <a:pt x="2399" y="5115"/>
                  <a:pt x="2622" y="5627"/>
                  <a:pt x="3069" y="6138"/>
                </a:cubicBezTo>
                <a:cubicBezTo>
                  <a:pt x="3517" y="5627"/>
                  <a:pt x="3741" y="5115"/>
                  <a:pt x="3906" y="4604"/>
                </a:cubicBezTo>
                <a:cubicBezTo>
                  <a:pt x="3966" y="4416"/>
                  <a:pt x="4008" y="4229"/>
                  <a:pt x="4042" y="4040"/>
                </a:cubicBezTo>
                <a:cubicBezTo>
                  <a:pt x="4230" y="4005"/>
                  <a:pt x="4416" y="3963"/>
                  <a:pt x="4604" y="3904"/>
                </a:cubicBezTo>
                <a:cubicBezTo>
                  <a:pt x="5115" y="3737"/>
                  <a:pt x="5626" y="3514"/>
                  <a:pt x="6138" y="3070"/>
                </a:cubicBezTo>
                <a:cubicBezTo>
                  <a:pt x="5626" y="2625"/>
                  <a:pt x="5115" y="2402"/>
                  <a:pt x="4604" y="2235"/>
                </a:cubicBezTo>
                <a:cubicBezTo>
                  <a:pt x="4416" y="2176"/>
                  <a:pt x="4228" y="2133"/>
                  <a:pt x="4040" y="2099"/>
                </a:cubicBezTo>
                <a:cubicBezTo>
                  <a:pt x="4005" y="1910"/>
                  <a:pt x="3963" y="1723"/>
                  <a:pt x="3904" y="1535"/>
                </a:cubicBezTo>
                <a:cubicBezTo>
                  <a:pt x="3738" y="1024"/>
                  <a:pt x="3514" y="513"/>
                  <a:pt x="3069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p23"/>
          <p:cNvSpPr/>
          <p:nvPr/>
        </p:nvSpPr>
        <p:spPr>
          <a:xfrm rot="5400000">
            <a:off x="444246" y="671965"/>
            <a:ext cx="100451" cy="100451"/>
          </a:xfrm>
          <a:custGeom>
            <a:avLst/>
            <a:gdLst/>
            <a:ahLst/>
            <a:cxnLst/>
            <a:rect l="l" t="t" r="r" b="b"/>
            <a:pathLst>
              <a:path w="2835" h="2836" extrusionOk="0">
                <a:moveTo>
                  <a:pt x="1417" y="0"/>
                </a:moveTo>
                <a:cubicBezTo>
                  <a:pt x="635" y="0"/>
                  <a:pt x="0" y="635"/>
                  <a:pt x="0" y="1418"/>
                </a:cubicBezTo>
                <a:cubicBezTo>
                  <a:pt x="0" y="2200"/>
                  <a:pt x="635" y="2835"/>
                  <a:pt x="1417" y="2835"/>
                </a:cubicBezTo>
                <a:cubicBezTo>
                  <a:pt x="2200" y="2835"/>
                  <a:pt x="2835" y="2200"/>
                  <a:pt x="2835" y="1418"/>
                </a:cubicBezTo>
                <a:cubicBezTo>
                  <a:pt x="2835" y="635"/>
                  <a:pt x="2201" y="0"/>
                  <a:pt x="141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23"/>
          <p:cNvSpPr/>
          <p:nvPr/>
        </p:nvSpPr>
        <p:spPr>
          <a:xfrm rot="7660645">
            <a:off x="8453494" y="636909"/>
            <a:ext cx="112800" cy="112818"/>
          </a:xfrm>
          <a:custGeom>
            <a:avLst/>
            <a:gdLst/>
            <a:ahLst/>
            <a:cxnLst/>
            <a:rect l="l" t="t" r="r" b="b"/>
            <a:pathLst>
              <a:path w="6138" h="6139" extrusionOk="0">
                <a:moveTo>
                  <a:pt x="3069" y="0"/>
                </a:moveTo>
                <a:cubicBezTo>
                  <a:pt x="2625" y="513"/>
                  <a:pt x="2402" y="1024"/>
                  <a:pt x="2235" y="1535"/>
                </a:cubicBezTo>
                <a:cubicBezTo>
                  <a:pt x="2177" y="1722"/>
                  <a:pt x="2134" y="1909"/>
                  <a:pt x="2099" y="2097"/>
                </a:cubicBezTo>
                <a:cubicBezTo>
                  <a:pt x="1912" y="2131"/>
                  <a:pt x="1723" y="2173"/>
                  <a:pt x="1536" y="2233"/>
                </a:cubicBezTo>
                <a:cubicBezTo>
                  <a:pt x="1023" y="2398"/>
                  <a:pt x="512" y="2623"/>
                  <a:pt x="1" y="3070"/>
                </a:cubicBezTo>
                <a:cubicBezTo>
                  <a:pt x="512" y="3517"/>
                  <a:pt x="1023" y="3740"/>
                  <a:pt x="1536" y="3907"/>
                </a:cubicBezTo>
                <a:cubicBezTo>
                  <a:pt x="1722" y="3966"/>
                  <a:pt x="1909" y="4008"/>
                  <a:pt x="2096" y="4042"/>
                </a:cubicBezTo>
                <a:cubicBezTo>
                  <a:pt x="2132" y="4230"/>
                  <a:pt x="2173" y="4417"/>
                  <a:pt x="2232" y="4604"/>
                </a:cubicBezTo>
                <a:cubicBezTo>
                  <a:pt x="2399" y="5115"/>
                  <a:pt x="2622" y="5627"/>
                  <a:pt x="3069" y="6138"/>
                </a:cubicBezTo>
                <a:cubicBezTo>
                  <a:pt x="3517" y="5627"/>
                  <a:pt x="3741" y="5115"/>
                  <a:pt x="3906" y="4604"/>
                </a:cubicBezTo>
                <a:cubicBezTo>
                  <a:pt x="3966" y="4416"/>
                  <a:pt x="4008" y="4229"/>
                  <a:pt x="4042" y="4040"/>
                </a:cubicBezTo>
                <a:cubicBezTo>
                  <a:pt x="4230" y="4005"/>
                  <a:pt x="4416" y="3963"/>
                  <a:pt x="4604" y="3904"/>
                </a:cubicBezTo>
                <a:cubicBezTo>
                  <a:pt x="5115" y="3737"/>
                  <a:pt x="5626" y="3514"/>
                  <a:pt x="6138" y="3070"/>
                </a:cubicBezTo>
                <a:cubicBezTo>
                  <a:pt x="5626" y="2625"/>
                  <a:pt x="5115" y="2402"/>
                  <a:pt x="4604" y="2235"/>
                </a:cubicBezTo>
                <a:cubicBezTo>
                  <a:pt x="4416" y="2176"/>
                  <a:pt x="4228" y="2133"/>
                  <a:pt x="4040" y="2099"/>
                </a:cubicBezTo>
                <a:cubicBezTo>
                  <a:pt x="4005" y="1910"/>
                  <a:pt x="3963" y="1723"/>
                  <a:pt x="3904" y="1535"/>
                </a:cubicBezTo>
                <a:cubicBezTo>
                  <a:pt x="3738" y="1024"/>
                  <a:pt x="3514" y="513"/>
                  <a:pt x="3069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23"/>
          <p:cNvSpPr/>
          <p:nvPr/>
        </p:nvSpPr>
        <p:spPr>
          <a:xfrm rot="9899885">
            <a:off x="8598216" y="4430991"/>
            <a:ext cx="82005" cy="82047"/>
          </a:xfrm>
          <a:custGeom>
            <a:avLst/>
            <a:gdLst/>
            <a:ahLst/>
            <a:cxnLst/>
            <a:rect l="l" t="t" r="r" b="b"/>
            <a:pathLst>
              <a:path w="2835" h="2836" extrusionOk="0">
                <a:moveTo>
                  <a:pt x="1417" y="0"/>
                </a:moveTo>
                <a:cubicBezTo>
                  <a:pt x="635" y="0"/>
                  <a:pt x="0" y="635"/>
                  <a:pt x="0" y="1418"/>
                </a:cubicBezTo>
                <a:cubicBezTo>
                  <a:pt x="0" y="2200"/>
                  <a:pt x="635" y="2835"/>
                  <a:pt x="1417" y="2835"/>
                </a:cubicBezTo>
                <a:cubicBezTo>
                  <a:pt x="2200" y="2835"/>
                  <a:pt x="2835" y="2200"/>
                  <a:pt x="2835" y="1418"/>
                </a:cubicBezTo>
                <a:cubicBezTo>
                  <a:pt x="2835" y="635"/>
                  <a:pt x="2201" y="0"/>
                  <a:pt x="141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p23"/>
          <p:cNvSpPr/>
          <p:nvPr/>
        </p:nvSpPr>
        <p:spPr>
          <a:xfrm rot="5400000">
            <a:off x="8638275" y="694489"/>
            <a:ext cx="55424" cy="55423"/>
          </a:xfrm>
          <a:custGeom>
            <a:avLst/>
            <a:gdLst/>
            <a:ahLst/>
            <a:cxnLst/>
            <a:rect l="l" t="t" r="r" b="b"/>
            <a:pathLst>
              <a:path w="2835" h="2836" extrusionOk="0">
                <a:moveTo>
                  <a:pt x="1417" y="0"/>
                </a:moveTo>
                <a:cubicBezTo>
                  <a:pt x="635" y="0"/>
                  <a:pt x="0" y="635"/>
                  <a:pt x="0" y="1418"/>
                </a:cubicBezTo>
                <a:cubicBezTo>
                  <a:pt x="0" y="2200"/>
                  <a:pt x="635" y="2835"/>
                  <a:pt x="1417" y="2835"/>
                </a:cubicBezTo>
                <a:cubicBezTo>
                  <a:pt x="2200" y="2835"/>
                  <a:pt x="2835" y="2200"/>
                  <a:pt x="2835" y="1418"/>
                </a:cubicBezTo>
                <a:cubicBezTo>
                  <a:pt x="2835" y="635"/>
                  <a:pt x="2201" y="0"/>
                  <a:pt x="1417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23"/>
          <p:cNvSpPr txBox="1">
            <a:spLocks noGrp="1"/>
          </p:cNvSpPr>
          <p:nvPr>
            <p:ph type="subTitle" idx="1"/>
          </p:nvPr>
        </p:nvSpPr>
        <p:spPr>
          <a:xfrm>
            <a:off x="4958467" y="2849726"/>
            <a:ext cx="27570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3" name="Google Shape;493;p23"/>
          <p:cNvSpPr txBox="1">
            <a:spLocks noGrp="1"/>
          </p:cNvSpPr>
          <p:nvPr>
            <p:ph type="subTitle" idx="2"/>
          </p:nvPr>
        </p:nvSpPr>
        <p:spPr>
          <a:xfrm>
            <a:off x="1428875" y="2849726"/>
            <a:ext cx="27570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4" name="Google Shape;494;p23"/>
          <p:cNvSpPr txBox="1">
            <a:spLocks noGrp="1"/>
          </p:cNvSpPr>
          <p:nvPr>
            <p:ph type="subTitle" idx="3"/>
          </p:nvPr>
        </p:nvSpPr>
        <p:spPr>
          <a:xfrm>
            <a:off x="1428875" y="2402443"/>
            <a:ext cx="27570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95" name="Google Shape;495;p23"/>
          <p:cNvSpPr txBox="1">
            <a:spLocks noGrp="1"/>
          </p:cNvSpPr>
          <p:nvPr>
            <p:ph type="subTitle" idx="4"/>
          </p:nvPr>
        </p:nvSpPr>
        <p:spPr>
          <a:xfrm>
            <a:off x="4958470" y="2402443"/>
            <a:ext cx="27570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96" name="Google Shape;496;p23"/>
          <p:cNvSpPr txBox="1">
            <a:spLocks noGrp="1"/>
          </p:cNvSpPr>
          <p:nvPr>
            <p:ph type="title"/>
          </p:nvPr>
        </p:nvSpPr>
        <p:spPr>
          <a:xfrm>
            <a:off x="720000" y="5988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8" name="Google Shape;498;p24"/>
          <p:cNvGrpSpPr/>
          <p:nvPr/>
        </p:nvGrpSpPr>
        <p:grpSpPr>
          <a:xfrm>
            <a:off x="311036" y="279900"/>
            <a:ext cx="8496698" cy="4620823"/>
            <a:chOff x="311036" y="279900"/>
            <a:chExt cx="8496698" cy="4620823"/>
          </a:xfrm>
        </p:grpSpPr>
        <p:sp>
          <p:nvSpPr>
            <p:cNvPr id="499" name="Google Shape;499;p24"/>
            <p:cNvSpPr/>
            <p:nvPr/>
          </p:nvSpPr>
          <p:spPr>
            <a:xfrm>
              <a:off x="311814" y="4642854"/>
              <a:ext cx="8495531" cy="257869"/>
            </a:xfrm>
            <a:custGeom>
              <a:avLst/>
              <a:gdLst/>
              <a:ahLst/>
              <a:cxnLst/>
              <a:rect l="l" t="t" r="r" b="b"/>
              <a:pathLst>
                <a:path w="262046" h="7954" extrusionOk="0">
                  <a:moveTo>
                    <a:pt x="1739" y="1"/>
                  </a:moveTo>
                  <a:lnTo>
                    <a:pt x="1727" y="239"/>
                  </a:lnTo>
                  <a:lnTo>
                    <a:pt x="798" y="941"/>
                  </a:lnTo>
                  <a:lnTo>
                    <a:pt x="1" y="1453"/>
                  </a:lnTo>
                  <a:lnTo>
                    <a:pt x="1" y="2465"/>
                  </a:lnTo>
                  <a:lnTo>
                    <a:pt x="1917" y="2394"/>
                  </a:lnTo>
                  <a:lnTo>
                    <a:pt x="3870" y="2346"/>
                  </a:lnTo>
                  <a:lnTo>
                    <a:pt x="5823" y="2560"/>
                  </a:lnTo>
                  <a:lnTo>
                    <a:pt x="7728" y="2596"/>
                  </a:lnTo>
                  <a:lnTo>
                    <a:pt x="9323" y="2941"/>
                  </a:lnTo>
                  <a:lnTo>
                    <a:pt x="11097" y="3180"/>
                  </a:lnTo>
                  <a:lnTo>
                    <a:pt x="12645" y="3608"/>
                  </a:lnTo>
                  <a:lnTo>
                    <a:pt x="14181" y="4061"/>
                  </a:lnTo>
                  <a:lnTo>
                    <a:pt x="16229" y="4037"/>
                  </a:lnTo>
                  <a:lnTo>
                    <a:pt x="17919" y="4346"/>
                  </a:lnTo>
                  <a:lnTo>
                    <a:pt x="19574" y="4692"/>
                  </a:lnTo>
                  <a:lnTo>
                    <a:pt x="20884" y="5358"/>
                  </a:lnTo>
                  <a:lnTo>
                    <a:pt x="22587" y="5739"/>
                  </a:lnTo>
                  <a:lnTo>
                    <a:pt x="24456" y="5418"/>
                  </a:lnTo>
                  <a:lnTo>
                    <a:pt x="26230" y="5513"/>
                  </a:lnTo>
                  <a:lnTo>
                    <a:pt x="28004" y="5716"/>
                  </a:lnTo>
                  <a:lnTo>
                    <a:pt x="29742" y="5668"/>
                  </a:lnTo>
                  <a:lnTo>
                    <a:pt x="31564" y="5835"/>
                  </a:lnTo>
                  <a:lnTo>
                    <a:pt x="33469" y="5930"/>
                  </a:lnTo>
                  <a:lnTo>
                    <a:pt x="35041" y="6442"/>
                  </a:lnTo>
                  <a:lnTo>
                    <a:pt x="36779" y="6763"/>
                  </a:lnTo>
                  <a:lnTo>
                    <a:pt x="38565" y="7013"/>
                  </a:lnTo>
                  <a:lnTo>
                    <a:pt x="40446" y="7156"/>
                  </a:lnTo>
                  <a:lnTo>
                    <a:pt x="42351" y="7263"/>
                  </a:lnTo>
                  <a:lnTo>
                    <a:pt x="43982" y="7692"/>
                  </a:lnTo>
                  <a:lnTo>
                    <a:pt x="45744" y="7609"/>
                  </a:lnTo>
                  <a:lnTo>
                    <a:pt x="47518" y="7502"/>
                  </a:lnTo>
                  <a:lnTo>
                    <a:pt x="49292" y="7728"/>
                  </a:lnTo>
                  <a:lnTo>
                    <a:pt x="51066" y="7918"/>
                  </a:lnTo>
                  <a:lnTo>
                    <a:pt x="52840" y="7597"/>
                  </a:lnTo>
                  <a:lnTo>
                    <a:pt x="54543" y="7502"/>
                  </a:lnTo>
                  <a:lnTo>
                    <a:pt x="56424" y="7716"/>
                  </a:lnTo>
                  <a:lnTo>
                    <a:pt x="57913" y="7251"/>
                  </a:lnTo>
                  <a:lnTo>
                    <a:pt x="59651" y="7168"/>
                  </a:lnTo>
                  <a:lnTo>
                    <a:pt x="61211" y="6811"/>
                  </a:lnTo>
                  <a:lnTo>
                    <a:pt x="62818" y="6537"/>
                  </a:lnTo>
                  <a:lnTo>
                    <a:pt x="64532" y="6406"/>
                  </a:lnTo>
                  <a:lnTo>
                    <a:pt x="66152" y="6132"/>
                  </a:lnTo>
                  <a:lnTo>
                    <a:pt x="67878" y="6013"/>
                  </a:lnTo>
                  <a:lnTo>
                    <a:pt x="69414" y="5620"/>
                  </a:lnTo>
                  <a:lnTo>
                    <a:pt x="71033" y="5346"/>
                  </a:lnTo>
                  <a:lnTo>
                    <a:pt x="72950" y="5501"/>
                  </a:lnTo>
                  <a:lnTo>
                    <a:pt x="74474" y="5204"/>
                  </a:lnTo>
                  <a:lnTo>
                    <a:pt x="76248" y="5466"/>
                  </a:lnTo>
                  <a:lnTo>
                    <a:pt x="77796" y="5989"/>
                  </a:lnTo>
                  <a:lnTo>
                    <a:pt x="79427" y="6430"/>
                  </a:lnTo>
                  <a:lnTo>
                    <a:pt x="81594" y="6430"/>
                  </a:lnTo>
                  <a:lnTo>
                    <a:pt x="83166" y="6930"/>
                  </a:lnTo>
                  <a:lnTo>
                    <a:pt x="84773" y="7406"/>
                  </a:lnTo>
                  <a:lnTo>
                    <a:pt x="86571" y="7716"/>
                  </a:lnTo>
                  <a:lnTo>
                    <a:pt x="88369" y="7561"/>
                  </a:lnTo>
                  <a:lnTo>
                    <a:pt x="90155" y="7537"/>
                  </a:lnTo>
                  <a:lnTo>
                    <a:pt x="91953" y="7668"/>
                  </a:lnTo>
                  <a:lnTo>
                    <a:pt x="93750" y="7883"/>
                  </a:lnTo>
                  <a:lnTo>
                    <a:pt x="95548" y="7871"/>
                  </a:lnTo>
                  <a:lnTo>
                    <a:pt x="97346" y="7704"/>
                  </a:lnTo>
                  <a:lnTo>
                    <a:pt x="99132" y="7847"/>
                  </a:lnTo>
                  <a:lnTo>
                    <a:pt x="100930" y="7942"/>
                  </a:lnTo>
                  <a:lnTo>
                    <a:pt x="102728" y="7644"/>
                  </a:lnTo>
                  <a:lnTo>
                    <a:pt x="104526" y="7763"/>
                  </a:lnTo>
                  <a:lnTo>
                    <a:pt x="106335" y="7573"/>
                  </a:lnTo>
                  <a:lnTo>
                    <a:pt x="108133" y="7763"/>
                  </a:lnTo>
                  <a:lnTo>
                    <a:pt x="109931" y="7644"/>
                  </a:lnTo>
                  <a:lnTo>
                    <a:pt x="111729" y="7918"/>
                  </a:lnTo>
                  <a:lnTo>
                    <a:pt x="113550" y="7752"/>
                  </a:lnTo>
                  <a:lnTo>
                    <a:pt x="115253" y="7442"/>
                  </a:lnTo>
                  <a:lnTo>
                    <a:pt x="117134" y="7561"/>
                  </a:lnTo>
                  <a:lnTo>
                    <a:pt x="118765" y="7073"/>
                  </a:lnTo>
                  <a:lnTo>
                    <a:pt x="120599" y="7073"/>
                  </a:lnTo>
                  <a:lnTo>
                    <a:pt x="122337" y="6859"/>
                  </a:lnTo>
                  <a:lnTo>
                    <a:pt x="124266" y="7061"/>
                  </a:lnTo>
                  <a:lnTo>
                    <a:pt x="125969" y="6751"/>
                  </a:lnTo>
                  <a:lnTo>
                    <a:pt x="127767" y="6668"/>
                  </a:lnTo>
                  <a:lnTo>
                    <a:pt x="129410" y="6228"/>
                  </a:lnTo>
                  <a:lnTo>
                    <a:pt x="131172" y="6061"/>
                  </a:lnTo>
                  <a:lnTo>
                    <a:pt x="132958" y="5930"/>
                  </a:lnTo>
                  <a:lnTo>
                    <a:pt x="134755" y="5858"/>
                  </a:lnTo>
                  <a:lnTo>
                    <a:pt x="136494" y="5620"/>
                  </a:lnTo>
                  <a:lnTo>
                    <a:pt x="138339" y="5644"/>
                  </a:lnTo>
                  <a:lnTo>
                    <a:pt x="140220" y="5739"/>
                  </a:lnTo>
                  <a:lnTo>
                    <a:pt x="141959" y="5513"/>
                  </a:lnTo>
                  <a:lnTo>
                    <a:pt x="143626" y="5096"/>
                  </a:lnTo>
                  <a:lnTo>
                    <a:pt x="145519" y="4966"/>
                  </a:lnTo>
                  <a:lnTo>
                    <a:pt x="147031" y="5608"/>
                  </a:lnTo>
                  <a:lnTo>
                    <a:pt x="148781" y="5870"/>
                  </a:lnTo>
                  <a:lnTo>
                    <a:pt x="150615" y="6049"/>
                  </a:lnTo>
                  <a:lnTo>
                    <a:pt x="152543" y="6120"/>
                  </a:lnTo>
                  <a:lnTo>
                    <a:pt x="154175" y="6537"/>
                  </a:lnTo>
                  <a:lnTo>
                    <a:pt x="155877" y="6859"/>
                  </a:lnTo>
                  <a:lnTo>
                    <a:pt x="157461" y="7323"/>
                  </a:lnTo>
                  <a:lnTo>
                    <a:pt x="159270" y="7537"/>
                  </a:lnTo>
                  <a:lnTo>
                    <a:pt x="161104" y="7537"/>
                  </a:lnTo>
                  <a:lnTo>
                    <a:pt x="162914" y="7680"/>
                  </a:lnTo>
                  <a:lnTo>
                    <a:pt x="164521" y="7394"/>
                  </a:lnTo>
                  <a:lnTo>
                    <a:pt x="166140" y="7121"/>
                  </a:lnTo>
                  <a:lnTo>
                    <a:pt x="167760" y="6847"/>
                  </a:lnTo>
                  <a:lnTo>
                    <a:pt x="169224" y="6394"/>
                  </a:lnTo>
                  <a:lnTo>
                    <a:pt x="170784" y="6049"/>
                  </a:lnTo>
                  <a:lnTo>
                    <a:pt x="172653" y="6073"/>
                  </a:lnTo>
                  <a:lnTo>
                    <a:pt x="174272" y="5787"/>
                  </a:lnTo>
                  <a:lnTo>
                    <a:pt x="175892" y="5501"/>
                  </a:lnTo>
                  <a:lnTo>
                    <a:pt x="177439" y="5144"/>
                  </a:lnTo>
                  <a:lnTo>
                    <a:pt x="179249" y="5108"/>
                  </a:lnTo>
                  <a:lnTo>
                    <a:pt x="181071" y="4977"/>
                  </a:lnTo>
                  <a:lnTo>
                    <a:pt x="182892" y="5204"/>
                  </a:lnTo>
                  <a:lnTo>
                    <a:pt x="184714" y="5061"/>
                  </a:lnTo>
                  <a:lnTo>
                    <a:pt x="186548" y="5335"/>
                  </a:lnTo>
                  <a:lnTo>
                    <a:pt x="188369" y="5239"/>
                  </a:lnTo>
                  <a:lnTo>
                    <a:pt x="190203" y="5287"/>
                  </a:lnTo>
                  <a:lnTo>
                    <a:pt x="192013" y="5204"/>
                  </a:lnTo>
                  <a:lnTo>
                    <a:pt x="193822" y="4942"/>
                  </a:lnTo>
                  <a:lnTo>
                    <a:pt x="195632" y="5144"/>
                  </a:lnTo>
                  <a:lnTo>
                    <a:pt x="197442" y="4918"/>
                  </a:lnTo>
                  <a:lnTo>
                    <a:pt x="199264" y="4906"/>
                  </a:lnTo>
                  <a:lnTo>
                    <a:pt x="201073" y="5156"/>
                  </a:lnTo>
                  <a:lnTo>
                    <a:pt x="202895" y="5085"/>
                  </a:lnTo>
                  <a:lnTo>
                    <a:pt x="204705" y="4906"/>
                  </a:lnTo>
                  <a:lnTo>
                    <a:pt x="206550" y="5061"/>
                  </a:lnTo>
                  <a:lnTo>
                    <a:pt x="208241" y="5263"/>
                  </a:lnTo>
                  <a:lnTo>
                    <a:pt x="209848" y="5513"/>
                  </a:lnTo>
                  <a:lnTo>
                    <a:pt x="211420" y="5811"/>
                  </a:lnTo>
                  <a:lnTo>
                    <a:pt x="212896" y="6204"/>
                  </a:lnTo>
                  <a:lnTo>
                    <a:pt x="214230" y="6740"/>
                  </a:lnTo>
                  <a:lnTo>
                    <a:pt x="216182" y="6656"/>
                  </a:lnTo>
                  <a:lnTo>
                    <a:pt x="217444" y="7263"/>
                  </a:lnTo>
                  <a:lnTo>
                    <a:pt x="218933" y="7644"/>
                  </a:lnTo>
                  <a:lnTo>
                    <a:pt x="220802" y="7549"/>
                  </a:lnTo>
                  <a:lnTo>
                    <a:pt x="222528" y="7787"/>
                  </a:lnTo>
                  <a:lnTo>
                    <a:pt x="224350" y="7740"/>
                  </a:lnTo>
                  <a:lnTo>
                    <a:pt x="226160" y="7716"/>
                  </a:lnTo>
                  <a:lnTo>
                    <a:pt x="227970" y="7692"/>
                  </a:lnTo>
                  <a:lnTo>
                    <a:pt x="229779" y="7585"/>
                  </a:lnTo>
                  <a:lnTo>
                    <a:pt x="231601" y="7811"/>
                  </a:lnTo>
                  <a:lnTo>
                    <a:pt x="233411" y="7668"/>
                  </a:lnTo>
                  <a:lnTo>
                    <a:pt x="235232" y="7954"/>
                  </a:lnTo>
                  <a:lnTo>
                    <a:pt x="237042" y="7609"/>
                  </a:lnTo>
                  <a:lnTo>
                    <a:pt x="238804" y="7549"/>
                  </a:lnTo>
                  <a:lnTo>
                    <a:pt x="240626" y="7573"/>
                  </a:lnTo>
                  <a:lnTo>
                    <a:pt x="242352" y="7263"/>
                  </a:lnTo>
                  <a:lnTo>
                    <a:pt x="244186" y="7371"/>
                  </a:lnTo>
                  <a:lnTo>
                    <a:pt x="246007" y="7454"/>
                  </a:lnTo>
                  <a:lnTo>
                    <a:pt x="247817" y="7466"/>
                  </a:lnTo>
                  <a:lnTo>
                    <a:pt x="249520" y="7037"/>
                  </a:lnTo>
                  <a:lnTo>
                    <a:pt x="251365" y="7180"/>
                  </a:lnTo>
                  <a:lnTo>
                    <a:pt x="253139" y="7061"/>
                  </a:lnTo>
                  <a:lnTo>
                    <a:pt x="254842" y="7263"/>
                  </a:lnTo>
                  <a:lnTo>
                    <a:pt x="256652" y="7204"/>
                  </a:lnTo>
                  <a:lnTo>
                    <a:pt x="258414" y="7263"/>
                  </a:lnTo>
                  <a:lnTo>
                    <a:pt x="260093" y="7597"/>
                  </a:lnTo>
                  <a:lnTo>
                    <a:pt x="262045" y="7621"/>
                  </a:lnTo>
                  <a:lnTo>
                    <a:pt x="261890" y="6632"/>
                  </a:lnTo>
                  <a:lnTo>
                    <a:pt x="261676" y="6001"/>
                  </a:lnTo>
                  <a:lnTo>
                    <a:pt x="261581" y="5227"/>
                  </a:lnTo>
                  <a:lnTo>
                    <a:pt x="260938" y="4477"/>
                  </a:lnTo>
                  <a:lnTo>
                    <a:pt x="260438" y="3727"/>
                  </a:lnTo>
                  <a:lnTo>
                    <a:pt x="260104" y="2965"/>
                  </a:lnTo>
                  <a:lnTo>
                    <a:pt x="260045" y="2191"/>
                  </a:lnTo>
                  <a:lnTo>
                    <a:pt x="260533" y="1382"/>
                  </a:lnTo>
                  <a:lnTo>
                    <a:pt x="259747" y="644"/>
                  </a:lnTo>
                  <a:lnTo>
                    <a:pt x="2593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24"/>
            <p:cNvSpPr/>
            <p:nvPr/>
          </p:nvSpPr>
          <p:spPr>
            <a:xfrm>
              <a:off x="311036" y="279900"/>
              <a:ext cx="8496698" cy="4577996"/>
            </a:xfrm>
            <a:custGeom>
              <a:avLst/>
              <a:gdLst/>
              <a:ahLst/>
              <a:cxnLst/>
              <a:rect l="l" t="t" r="r" b="b"/>
              <a:pathLst>
                <a:path w="262082" h="141209" extrusionOk="0">
                  <a:moveTo>
                    <a:pt x="262069" y="12"/>
                  </a:moveTo>
                  <a:lnTo>
                    <a:pt x="256961" y="12"/>
                  </a:lnTo>
                  <a:lnTo>
                    <a:pt x="256961" y="2227"/>
                  </a:lnTo>
                  <a:cubicBezTo>
                    <a:pt x="258045" y="2822"/>
                    <a:pt x="258783" y="3989"/>
                    <a:pt x="258783" y="5323"/>
                  </a:cubicBezTo>
                  <a:cubicBezTo>
                    <a:pt x="258783" y="7263"/>
                    <a:pt x="257211" y="8847"/>
                    <a:pt x="255259" y="8847"/>
                  </a:cubicBezTo>
                  <a:cubicBezTo>
                    <a:pt x="253306" y="8847"/>
                    <a:pt x="251723" y="7263"/>
                    <a:pt x="251723" y="5323"/>
                  </a:cubicBezTo>
                  <a:cubicBezTo>
                    <a:pt x="251723" y="3989"/>
                    <a:pt x="252473" y="2822"/>
                    <a:pt x="253556" y="2227"/>
                  </a:cubicBezTo>
                  <a:lnTo>
                    <a:pt x="253556" y="12"/>
                  </a:lnTo>
                  <a:lnTo>
                    <a:pt x="245258" y="12"/>
                  </a:lnTo>
                  <a:lnTo>
                    <a:pt x="245258" y="2227"/>
                  </a:lnTo>
                  <a:cubicBezTo>
                    <a:pt x="246353" y="2822"/>
                    <a:pt x="247091" y="3989"/>
                    <a:pt x="247091" y="5323"/>
                  </a:cubicBezTo>
                  <a:cubicBezTo>
                    <a:pt x="247091" y="7263"/>
                    <a:pt x="245508" y="8847"/>
                    <a:pt x="243555" y="8847"/>
                  </a:cubicBezTo>
                  <a:cubicBezTo>
                    <a:pt x="241602" y="8847"/>
                    <a:pt x="240031" y="7263"/>
                    <a:pt x="240031" y="5323"/>
                  </a:cubicBezTo>
                  <a:cubicBezTo>
                    <a:pt x="240031" y="3989"/>
                    <a:pt x="240769" y="2822"/>
                    <a:pt x="241852" y="2227"/>
                  </a:cubicBezTo>
                  <a:lnTo>
                    <a:pt x="241852" y="12"/>
                  </a:lnTo>
                  <a:lnTo>
                    <a:pt x="233554" y="12"/>
                  </a:lnTo>
                  <a:lnTo>
                    <a:pt x="233554" y="2227"/>
                  </a:lnTo>
                  <a:cubicBezTo>
                    <a:pt x="234649" y="2822"/>
                    <a:pt x="235387" y="3989"/>
                    <a:pt x="235387" y="5323"/>
                  </a:cubicBezTo>
                  <a:cubicBezTo>
                    <a:pt x="235387" y="7263"/>
                    <a:pt x="233804" y="8847"/>
                    <a:pt x="231851" y="8847"/>
                  </a:cubicBezTo>
                  <a:cubicBezTo>
                    <a:pt x="229910" y="8847"/>
                    <a:pt x="228327" y="7263"/>
                    <a:pt x="228327" y="5323"/>
                  </a:cubicBezTo>
                  <a:cubicBezTo>
                    <a:pt x="228327" y="3989"/>
                    <a:pt x="229065" y="2822"/>
                    <a:pt x="230160" y="2227"/>
                  </a:cubicBezTo>
                  <a:lnTo>
                    <a:pt x="230160" y="12"/>
                  </a:lnTo>
                  <a:lnTo>
                    <a:pt x="221850" y="12"/>
                  </a:lnTo>
                  <a:lnTo>
                    <a:pt x="221850" y="2227"/>
                  </a:lnTo>
                  <a:cubicBezTo>
                    <a:pt x="222945" y="2822"/>
                    <a:pt x="223683" y="3989"/>
                    <a:pt x="223683" y="5323"/>
                  </a:cubicBezTo>
                  <a:cubicBezTo>
                    <a:pt x="223683" y="7263"/>
                    <a:pt x="222100" y="8847"/>
                    <a:pt x="220159" y="8847"/>
                  </a:cubicBezTo>
                  <a:cubicBezTo>
                    <a:pt x="218207" y="8847"/>
                    <a:pt x="216623" y="7263"/>
                    <a:pt x="216623" y="5323"/>
                  </a:cubicBezTo>
                  <a:cubicBezTo>
                    <a:pt x="216623" y="3989"/>
                    <a:pt x="217361" y="2822"/>
                    <a:pt x="218457" y="2227"/>
                  </a:cubicBezTo>
                  <a:lnTo>
                    <a:pt x="218457" y="12"/>
                  </a:lnTo>
                  <a:lnTo>
                    <a:pt x="210158" y="12"/>
                  </a:lnTo>
                  <a:lnTo>
                    <a:pt x="210158" y="2227"/>
                  </a:lnTo>
                  <a:cubicBezTo>
                    <a:pt x="211241" y="2822"/>
                    <a:pt x="211980" y="3989"/>
                    <a:pt x="211980" y="5323"/>
                  </a:cubicBezTo>
                  <a:cubicBezTo>
                    <a:pt x="211980" y="7263"/>
                    <a:pt x="210408" y="8847"/>
                    <a:pt x="208455" y="8847"/>
                  </a:cubicBezTo>
                  <a:cubicBezTo>
                    <a:pt x="206503" y="8847"/>
                    <a:pt x="204919" y="7263"/>
                    <a:pt x="204919" y="5323"/>
                  </a:cubicBezTo>
                  <a:cubicBezTo>
                    <a:pt x="204919" y="3989"/>
                    <a:pt x="205657" y="2822"/>
                    <a:pt x="206753" y="2227"/>
                  </a:cubicBezTo>
                  <a:lnTo>
                    <a:pt x="206753" y="12"/>
                  </a:lnTo>
                  <a:lnTo>
                    <a:pt x="198454" y="12"/>
                  </a:lnTo>
                  <a:lnTo>
                    <a:pt x="198454" y="2227"/>
                  </a:lnTo>
                  <a:cubicBezTo>
                    <a:pt x="199538" y="2822"/>
                    <a:pt x="200288" y="3989"/>
                    <a:pt x="200288" y="5323"/>
                  </a:cubicBezTo>
                  <a:cubicBezTo>
                    <a:pt x="200288" y="7263"/>
                    <a:pt x="198704" y="8847"/>
                    <a:pt x="196752" y="8847"/>
                  </a:cubicBezTo>
                  <a:cubicBezTo>
                    <a:pt x="194799" y="8847"/>
                    <a:pt x="193227" y="7263"/>
                    <a:pt x="193227" y="5323"/>
                  </a:cubicBezTo>
                  <a:cubicBezTo>
                    <a:pt x="193227" y="3989"/>
                    <a:pt x="193965" y="2822"/>
                    <a:pt x="195049" y="2227"/>
                  </a:cubicBezTo>
                  <a:lnTo>
                    <a:pt x="195049" y="12"/>
                  </a:lnTo>
                  <a:lnTo>
                    <a:pt x="185810" y="12"/>
                  </a:lnTo>
                  <a:lnTo>
                    <a:pt x="185810" y="2227"/>
                  </a:lnTo>
                  <a:cubicBezTo>
                    <a:pt x="186893" y="2822"/>
                    <a:pt x="187631" y="3989"/>
                    <a:pt x="187631" y="5323"/>
                  </a:cubicBezTo>
                  <a:cubicBezTo>
                    <a:pt x="187631" y="7263"/>
                    <a:pt x="186060" y="8847"/>
                    <a:pt x="184107" y="8847"/>
                  </a:cubicBezTo>
                  <a:cubicBezTo>
                    <a:pt x="182154" y="8847"/>
                    <a:pt x="180571" y="7263"/>
                    <a:pt x="180571" y="5323"/>
                  </a:cubicBezTo>
                  <a:cubicBezTo>
                    <a:pt x="180571" y="3989"/>
                    <a:pt x="181309" y="2822"/>
                    <a:pt x="182404" y="2227"/>
                  </a:cubicBezTo>
                  <a:lnTo>
                    <a:pt x="182404" y="12"/>
                  </a:lnTo>
                  <a:lnTo>
                    <a:pt x="174106" y="12"/>
                  </a:lnTo>
                  <a:lnTo>
                    <a:pt x="174106" y="2227"/>
                  </a:lnTo>
                  <a:cubicBezTo>
                    <a:pt x="175189" y="2822"/>
                    <a:pt x="175939" y="3989"/>
                    <a:pt x="175939" y="5323"/>
                  </a:cubicBezTo>
                  <a:cubicBezTo>
                    <a:pt x="175939" y="7263"/>
                    <a:pt x="174356" y="8847"/>
                    <a:pt x="172403" y="8847"/>
                  </a:cubicBezTo>
                  <a:cubicBezTo>
                    <a:pt x="170451" y="8847"/>
                    <a:pt x="168879" y="7263"/>
                    <a:pt x="168879" y="5323"/>
                  </a:cubicBezTo>
                  <a:cubicBezTo>
                    <a:pt x="168879" y="3989"/>
                    <a:pt x="169617" y="2822"/>
                    <a:pt x="170701" y="2227"/>
                  </a:cubicBezTo>
                  <a:lnTo>
                    <a:pt x="170701" y="12"/>
                  </a:lnTo>
                  <a:lnTo>
                    <a:pt x="162402" y="12"/>
                  </a:lnTo>
                  <a:lnTo>
                    <a:pt x="162402" y="2227"/>
                  </a:lnTo>
                  <a:cubicBezTo>
                    <a:pt x="163497" y="2822"/>
                    <a:pt x="164236" y="3989"/>
                    <a:pt x="164236" y="5323"/>
                  </a:cubicBezTo>
                  <a:cubicBezTo>
                    <a:pt x="164236" y="7263"/>
                    <a:pt x="162652" y="8847"/>
                    <a:pt x="160699" y="8847"/>
                  </a:cubicBezTo>
                  <a:cubicBezTo>
                    <a:pt x="158759" y="8847"/>
                    <a:pt x="157175" y="7263"/>
                    <a:pt x="157175" y="5323"/>
                  </a:cubicBezTo>
                  <a:cubicBezTo>
                    <a:pt x="157175" y="3989"/>
                    <a:pt x="157913" y="2822"/>
                    <a:pt x="159009" y="2227"/>
                  </a:cubicBezTo>
                  <a:lnTo>
                    <a:pt x="159009" y="12"/>
                  </a:lnTo>
                  <a:lnTo>
                    <a:pt x="150698" y="12"/>
                  </a:lnTo>
                  <a:lnTo>
                    <a:pt x="150698" y="2227"/>
                  </a:lnTo>
                  <a:cubicBezTo>
                    <a:pt x="151794" y="2822"/>
                    <a:pt x="152532" y="3989"/>
                    <a:pt x="152532" y="5323"/>
                  </a:cubicBezTo>
                  <a:cubicBezTo>
                    <a:pt x="152532" y="7263"/>
                    <a:pt x="150948" y="8847"/>
                    <a:pt x="149007" y="8847"/>
                  </a:cubicBezTo>
                  <a:cubicBezTo>
                    <a:pt x="147055" y="8847"/>
                    <a:pt x="145471" y="7263"/>
                    <a:pt x="145471" y="5323"/>
                  </a:cubicBezTo>
                  <a:cubicBezTo>
                    <a:pt x="145471" y="3989"/>
                    <a:pt x="146209" y="2822"/>
                    <a:pt x="147305" y="2227"/>
                  </a:cubicBezTo>
                  <a:lnTo>
                    <a:pt x="147305" y="12"/>
                  </a:lnTo>
                  <a:lnTo>
                    <a:pt x="139006" y="12"/>
                  </a:lnTo>
                  <a:lnTo>
                    <a:pt x="139006" y="2227"/>
                  </a:lnTo>
                  <a:cubicBezTo>
                    <a:pt x="140090" y="2822"/>
                    <a:pt x="140828" y="3989"/>
                    <a:pt x="140828" y="5323"/>
                  </a:cubicBezTo>
                  <a:cubicBezTo>
                    <a:pt x="140828" y="7263"/>
                    <a:pt x="139256" y="8847"/>
                    <a:pt x="137304" y="8847"/>
                  </a:cubicBezTo>
                  <a:cubicBezTo>
                    <a:pt x="135351" y="8847"/>
                    <a:pt x="133767" y="7263"/>
                    <a:pt x="133767" y="5323"/>
                  </a:cubicBezTo>
                  <a:cubicBezTo>
                    <a:pt x="133767" y="3989"/>
                    <a:pt x="134506" y="2822"/>
                    <a:pt x="135601" y="2227"/>
                  </a:cubicBezTo>
                  <a:lnTo>
                    <a:pt x="135601" y="12"/>
                  </a:lnTo>
                  <a:lnTo>
                    <a:pt x="127302" y="12"/>
                  </a:lnTo>
                  <a:lnTo>
                    <a:pt x="127302" y="2227"/>
                  </a:lnTo>
                  <a:cubicBezTo>
                    <a:pt x="128386" y="2822"/>
                    <a:pt x="129136" y="3989"/>
                    <a:pt x="129136" y="5323"/>
                  </a:cubicBezTo>
                  <a:cubicBezTo>
                    <a:pt x="129136" y="7263"/>
                    <a:pt x="127552" y="8847"/>
                    <a:pt x="125600" y="8847"/>
                  </a:cubicBezTo>
                  <a:cubicBezTo>
                    <a:pt x="123647" y="8847"/>
                    <a:pt x="122076" y="7263"/>
                    <a:pt x="122076" y="5323"/>
                  </a:cubicBezTo>
                  <a:cubicBezTo>
                    <a:pt x="122076" y="3989"/>
                    <a:pt x="122814" y="2822"/>
                    <a:pt x="123897" y="2227"/>
                  </a:cubicBezTo>
                  <a:lnTo>
                    <a:pt x="123897" y="12"/>
                  </a:lnTo>
                  <a:lnTo>
                    <a:pt x="115599" y="12"/>
                  </a:lnTo>
                  <a:lnTo>
                    <a:pt x="115599" y="2227"/>
                  </a:lnTo>
                  <a:cubicBezTo>
                    <a:pt x="116694" y="2822"/>
                    <a:pt x="117432" y="3989"/>
                    <a:pt x="117432" y="5323"/>
                  </a:cubicBezTo>
                  <a:cubicBezTo>
                    <a:pt x="117432" y="7263"/>
                    <a:pt x="115849" y="8847"/>
                    <a:pt x="113896" y="8847"/>
                  </a:cubicBezTo>
                  <a:cubicBezTo>
                    <a:pt x="111955" y="8847"/>
                    <a:pt x="110372" y="7263"/>
                    <a:pt x="110372" y="5323"/>
                  </a:cubicBezTo>
                  <a:cubicBezTo>
                    <a:pt x="110372" y="3989"/>
                    <a:pt x="111110" y="2822"/>
                    <a:pt x="112205" y="2227"/>
                  </a:cubicBezTo>
                  <a:lnTo>
                    <a:pt x="112205" y="12"/>
                  </a:lnTo>
                  <a:lnTo>
                    <a:pt x="103895" y="12"/>
                  </a:lnTo>
                  <a:lnTo>
                    <a:pt x="103895" y="2227"/>
                  </a:lnTo>
                  <a:cubicBezTo>
                    <a:pt x="104990" y="2822"/>
                    <a:pt x="105728" y="3989"/>
                    <a:pt x="105728" y="5323"/>
                  </a:cubicBezTo>
                  <a:cubicBezTo>
                    <a:pt x="105728" y="7263"/>
                    <a:pt x="104145" y="8847"/>
                    <a:pt x="102204" y="8847"/>
                  </a:cubicBezTo>
                  <a:cubicBezTo>
                    <a:pt x="100632" y="8847"/>
                    <a:pt x="99311" y="7835"/>
                    <a:pt x="98846" y="6418"/>
                  </a:cubicBezTo>
                  <a:lnTo>
                    <a:pt x="98811" y="4323"/>
                  </a:lnTo>
                  <a:cubicBezTo>
                    <a:pt x="99073" y="3418"/>
                    <a:pt x="99692" y="2668"/>
                    <a:pt x="100501" y="2227"/>
                  </a:cubicBezTo>
                  <a:lnTo>
                    <a:pt x="100501" y="12"/>
                  </a:lnTo>
                  <a:lnTo>
                    <a:pt x="91953" y="12"/>
                  </a:lnTo>
                  <a:lnTo>
                    <a:pt x="91953" y="2227"/>
                  </a:lnTo>
                  <a:cubicBezTo>
                    <a:pt x="93048" y="2822"/>
                    <a:pt x="93786" y="3989"/>
                    <a:pt x="93786" y="5323"/>
                  </a:cubicBezTo>
                  <a:cubicBezTo>
                    <a:pt x="93786" y="7263"/>
                    <a:pt x="92203" y="8847"/>
                    <a:pt x="90250" y="8847"/>
                  </a:cubicBezTo>
                  <a:cubicBezTo>
                    <a:pt x="88309" y="8847"/>
                    <a:pt x="86726" y="7263"/>
                    <a:pt x="86726" y="5323"/>
                  </a:cubicBezTo>
                  <a:cubicBezTo>
                    <a:pt x="86726" y="3989"/>
                    <a:pt x="87464" y="2822"/>
                    <a:pt x="88559" y="2227"/>
                  </a:cubicBezTo>
                  <a:lnTo>
                    <a:pt x="88559" y="12"/>
                  </a:lnTo>
                  <a:lnTo>
                    <a:pt x="80249" y="12"/>
                  </a:lnTo>
                  <a:lnTo>
                    <a:pt x="80249" y="2227"/>
                  </a:lnTo>
                  <a:cubicBezTo>
                    <a:pt x="81344" y="2822"/>
                    <a:pt x="82082" y="3989"/>
                    <a:pt x="82082" y="5323"/>
                  </a:cubicBezTo>
                  <a:cubicBezTo>
                    <a:pt x="82082" y="7263"/>
                    <a:pt x="80499" y="8847"/>
                    <a:pt x="78558" y="8847"/>
                  </a:cubicBezTo>
                  <a:cubicBezTo>
                    <a:pt x="76606" y="8847"/>
                    <a:pt x="75022" y="7263"/>
                    <a:pt x="75022" y="5323"/>
                  </a:cubicBezTo>
                  <a:cubicBezTo>
                    <a:pt x="75022" y="3989"/>
                    <a:pt x="75760" y="2822"/>
                    <a:pt x="76856" y="2227"/>
                  </a:cubicBezTo>
                  <a:lnTo>
                    <a:pt x="76856" y="12"/>
                  </a:lnTo>
                  <a:lnTo>
                    <a:pt x="68557" y="12"/>
                  </a:lnTo>
                  <a:lnTo>
                    <a:pt x="68557" y="2227"/>
                  </a:lnTo>
                  <a:cubicBezTo>
                    <a:pt x="69640" y="2822"/>
                    <a:pt x="70379" y="3989"/>
                    <a:pt x="70379" y="5323"/>
                  </a:cubicBezTo>
                  <a:cubicBezTo>
                    <a:pt x="70379" y="7263"/>
                    <a:pt x="68807" y="8847"/>
                    <a:pt x="66854" y="8847"/>
                  </a:cubicBezTo>
                  <a:cubicBezTo>
                    <a:pt x="64902" y="8847"/>
                    <a:pt x="63318" y="7263"/>
                    <a:pt x="63318" y="5323"/>
                  </a:cubicBezTo>
                  <a:cubicBezTo>
                    <a:pt x="63318" y="3989"/>
                    <a:pt x="64068" y="2822"/>
                    <a:pt x="65152" y="2227"/>
                  </a:cubicBezTo>
                  <a:lnTo>
                    <a:pt x="65152" y="12"/>
                  </a:lnTo>
                  <a:lnTo>
                    <a:pt x="56853" y="12"/>
                  </a:lnTo>
                  <a:lnTo>
                    <a:pt x="56853" y="2227"/>
                  </a:lnTo>
                  <a:cubicBezTo>
                    <a:pt x="57948" y="2822"/>
                    <a:pt x="58687" y="3989"/>
                    <a:pt x="58687" y="5323"/>
                  </a:cubicBezTo>
                  <a:cubicBezTo>
                    <a:pt x="58687" y="7263"/>
                    <a:pt x="57103" y="8847"/>
                    <a:pt x="55150" y="8847"/>
                  </a:cubicBezTo>
                  <a:cubicBezTo>
                    <a:pt x="53198" y="8847"/>
                    <a:pt x="51626" y="7263"/>
                    <a:pt x="51626" y="5323"/>
                  </a:cubicBezTo>
                  <a:cubicBezTo>
                    <a:pt x="51626" y="3989"/>
                    <a:pt x="52364" y="2822"/>
                    <a:pt x="53448" y="2227"/>
                  </a:cubicBezTo>
                  <a:lnTo>
                    <a:pt x="53448" y="12"/>
                  </a:lnTo>
                  <a:lnTo>
                    <a:pt x="45149" y="12"/>
                  </a:lnTo>
                  <a:lnTo>
                    <a:pt x="45149" y="2227"/>
                  </a:lnTo>
                  <a:cubicBezTo>
                    <a:pt x="46245" y="2822"/>
                    <a:pt x="46983" y="3989"/>
                    <a:pt x="46983" y="5323"/>
                  </a:cubicBezTo>
                  <a:cubicBezTo>
                    <a:pt x="46983" y="7263"/>
                    <a:pt x="45399" y="8847"/>
                    <a:pt x="43447" y="8847"/>
                  </a:cubicBezTo>
                  <a:cubicBezTo>
                    <a:pt x="41506" y="8847"/>
                    <a:pt x="39922" y="7263"/>
                    <a:pt x="39922" y="5323"/>
                  </a:cubicBezTo>
                  <a:cubicBezTo>
                    <a:pt x="39922" y="3989"/>
                    <a:pt x="40661" y="2822"/>
                    <a:pt x="41756" y="2227"/>
                  </a:cubicBezTo>
                  <a:lnTo>
                    <a:pt x="41756" y="12"/>
                  </a:lnTo>
                  <a:lnTo>
                    <a:pt x="33445" y="12"/>
                  </a:lnTo>
                  <a:lnTo>
                    <a:pt x="33445" y="2227"/>
                  </a:lnTo>
                  <a:cubicBezTo>
                    <a:pt x="34541" y="2822"/>
                    <a:pt x="35279" y="3989"/>
                    <a:pt x="35279" y="5323"/>
                  </a:cubicBezTo>
                  <a:cubicBezTo>
                    <a:pt x="35279" y="7263"/>
                    <a:pt x="33695" y="8847"/>
                    <a:pt x="31755" y="8847"/>
                  </a:cubicBezTo>
                  <a:cubicBezTo>
                    <a:pt x="29802" y="8847"/>
                    <a:pt x="28219" y="7263"/>
                    <a:pt x="28219" y="5323"/>
                  </a:cubicBezTo>
                  <a:cubicBezTo>
                    <a:pt x="28219" y="3989"/>
                    <a:pt x="28957" y="2822"/>
                    <a:pt x="30052" y="2227"/>
                  </a:cubicBezTo>
                  <a:lnTo>
                    <a:pt x="30052" y="12"/>
                  </a:lnTo>
                  <a:lnTo>
                    <a:pt x="21753" y="12"/>
                  </a:lnTo>
                  <a:lnTo>
                    <a:pt x="21753" y="2227"/>
                  </a:lnTo>
                  <a:cubicBezTo>
                    <a:pt x="22837" y="2822"/>
                    <a:pt x="23575" y="3989"/>
                    <a:pt x="23575" y="5323"/>
                  </a:cubicBezTo>
                  <a:cubicBezTo>
                    <a:pt x="23575" y="7263"/>
                    <a:pt x="22003" y="8847"/>
                    <a:pt x="20051" y="8847"/>
                  </a:cubicBezTo>
                  <a:cubicBezTo>
                    <a:pt x="18098" y="8847"/>
                    <a:pt x="16515" y="7263"/>
                    <a:pt x="16515" y="5323"/>
                  </a:cubicBezTo>
                  <a:cubicBezTo>
                    <a:pt x="16515" y="3989"/>
                    <a:pt x="17265" y="2822"/>
                    <a:pt x="18348" y="2227"/>
                  </a:cubicBezTo>
                  <a:lnTo>
                    <a:pt x="18348" y="12"/>
                  </a:lnTo>
                  <a:lnTo>
                    <a:pt x="10050" y="12"/>
                  </a:lnTo>
                  <a:lnTo>
                    <a:pt x="10050" y="2227"/>
                  </a:lnTo>
                  <a:cubicBezTo>
                    <a:pt x="11145" y="2822"/>
                    <a:pt x="11883" y="3989"/>
                    <a:pt x="11883" y="5323"/>
                  </a:cubicBezTo>
                  <a:cubicBezTo>
                    <a:pt x="11883" y="7263"/>
                    <a:pt x="10300" y="8847"/>
                    <a:pt x="8347" y="8847"/>
                  </a:cubicBezTo>
                  <a:cubicBezTo>
                    <a:pt x="6394" y="8847"/>
                    <a:pt x="4823" y="7263"/>
                    <a:pt x="4823" y="5323"/>
                  </a:cubicBezTo>
                  <a:cubicBezTo>
                    <a:pt x="4823" y="3989"/>
                    <a:pt x="5561" y="2822"/>
                    <a:pt x="6644" y="2227"/>
                  </a:cubicBezTo>
                  <a:lnTo>
                    <a:pt x="6644" y="12"/>
                  </a:lnTo>
                  <a:lnTo>
                    <a:pt x="239" y="12"/>
                  </a:lnTo>
                  <a:lnTo>
                    <a:pt x="239" y="110550"/>
                  </a:lnTo>
                  <a:lnTo>
                    <a:pt x="1" y="136267"/>
                  </a:lnTo>
                  <a:lnTo>
                    <a:pt x="7811" y="134767"/>
                  </a:lnTo>
                  <a:lnTo>
                    <a:pt x="22718" y="137839"/>
                  </a:lnTo>
                  <a:lnTo>
                    <a:pt x="29814" y="137839"/>
                  </a:lnTo>
                  <a:lnTo>
                    <a:pt x="44006" y="139982"/>
                  </a:lnTo>
                  <a:lnTo>
                    <a:pt x="54662" y="139982"/>
                  </a:lnTo>
                  <a:lnTo>
                    <a:pt x="74534" y="137375"/>
                  </a:lnTo>
                  <a:lnTo>
                    <a:pt x="86595" y="139982"/>
                  </a:lnTo>
                  <a:lnTo>
                    <a:pt x="113574" y="139982"/>
                  </a:lnTo>
                  <a:lnTo>
                    <a:pt x="145519" y="137375"/>
                  </a:lnTo>
                  <a:lnTo>
                    <a:pt x="161128" y="139982"/>
                  </a:lnTo>
                  <a:lnTo>
                    <a:pt x="177463" y="137375"/>
                  </a:lnTo>
                  <a:lnTo>
                    <a:pt x="206562" y="137375"/>
                  </a:lnTo>
                  <a:lnTo>
                    <a:pt x="220755" y="139982"/>
                  </a:lnTo>
                  <a:lnTo>
                    <a:pt x="237090" y="139982"/>
                  </a:lnTo>
                  <a:lnTo>
                    <a:pt x="253175" y="139268"/>
                  </a:lnTo>
                  <a:lnTo>
                    <a:pt x="261926" y="141208"/>
                  </a:lnTo>
                  <a:lnTo>
                    <a:pt x="262081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24"/>
            <p:cNvSpPr/>
            <p:nvPr/>
          </p:nvSpPr>
          <p:spPr>
            <a:xfrm>
              <a:off x="636825" y="1219860"/>
              <a:ext cx="7850114" cy="4668"/>
            </a:xfrm>
            <a:custGeom>
              <a:avLst/>
              <a:gdLst/>
              <a:ahLst/>
              <a:cxnLst/>
              <a:rect l="l" t="t" r="r" b="b"/>
              <a:pathLst>
                <a:path w="242138" h="144" extrusionOk="0">
                  <a:moveTo>
                    <a:pt x="1" y="0"/>
                  </a:moveTo>
                  <a:lnTo>
                    <a:pt x="1" y="143"/>
                  </a:lnTo>
                  <a:lnTo>
                    <a:pt x="242138" y="143"/>
                  </a:lnTo>
                  <a:lnTo>
                    <a:pt x="2421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24"/>
            <p:cNvSpPr/>
            <p:nvPr/>
          </p:nvSpPr>
          <p:spPr>
            <a:xfrm>
              <a:off x="636825" y="1534074"/>
              <a:ext cx="7850114" cy="4636"/>
            </a:xfrm>
            <a:custGeom>
              <a:avLst/>
              <a:gdLst/>
              <a:ahLst/>
              <a:cxnLst/>
              <a:rect l="l" t="t" r="r" b="b"/>
              <a:pathLst>
                <a:path w="242138" h="143" extrusionOk="0">
                  <a:moveTo>
                    <a:pt x="1" y="0"/>
                  </a:moveTo>
                  <a:lnTo>
                    <a:pt x="1" y="143"/>
                  </a:lnTo>
                  <a:lnTo>
                    <a:pt x="242138" y="143"/>
                  </a:lnTo>
                  <a:lnTo>
                    <a:pt x="2421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24"/>
            <p:cNvSpPr/>
            <p:nvPr/>
          </p:nvSpPr>
          <p:spPr>
            <a:xfrm>
              <a:off x="636825" y="1848257"/>
              <a:ext cx="7850114" cy="5058"/>
            </a:xfrm>
            <a:custGeom>
              <a:avLst/>
              <a:gdLst/>
              <a:ahLst/>
              <a:cxnLst/>
              <a:rect l="l" t="t" r="r" b="b"/>
              <a:pathLst>
                <a:path w="242138" h="156" extrusionOk="0">
                  <a:moveTo>
                    <a:pt x="1" y="1"/>
                  </a:moveTo>
                  <a:lnTo>
                    <a:pt x="1" y="156"/>
                  </a:lnTo>
                  <a:lnTo>
                    <a:pt x="242138" y="156"/>
                  </a:lnTo>
                  <a:lnTo>
                    <a:pt x="2421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24"/>
            <p:cNvSpPr/>
            <p:nvPr/>
          </p:nvSpPr>
          <p:spPr>
            <a:xfrm>
              <a:off x="636825" y="2162860"/>
              <a:ext cx="7850114" cy="4668"/>
            </a:xfrm>
            <a:custGeom>
              <a:avLst/>
              <a:gdLst/>
              <a:ahLst/>
              <a:cxnLst/>
              <a:rect l="l" t="t" r="r" b="b"/>
              <a:pathLst>
                <a:path w="242138" h="144" extrusionOk="0">
                  <a:moveTo>
                    <a:pt x="1" y="0"/>
                  </a:moveTo>
                  <a:lnTo>
                    <a:pt x="1" y="143"/>
                  </a:lnTo>
                  <a:lnTo>
                    <a:pt x="242138" y="143"/>
                  </a:lnTo>
                  <a:lnTo>
                    <a:pt x="2421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24"/>
            <p:cNvSpPr/>
            <p:nvPr/>
          </p:nvSpPr>
          <p:spPr>
            <a:xfrm>
              <a:off x="636825" y="2477075"/>
              <a:ext cx="7850114" cy="5025"/>
            </a:xfrm>
            <a:custGeom>
              <a:avLst/>
              <a:gdLst/>
              <a:ahLst/>
              <a:cxnLst/>
              <a:rect l="l" t="t" r="r" b="b"/>
              <a:pathLst>
                <a:path w="242138" h="155" extrusionOk="0">
                  <a:moveTo>
                    <a:pt x="1" y="0"/>
                  </a:moveTo>
                  <a:lnTo>
                    <a:pt x="1" y="155"/>
                  </a:lnTo>
                  <a:lnTo>
                    <a:pt x="242138" y="155"/>
                  </a:lnTo>
                  <a:lnTo>
                    <a:pt x="2421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24"/>
            <p:cNvSpPr/>
            <p:nvPr/>
          </p:nvSpPr>
          <p:spPr>
            <a:xfrm>
              <a:off x="636825" y="2791646"/>
              <a:ext cx="7850114" cy="4668"/>
            </a:xfrm>
            <a:custGeom>
              <a:avLst/>
              <a:gdLst/>
              <a:ahLst/>
              <a:cxnLst/>
              <a:rect l="l" t="t" r="r" b="b"/>
              <a:pathLst>
                <a:path w="242138" h="144" extrusionOk="0">
                  <a:moveTo>
                    <a:pt x="1" y="1"/>
                  </a:moveTo>
                  <a:lnTo>
                    <a:pt x="1" y="143"/>
                  </a:lnTo>
                  <a:lnTo>
                    <a:pt x="242138" y="143"/>
                  </a:lnTo>
                  <a:lnTo>
                    <a:pt x="2421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24"/>
            <p:cNvSpPr/>
            <p:nvPr/>
          </p:nvSpPr>
          <p:spPr>
            <a:xfrm>
              <a:off x="648788" y="3110497"/>
              <a:ext cx="7850146" cy="5025"/>
            </a:xfrm>
            <a:custGeom>
              <a:avLst/>
              <a:gdLst/>
              <a:ahLst/>
              <a:cxnLst/>
              <a:rect l="l" t="t" r="r" b="b"/>
              <a:pathLst>
                <a:path w="242139" h="155" extrusionOk="0">
                  <a:moveTo>
                    <a:pt x="1" y="0"/>
                  </a:moveTo>
                  <a:lnTo>
                    <a:pt x="1" y="155"/>
                  </a:lnTo>
                  <a:lnTo>
                    <a:pt x="242138" y="155"/>
                  </a:lnTo>
                  <a:lnTo>
                    <a:pt x="2421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24"/>
            <p:cNvSpPr/>
            <p:nvPr/>
          </p:nvSpPr>
          <p:spPr>
            <a:xfrm>
              <a:off x="648788" y="3425068"/>
              <a:ext cx="7850146" cy="4668"/>
            </a:xfrm>
            <a:custGeom>
              <a:avLst/>
              <a:gdLst/>
              <a:ahLst/>
              <a:cxnLst/>
              <a:rect l="l" t="t" r="r" b="b"/>
              <a:pathLst>
                <a:path w="242139" h="144" extrusionOk="0">
                  <a:moveTo>
                    <a:pt x="1" y="1"/>
                  </a:moveTo>
                  <a:lnTo>
                    <a:pt x="1" y="144"/>
                  </a:lnTo>
                  <a:lnTo>
                    <a:pt x="242138" y="144"/>
                  </a:lnTo>
                  <a:lnTo>
                    <a:pt x="2421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24"/>
            <p:cNvSpPr/>
            <p:nvPr/>
          </p:nvSpPr>
          <p:spPr>
            <a:xfrm>
              <a:off x="648788" y="3739283"/>
              <a:ext cx="7850146" cy="5058"/>
            </a:xfrm>
            <a:custGeom>
              <a:avLst/>
              <a:gdLst/>
              <a:ahLst/>
              <a:cxnLst/>
              <a:rect l="l" t="t" r="r" b="b"/>
              <a:pathLst>
                <a:path w="242139" h="156" extrusionOk="0">
                  <a:moveTo>
                    <a:pt x="1" y="0"/>
                  </a:moveTo>
                  <a:lnTo>
                    <a:pt x="1" y="155"/>
                  </a:lnTo>
                  <a:lnTo>
                    <a:pt x="242138" y="155"/>
                  </a:lnTo>
                  <a:lnTo>
                    <a:pt x="2421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24"/>
            <p:cNvSpPr/>
            <p:nvPr/>
          </p:nvSpPr>
          <p:spPr>
            <a:xfrm>
              <a:off x="648788" y="4053854"/>
              <a:ext cx="7850146" cy="4668"/>
            </a:xfrm>
            <a:custGeom>
              <a:avLst/>
              <a:gdLst/>
              <a:ahLst/>
              <a:cxnLst/>
              <a:rect l="l" t="t" r="r" b="b"/>
              <a:pathLst>
                <a:path w="242139" h="144" extrusionOk="0">
                  <a:moveTo>
                    <a:pt x="1" y="1"/>
                  </a:moveTo>
                  <a:lnTo>
                    <a:pt x="1" y="144"/>
                  </a:lnTo>
                  <a:lnTo>
                    <a:pt x="242138" y="144"/>
                  </a:lnTo>
                  <a:lnTo>
                    <a:pt x="2421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24"/>
            <p:cNvSpPr/>
            <p:nvPr/>
          </p:nvSpPr>
          <p:spPr>
            <a:xfrm>
              <a:off x="648788" y="4368069"/>
              <a:ext cx="7850146" cy="5058"/>
            </a:xfrm>
            <a:custGeom>
              <a:avLst/>
              <a:gdLst/>
              <a:ahLst/>
              <a:cxnLst/>
              <a:rect l="l" t="t" r="r" b="b"/>
              <a:pathLst>
                <a:path w="242139" h="156" extrusionOk="0">
                  <a:moveTo>
                    <a:pt x="1" y="1"/>
                  </a:moveTo>
                  <a:lnTo>
                    <a:pt x="1" y="155"/>
                  </a:lnTo>
                  <a:lnTo>
                    <a:pt x="242138" y="155"/>
                  </a:lnTo>
                  <a:lnTo>
                    <a:pt x="2421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12" name="Google Shape;512;p24"/>
          <p:cNvSpPr/>
          <p:nvPr/>
        </p:nvSpPr>
        <p:spPr>
          <a:xfrm rot="3211094">
            <a:off x="567185" y="4286472"/>
            <a:ext cx="112810" cy="112828"/>
          </a:xfrm>
          <a:custGeom>
            <a:avLst/>
            <a:gdLst/>
            <a:ahLst/>
            <a:cxnLst/>
            <a:rect l="l" t="t" r="r" b="b"/>
            <a:pathLst>
              <a:path w="6138" h="6139" extrusionOk="0">
                <a:moveTo>
                  <a:pt x="3069" y="0"/>
                </a:moveTo>
                <a:cubicBezTo>
                  <a:pt x="2625" y="513"/>
                  <a:pt x="2402" y="1024"/>
                  <a:pt x="2235" y="1535"/>
                </a:cubicBezTo>
                <a:cubicBezTo>
                  <a:pt x="2177" y="1722"/>
                  <a:pt x="2134" y="1909"/>
                  <a:pt x="2099" y="2097"/>
                </a:cubicBezTo>
                <a:cubicBezTo>
                  <a:pt x="1912" y="2131"/>
                  <a:pt x="1723" y="2173"/>
                  <a:pt x="1536" y="2233"/>
                </a:cubicBezTo>
                <a:cubicBezTo>
                  <a:pt x="1023" y="2398"/>
                  <a:pt x="512" y="2623"/>
                  <a:pt x="1" y="3070"/>
                </a:cubicBezTo>
                <a:cubicBezTo>
                  <a:pt x="512" y="3517"/>
                  <a:pt x="1023" y="3740"/>
                  <a:pt x="1536" y="3907"/>
                </a:cubicBezTo>
                <a:cubicBezTo>
                  <a:pt x="1722" y="3966"/>
                  <a:pt x="1909" y="4008"/>
                  <a:pt x="2096" y="4042"/>
                </a:cubicBezTo>
                <a:cubicBezTo>
                  <a:pt x="2132" y="4230"/>
                  <a:pt x="2173" y="4417"/>
                  <a:pt x="2232" y="4604"/>
                </a:cubicBezTo>
                <a:cubicBezTo>
                  <a:pt x="2399" y="5115"/>
                  <a:pt x="2622" y="5627"/>
                  <a:pt x="3069" y="6138"/>
                </a:cubicBezTo>
                <a:cubicBezTo>
                  <a:pt x="3517" y="5627"/>
                  <a:pt x="3741" y="5115"/>
                  <a:pt x="3906" y="4604"/>
                </a:cubicBezTo>
                <a:cubicBezTo>
                  <a:pt x="3966" y="4416"/>
                  <a:pt x="4008" y="4229"/>
                  <a:pt x="4042" y="4040"/>
                </a:cubicBezTo>
                <a:cubicBezTo>
                  <a:pt x="4230" y="4005"/>
                  <a:pt x="4416" y="3963"/>
                  <a:pt x="4604" y="3904"/>
                </a:cubicBezTo>
                <a:cubicBezTo>
                  <a:pt x="5115" y="3737"/>
                  <a:pt x="5626" y="3514"/>
                  <a:pt x="6138" y="3070"/>
                </a:cubicBezTo>
                <a:cubicBezTo>
                  <a:pt x="5626" y="2625"/>
                  <a:pt x="5115" y="2402"/>
                  <a:pt x="4604" y="2235"/>
                </a:cubicBezTo>
                <a:cubicBezTo>
                  <a:pt x="4416" y="2176"/>
                  <a:pt x="4228" y="2133"/>
                  <a:pt x="4040" y="2099"/>
                </a:cubicBezTo>
                <a:cubicBezTo>
                  <a:pt x="4005" y="1910"/>
                  <a:pt x="3963" y="1723"/>
                  <a:pt x="3904" y="1535"/>
                </a:cubicBezTo>
                <a:cubicBezTo>
                  <a:pt x="3738" y="1024"/>
                  <a:pt x="3514" y="513"/>
                  <a:pt x="306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p24"/>
          <p:cNvSpPr/>
          <p:nvPr/>
        </p:nvSpPr>
        <p:spPr>
          <a:xfrm rot="3211094">
            <a:off x="7572972" y="4626472"/>
            <a:ext cx="112810" cy="112828"/>
          </a:xfrm>
          <a:custGeom>
            <a:avLst/>
            <a:gdLst/>
            <a:ahLst/>
            <a:cxnLst/>
            <a:rect l="l" t="t" r="r" b="b"/>
            <a:pathLst>
              <a:path w="6138" h="6139" extrusionOk="0">
                <a:moveTo>
                  <a:pt x="3069" y="0"/>
                </a:moveTo>
                <a:cubicBezTo>
                  <a:pt x="2625" y="513"/>
                  <a:pt x="2402" y="1024"/>
                  <a:pt x="2235" y="1535"/>
                </a:cubicBezTo>
                <a:cubicBezTo>
                  <a:pt x="2177" y="1722"/>
                  <a:pt x="2134" y="1909"/>
                  <a:pt x="2099" y="2097"/>
                </a:cubicBezTo>
                <a:cubicBezTo>
                  <a:pt x="1912" y="2131"/>
                  <a:pt x="1723" y="2173"/>
                  <a:pt x="1536" y="2233"/>
                </a:cubicBezTo>
                <a:cubicBezTo>
                  <a:pt x="1023" y="2398"/>
                  <a:pt x="512" y="2623"/>
                  <a:pt x="1" y="3070"/>
                </a:cubicBezTo>
                <a:cubicBezTo>
                  <a:pt x="512" y="3517"/>
                  <a:pt x="1023" y="3740"/>
                  <a:pt x="1536" y="3907"/>
                </a:cubicBezTo>
                <a:cubicBezTo>
                  <a:pt x="1722" y="3966"/>
                  <a:pt x="1909" y="4008"/>
                  <a:pt x="2096" y="4042"/>
                </a:cubicBezTo>
                <a:cubicBezTo>
                  <a:pt x="2132" y="4230"/>
                  <a:pt x="2173" y="4417"/>
                  <a:pt x="2232" y="4604"/>
                </a:cubicBezTo>
                <a:cubicBezTo>
                  <a:pt x="2399" y="5115"/>
                  <a:pt x="2622" y="5627"/>
                  <a:pt x="3069" y="6138"/>
                </a:cubicBezTo>
                <a:cubicBezTo>
                  <a:pt x="3517" y="5627"/>
                  <a:pt x="3741" y="5115"/>
                  <a:pt x="3906" y="4604"/>
                </a:cubicBezTo>
                <a:cubicBezTo>
                  <a:pt x="3966" y="4416"/>
                  <a:pt x="4008" y="4229"/>
                  <a:pt x="4042" y="4040"/>
                </a:cubicBezTo>
                <a:cubicBezTo>
                  <a:pt x="4230" y="4005"/>
                  <a:pt x="4416" y="3963"/>
                  <a:pt x="4604" y="3904"/>
                </a:cubicBezTo>
                <a:cubicBezTo>
                  <a:pt x="5115" y="3737"/>
                  <a:pt x="5626" y="3514"/>
                  <a:pt x="6138" y="3070"/>
                </a:cubicBezTo>
                <a:cubicBezTo>
                  <a:pt x="5626" y="2625"/>
                  <a:pt x="5115" y="2402"/>
                  <a:pt x="4604" y="2235"/>
                </a:cubicBezTo>
                <a:cubicBezTo>
                  <a:pt x="4416" y="2176"/>
                  <a:pt x="4228" y="2133"/>
                  <a:pt x="4040" y="2099"/>
                </a:cubicBezTo>
                <a:cubicBezTo>
                  <a:pt x="4005" y="1910"/>
                  <a:pt x="3963" y="1723"/>
                  <a:pt x="3904" y="1535"/>
                </a:cubicBezTo>
                <a:cubicBezTo>
                  <a:pt x="3738" y="1024"/>
                  <a:pt x="3514" y="513"/>
                  <a:pt x="3069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24"/>
          <p:cNvSpPr/>
          <p:nvPr/>
        </p:nvSpPr>
        <p:spPr>
          <a:xfrm rot="5400000">
            <a:off x="444246" y="671965"/>
            <a:ext cx="100451" cy="100451"/>
          </a:xfrm>
          <a:custGeom>
            <a:avLst/>
            <a:gdLst/>
            <a:ahLst/>
            <a:cxnLst/>
            <a:rect l="l" t="t" r="r" b="b"/>
            <a:pathLst>
              <a:path w="2835" h="2836" extrusionOk="0">
                <a:moveTo>
                  <a:pt x="1417" y="0"/>
                </a:moveTo>
                <a:cubicBezTo>
                  <a:pt x="635" y="0"/>
                  <a:pt x="0" y="635"/>
                  <a:pt x="0" y="1418"/>
                </a:cubicBezTo>
                <a:cubicBezTo>
                  <a:pt x="0" y="2200"/>
                  <a:pt x="635" y="2835"/>
                  <a:pt x="1417" y="2835"/>
                </a:cubicBezTo>
                <a:cubicBezTo>
                  <a:pt x="2200" y="2835"/>
                  <a:pt x="2835" y="2200"/>
                  <a:pt x="2835" y="1418"/>
                </a:cubicBezTo>
                <a:cubicBezTo>
                  <a:pt x="2835" y="635"/>
                  <a:pt x="2201" y="0"/>
                  <a:pt x="141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24"/>
          <p:cNvSpPr/>
          <p:nvPr/>
        </p:nvSpPr>
        <p:spPr>
          <a:xfrm rot="7660645">
            <a:off x="8453494" y="636909"/>
            <a:ext cx="112800" cy="112818"/>
          </a:xfrm>
          <a:custGeom>
            <a:avLst/>
            <a:gdLst/>
            <a:ahLst/>
            <a:cxnLst/>
            <a:rect l="l" t="t" r="r" b="b"/>
            <a:pathLst>
              <a:path w="6138" h="6139" extrusionOk="0">
                <a:moveTo>
                  <a:pt x="3069" y="0"/>
                </a:moveTo>
                <a:cubicBezTo>
                  <a:pt x="2625" y="513"/>
                  <a:pt x="2402" y="1024"/>
                  <a:pt x="2235" y="1535"/>
                </a:cubicBezTo>
                <a:cubicBezTo>
                  <a:pt x="2177" y="1722"/>
                  <a:pt x="2134" y="1909"/>
                  <a:pt x="2099" y="2097"/>
                </a:cubicBezTo>
                <a:cubicBezTo>
                  <a:pt x="1912" y="2131"/>
                  <a:pt x="1723" y="2173"/>
                  <a:pt x="1536" y="2233"/>
                </a:cubicBezTo>
                <a:cubicBezTo>
                  <a:pt x="1023" y="2398"/>
                  <a:pt x="512" y="2623"/>
                  <a:pt x="1" y="3070"/>
                </a:cubicBezTo>
                <a:cubicBezTo>
                  <a:pt x="512" y="3517"/>
                  <a:pt x="1023" y="3740"/>
                  <a:pt x="1536" y="3907"/>
                </a:cubicBezTo>
                <a:cubicBezTo>
                  <a:pt x="1722" y="3966"/>
                  <a:pt x="1909" y="4008"/>
                  <a:pt x="2096" y="4042"/>
                </a:cubicBezTo>
                <a:cubicBezTo>
                  <a:pt x="2132" y="4230"/>
                  <a:pt x="2173" y="4417"/>
                  <a:pt x="2232" y="4604"/>
                </a:cubicBezTo>
                <a:cubicBezTo>
                  <a:pt x="2399" y="5115"/>
                  <a:pt x="2622" y="5627"/>
                  <a:pt x="3069" y="6138"/>
                </a:cubicBezTo>
                <a:cubicBezTo>
                  <a:pt x="3517" y="5627"/>
                  <a:pt x="3741" y="5115"/>
                  <a:pt x="3906" y="4604"/>
                </a:cubicBezTo>
                <a:cubicBezTo>
                  <a:pt x="3966" y="4416"/>
                  <a:pt x="4008" y="4229"/>
                  <a:pt x="4042" y="4040"/>
                </a:cubicBezTo>
                <a:cubicBezTo>
                  <a:pt x="4230" y="4005"/>
                  <a:pt x="4416" y="3963"/>
                  <a:pt x="4604" y="3904"/>
                </a:cubicBezTo>
                <a:cubicBezTo>
                  <a:pt x="5115" y="3737"/>
                  <a:pt x="5626" y="3514"/>
                  <a:pt x="6138" y="3070"/>
                </a:cubicBezTo>
                <a:cubicBezTo>
                  <a:pt x="5626" y="2625"/>
                  <a:pt x="5115" y="2402"/>
                  <a:pt x="4604" y="2235"/>
                </a:cubicBezTo>
                <a:cubicBezTo>
                  <a:pt x="4416" y="2176"/>
                  <a:pt x="4228" y="2133"/>
                  <a:pt x="4040" y="2099"/>
                </a:cubicBezTo>
                <a:cubicBezTo>
                  <a:pt x="4005" y="1910"/>
                  <a:pt x="3963" y="1723"/>
                  <a:pt x="3904" y="1535"/>
                </a:cubicBezTo>
                <a:cubicBezTo>
                  <a:pt x="3738" y="1024"/>
                  <a:pt x="3514" y="513"/>
                  <a:pt x="3069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24"/>
          <p:cNvSpPr/>
          <p:nvPr/>
        </p:nvSpPr>
        <p:spPr>
          <a:xfrm rot="9899885">
            <a:off x="8598216" y="4430991"/>
            <a:ext cx="82005" cy="82047"/>
          </a:xfrm>
          <a:custGeom>
            <a:avLst/>
            <a:gdLst/>
            <a:ahLst/>
            <a:cxnLst/>
            <a:rect l="l" t="t" r="r" b="b"/>
            <a:pathLst>
              <a:path w="2835" h="2836" extrusionOk="0">
                <a:moveTo>
                  <a:pt x="1417" y="0"/>
                </a:moveTo>
                <a:cubicBezTo>
                  <a:pt x="635" y="0"/>
                  <a:pt x="0" y="635"/>
                  <a:pt x="0" y="1418"/>
                </a:cubicBezTo>
                <a:cubicBezTo>
                  <a:pt x="0" y="2200"/>
                  <a:pt x="635" y="2835"/>
                  <a:pt x="1417" y="2835"/>
                </a:cubicBezTo>
                <a:cubicBezTo>
                  <a:pt x="2200" y="2835"/>
                  <a:pt x="2835" y="2200"/>
                  <a:pt x="2835" y="1418"/>
                </a:cubicBezTo>
                <a:cubicBezTo>
                  <a:pt x="2835" y="635"/>
                  <a:pt x="2201" y="0"/>
                  <a:pt x="141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24"/>
          <p:cNvSpPr/>
          <p:nvPr/>
        </p:nvSpPr>
        <p:spPr>
          <a:xfrm rot="5400000">
            <a:off x="8638275" y="694489"/>
            <a:ext cx="55424" cy="55423"/>
          </a:xfrm>
          <a:custGeom>
            <a:avLst/>
            <a:gdLst/>
            <a:ahLst/>
            <a:cxnLst/>
            <a:rect l="l" t="t" r="r" b="b"/>
            <a:pathLst>
              <a:path w="2835" h="2836" extrusionOk="0">
                <a:moveTo>
                  <a:pt x="1417" y="0"/>
                </a:moveTo>
                <a:cubicBezTo>
                  <a:pt x="635" y="0"/>
                  <a:pt x="0" y="635"/>
                  <a:pt x="0" y="1418"/>
                </a:cubicBezTo>
                <a:cubicBezTo>
                  <a:pt x="0" y="2200"/>
                  <a:pt x="635" y="2835"/>
                  <a:pt x="1417" y="2835"/>
                </a:cubicBezTo>
                <a:cubicBezTo>
                  <a:pt x="2200" y="2835"/>
                  <a:pt x="2835" y="2200"/>
                  <a:pt x="2835" y="1418"/>
                </a:cubicBezTo>
                <a:cubicBezTo>
                  <a:pt x="2835" y="635"/>
                  <a:pt x="2201" y="0"/>
                  <a:pt x="1417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24"/>
          <p:cNvSpPr txBox="1">
            <a:spLocks noGrp="1"/>
          </p:cNvSpPr>
          <p:nvPr>
            <p:ph type="subTitle" idx="1"/>
          </p:nvPr>
        </p:nvSpPr>
        <p:spPr>
          <a:xfrm>
            <a:off x="4850225" y="2008804"/>
            <a:ext cx="3375900" cy="252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9" name="Google Shape;519;p24"/>
          <p:cNvSpPr txBox="1">
            <a:spLocks noGrp="1"/>
          </p:cNvSpPr>
          <p:nvPr>
            <p:ph type="subTitle" idx="2"/>
          </p:nvPr>
        </p:nvSpPr>
        <p:spPr>
          <a:xfrm>
            <a:off x="917875" y="2008804"/>
            <a:ext cx="3375900" cy="252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0" name="Google Shape;520;p24"/>
          <p:cNvSpPr txBox="1">
            <a:spLocks noGrp="1"/>
          </p:cNvSpPr>
          <p:nvPr>
            <p:ph type="title"/>
          </p:nvPr>
        </p:nvSpPr>
        <p:spPr>
          <a:xfrm>
            <a:off x="720000" y="5988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0" name="Google Shape;550;p26"/>
          <p:cNvGrpSpPr/>
          <p:nvPr/>
        </p:nvGrpSpPr>
        <p:grpSpPr>
          <a:xfrm>
            <a:off x="311036" y="279900"/>
            <a:ext cx="8496698" cy="4620823"/>
            <a:chOff x="311036" y="279900"/>
            <a:chExt cx="8496698" cy="4620823"/>
          </a:xfrm>
        </p:grpSpPr>
        <p:sp>
          <p:nvSpPr>
            <p:cNvPr id="551" name="Google Shape;551;p26"/>
            <p:cNvSpPr/>
            <p:nvPr/>
          </p:nvSpPr>
          <p:spPr>
            <a:xfrm>
              <a:off x="311814" y="4642854"/>
              <a:ext cx="8495531" cy="257869"/>
            </a:xfrm>
            <a:custGeom>
              <a:avLst/>
              <a:gdLst/>
              <a:ahLst/>
              <a:cxnLst/>
              <a:rect l="l" t="t" r="r" b="b"/>
              <a:pathLst>
                <a:path w="262046" h="7954" extrusionOk="0">
                  <a:moveTo>
                    <a:pt x="1739" y="1"/>
                  </a:moveTo>
                  <a:lnTo>
                    <a:pt x="1727" y="239"/>
                  </a:lnTo>
                  <a:lnTo>
                    <a:pt x="798" y="941"/>
                  </a:lnTo>
                  <a:lnTo>
                    <a:pt x="1" y="1453"/>
                  </a:lnTo>
                  <a:lnTo>
                    <a:pt x="1" y="2465"/>
                  </a:lnTo>
                  <a:lnTo>
                    <a:pt x="1917" y="2394"/>
                  </a:lnTo>
                  <a:lnTo>
                    <a:pt x="3870" y="2346"/>
                  </a:lnTo>
                  <a:lnTo>
                    <a:pt x="5823" y="2560"/>
                  </a:lnTo>
                  <a:lnTo>
                    <a:pt x="7728" y="2596"/>
                  </a:lnTo>
                  <a:lnTo>
                    <a:pt x="9323" y="2941"/>
                  </a:lnTo>
                  <a:lnTo>
                    <a:pt x="11097" y="3180"/>
                  </a:lnTo>
                  <a:lnTo>
                    <a:pt x="12645" y="3608"/>
                  </a:lnTo>
                  <a:lnTo>
                    <a:pt x="14181" y="4061"/>
                  </a:lnTo>
                  <a:lnTo>
                    <a:pt x="16229" y="4037"/>
                  </a:lnTo>
                  <a:lnTo>
                    <a:pt x="17919" y="4346"/>
                  </a:lnTo>
                  <a:lnTo>
                    <a:pt x="19574" y="4692"/>
                  </a:lnTo>
                  <a:lnTo>
                    <a:pt x="20884" y="5358"/>
                  </a:lnTo>
                  <a:lnTo>
                    <a:pt x="22587" y="5739"/>
                  </a:lnTo>
                  <a:lnTo>
                    <a:pt x="24456" y="5418"/>
                  </a:lnTo>
                  <a:lnTo>
                    <a:pt x="26230" y="5513"/>
                  </a:lnTo>
                  <a:lnTo>
                    <a:pt x="28004" y="5716"/>
                  </a:lnTo>
                  <a:lnTo>
                    <a:pt x="29742" y="5668"/>
                  </a:lnTo>
                  <a:lnTo>
                    <a:pt x="31564" y="5835"/>
                  </a:lnTo>
                  <a:lnTo>
                    <a:pt x="33469" y="5930"/>
                  </a:lnTo>
                  <a:lnTo>
                    <a:pt x="35041" y="6442"/>
                  </a:lnTo>
                  <a:lnTo>
                    <a:pt x="36779" y="6763"/>
                  </a:lnTo>
                  <a:lnTo>
                    <a:pt x="38565" y="7013"/>
                  </a:lnTo>
                  <a:lnTo>
                    <a:pt x="40446" y="7156"/>
                  </a:lnTo>
                  <a:lnTo>
                    <a:pt x="42351" y="7263"/>
                  </a:lnTo>
                  <a:lnTo>
                    <a:pt x="43982" y="7692"/>
                  </a:lnTo>
                  <a:lnTo>
                    <a:pt x="45744" y="7609"/>
                  </a:lnTo>
                  <a:lnTo>
                    <a:pt x="47518" y="7502"/>
                  </a:lnTo>
                  <a:lnTo>
                    <a:pt x="49292" y="7728"/>
                  </a:lnTo>
                  <a:lnTo>
                    <a:pt x="51066" y="7918"/>
                  </a:lnTo>
                  <a:lnTo>
                    <a:pt x="52840" y="7597"/>
                  </a:lnTo>
                  <a:lnTo>
                    <a:pt x="54543" y="7502"/>
                  </a:lnTo>
                  <a:lnTo>
                    <a:pt x="56424" y="7716"/>
                  </a:lnTo>
                  <a:lnTo>
                    <a:pt x="57913" y="7251"/>
                  </a:lnTo>
                  <a:lnTo>
                    <a:pt x="59651" y="7168"/>
                  </a:lnTo>
                  <a:lnTo>
                    <a:pt x="61211" y="6811"/>
                  </a:lnTo>
                  <a:lnTo>
                    <a:pt x="62818" y="6537"/>
                  </a:lnTo>
                  <a:lnTo>
                    <a:pt x="64532" y="6406"/>
                  </a:lnTo>
                  <a:lnTo>
                    <a:pt x="66152" y="6132"/>
                  </a:lnTo>
                  <a:lnTo>
                    <a:pt x="67878" y="6013"/>
                  </a:lnTo>
                  <a:lnTo>
                    <a:pt x="69414" y="5620"/>
                  </a:lnTo>
                  <a:lnTo>
                    <a:pt x="71033" y="5346"/>
                  </a:lnTo>
                  <a:lnTo>
                    <a:pt x="72950" y="5501"/>
                  </a:lnTo>
                  <a:lnTo>
                    <a:pt x="74474" y="5204"/>
                  </a:lnTo>
                  <a:lnTo>
                    <a:pt x="76248" y="5466"/>
                  </a:lnTo>
                  <a:lnTo>
                    <a:pt x="77796" y="5989"/>
                  </a:lnTo>
                  <a:lnTo>
                    <a:pt x="79427" y="6430"/>
                  </a:lnTo>
                  <a:lnTo>
                    <a:pt x="81594" y="6430"/>
                  </a:lnTo>
                  <a:lnTo>
                    <a:pt x="83166" y="6930"/>
                  </a:lnTo>
                  <a:lnTo>
                    <a:pt x="84773" y="7406"/>
                  </a:lnTo>
                  <a:lnTo>
                    <a:pt x="86571" y="7716"/>
                  </a:lnTo>
                  <a:lnTo>
                    <a:pt x="88369" y="7561"/>
                  </a:lnTo>
                  <a:lnTo>
                    <a:pt x="90155" y="7537"/>
                  </a:lnTo>
                  <a:lnTo>
                    <a:pt x="91953" y="7668"/>
                  </a:lnTo>
                  <a:lnTo>
                    <a:pt x="93750" y="7883"/>
                  </a:lnTo>
                  <a:lnTo>
                    <a:pt x="95548" y="7871"/>
                  </a:lnTo>
                  <a:lnTo>
                    <a:pt x="97346" y="7704"/>
                  </a:lnTo>
                  <a:lnTo>
                    <a:pt x="99132" y="7847"/>
                  </a:lnTo>
                  <a:lnTo>
                    <a:pt x="100930" y="7942"/>
                  </a:lnTo>
                  <a:lnTo>
                    <a:pt x="102728" y="7644"/>
                  </a:lnTo>
                  <a:lnTo>
                    <a:pt x="104526" y="7763"/>
                  </a:lnTo>
                  <a:lnTo>
                    <a:pt x="106335" y="7573"/>
                  </a:lnTo>
                  <a:lnTo>
                    <a:pt x="108133" y="7763"/>
                  </a:lnTo>
                  <a:lnTo>
                    <a:pt x="109931" y="7644"/>
                  </a:lnTo>
                  <a:lnTo>
                    <a:pt x="111729" y="7918"/>
                  </a:lnTo>
                  <a:lnTo>
                    <a:pt x="113550" y="7752"/>
                  </a:lnTo>
                  <a:lnTo>
                    <a:pt x="115253" y="7442"/>
                  </a:lnTo>
                  <a:lnTo>
                    <a:pt x="117134" y="7561"/>
                  </a:lnTo>
                  <a:lnTo>
                    <a:pt x="118765" y="7073"/>
                  </a:lnTo>
                  <a:lnTo>
                    <a:pt x="120599" y="7073"/>
                  </a:lnTo>
                  <a:lnTo>
                    <a:pt x="122337" y="6859"/>
                  </a:lnTo>
                  <a:lnTo>
                    <a:pt x="124266" y="7061"/>
                  </a:lnTo>
                  <a:lnTo>
                    <a:pt x="125969" y="6751"/>
                  </a:lnTo>
                  <a:lnTo>
                    <a:pt x="127767" y="6668"/>
                  </a:lnTo>
                  <a:lnTo>
                    <a:pt x="129410" y="6228"/>
                  </a:lnTo>
                  <a:lnTo>
                    <a:pt x="131172" y="6061"/>
                  </a:lnTo>
                  <a:lnTo>
                    <a:pt x="132958" y="5930"/>
                  </a:lnTo>
                  <a:lnTo>
                    <a:pt x="134755" y="5858"/>
                  </a:lnTo>
                  <a:lnTo>
                    <a:pt x="136494" y="5620"/>
                  </a:lnTo>
                  <a:lnTo>
                    <a:pt x="138339" y="5644"/>
                  </a:lnTo>
                  <a:lnTo>
                    <a:pt x="140220" y="5739"/>
                  </a:lnTo>
                  <a:lnTo>
                    <a:pt x="141959" y="5513"/>
                  </a:lnTo>
                  <a:lnTo>
                    <a:pt x="143626" y="5096"/>
                  </a:lnTo>
                  <a:lnTo>
                    <a:pt x="145519" y="4966"/>
                  </a:lnTo>
                  <a:lnTo>
                    <a:pt x="147031" y="5608"/>
                  </a:lnTo>
                  <a:lnTo>
                    <a:pt x="148781" y="5870"/>
                  </a:lnTo>
                  <a:lnTo>
                    <a:pt x="150615" y="6049"/>
                  </a:lnTo>
                  <a:lnTo>
                    <a:pt x="152543" y="6120"/>
                  </a:lnTo>
                  <a:lnTo>
                    <a:pt x="154175" y="6537"/>
                  </a:lnTo>
                  <a:lnTo>
                    <a:pt x="155877" y="6859"/>
                  </a:lnTo>
                  <a:lnTo>
                    <a:pt x="157461" y="7323"/>
                  </a:lnTo>
                  <a:lnTo>
                    <a:pt x="159270" y="7537"/>
                  </a:lnTo>
                  <a:lnTo>
                    <a:pt x="161104" y="7537"/>
                  </a:lnTo>
                  <a:lnTo>
                    <a:pt x="162914" y="7680"/>
                  </a:lnTo>
                  <a:lnTo>
                    <a:pt x="164521" y="7394"/>
                  </a:lnTo>
                  <a:lnTo>
                    <a:pt x="166140" y="7121"/>
                  </a:lnTo>
                  <a:lnTo>
                    <a:pt x="167760" y="6847"/>
                  </a:lnTo>
                  <a:lnTo>
                    <a:pt x="169224" y="6394"/>
                  </a:lnTo>
                  <a:lnTo>
                    <a:pt x="170784" y="6049"/>
                  </a:lnTo>
                  <a:lnTo>
                    <a:pt x="172653" y="6073"/>
                  </a:lnTo>
                  <a:lnTo>
                    <a:pt x="174272" y="5787"/>
                  </a:lnTo>
                  <a:lnTo>
                    <a:pt x="175892" y="5501"/>
                  </a:lnTo>
                  <a:lnTo>
                    <a:pt x="177439" y="5144"/>
                  </a:lnTo>
                  <a:lnTo>
                    <a:pt x="179249" y="5108"/>
                  </a:lnTo>
                  <a:lnTo>
                    <a:pt x="181071" y="4977"/>
                  </a:lnTo>
                  <a:lnTo>
                    <a:pt x="182892" y="5204"/>
                  </a:lnTo>
                  <a:lnTo>
                    <a:pt x="184714" y="5061"/>
                  </a:lnTo>
                  <a:lnTo>
                    <a:pt x="186548" y="5335"/>
                  </a:lnTo>
                  <a:lnTo>
                    <a:pt x="188369" y="5239"/>
                  </a:lnTo>
                  <a:lnTo>
                    <a:pt x="190203" y="5287"/>
                  </a:lnTo>
                  <a:lnTo>
                    <a:pt x="192013" y="5204"/>
                  </a:lnTo>
                  <a:lnTo>
                    <a:pt x="193822" y="4942"/>
                  </a:lnTo>
                  <a:lnTo>
                    <a:pt x="195632" y="5144"/>
                  </a:lnTo>
                  <a:lnTo>
                    <a:pt x="197442" y="4918"/>
                  </a:lnTo>
                  <a:lnTo>
                    <a:pt x="199264" y="4906"/>
                  </a:lnTo>
                  <a:lnTo>
                    <a:pt x="201073" y="5156"/>
                  </a:lnTo>
                  <a:lnTo>
                    <a:pt x="202895" y="5085"/>
                  </a:lnTo>
                  <a:lnTo>
                    <a:pt x="204705" y="4906"/>
                  </a:lnTo>
                  <a:lnTo>
                    <a:pt x="206550" y="5061"/>
                  </a:lnTo>
                  <a:lnTo>
                    <a:pt x="208241" y="5263"/>
                  </a:lnTo>
                  <a:lnTo>
                    <a:pt x="209848" y="5513"/>
                  </a:lnTo>
                  <a:lnTo>
                    <a:pt x="211420" y="5811"/>
                  </a:lnTo>
                  <a:lnTo>
                    <a:pt x="212896" y="6204"/>
                  </a:lnTo>
                  <a:lnTo>
                    <a:pt x="214230" y="6740"/>
                  </a:lnTo>
                  <a:lnTo>
                    <a:pt x="216182" y="6656"/>
                  </a:lnTo>
                  <a:lnTo>
                    <a:pt x="217444" y="7263"/>
                  </a:lnTo>
                  <a:lnTo>
                    <a:pt x="218933" y="7644"/>
                  </a:lnTo>
                  <a:lnTo>
                    <a:pt x="220802" y="7549"/>
                  </a:lnTo>
                  <a:lnTo>
                    <a:pt x="222528" y="7787"/>
                  </a:lnTo>
                  <a:lnTo>
                    <a:pt x="224350" y="7740"/>
                  </a:lnTo>
                  <a:lnTo>
                    <a:pt x="226160" y="7716"/>
                  </a:lnTo>
                  <a:lnTo>
                    <a:pt x="227970" y="7692"/>
                  </a:lnTo>
                  <a:lnTo>
                    <a:pt x="229779" y="7585"/>
                  </a:lnTo>
                  <a:lnTo>
                    <a:pt x="231601" y="7811"/>
                  </a:lnTo>
                  <a:lnTo>
                    <a:pt x="233411" y="7668"/>
                  </a:lnTo>
                  <a:lnTo>
                    <a:pt x="235232" y="7954"/>
                  </a:lnTo>
                  <a:lnTo>
                    <a:pt x="237042" y="7609"/>
                  </a:lnTo>
                  <a:lnTo>
                    <a:pt x="238804" y="7549"/>
                  </a:lnTo>
                  <a:lnTo>
                    <a:pt x="240626" y="7573"/>
                  </a:lnTo>
                  <a:lnTo>
                    <a:pt x="242352" y="7263"/>
                  </a:lnTo>
                  <a:lnTo>
                    <a:pt x="244186" y="7371"/>
                  </a:lnTo>
                  <a:lnTo>
                    <a:pt x="246007" y="7454"/>
                  </a:lnTo>
                  <a:lnTo>
                    <a:pt x="247817" y="7466"/>
                  </a:lnTo>
                  <a:lnTo>
                    <a:pt x="249520" y="7037"/>
                  </a:lnTo>
                  <a:lnTo>
                    <a:pt x="251365" y="7180"/>
                  </a:lnTo>
                  <a:lnTo>
                    <a:pt x="253139" y="7061"/>
                  </a:lnTo>
                  <a:lnTo>
                    <a:pt x="254842" y="7263"/>
                  </a:lnTo>
                  <a:lnTo>
                    <a:pt x="256652" y="7204"/>
                  </a:lnTo>
                  <a:lnTo>
                    <a:pt x="258414" y="7263"/>
                  </a:lnTo>
                  <a:lnTo>
                    <a:pt x="260093" y="7597"/>
                  </a:lnTo>
                  <a:lnTo>
                    <a:pt x="262045" y="7621"/>
                  </a:lnTo>
                  <a:lnTo>
                    <a:pt x="261890" y="6632"/>
                  </a:lnTo>
                  <a:lnTo>
                    <a:pt x="261676" y="6001"/>
                  </a:lnTo>
                  <a:lnTo>
                    <a:pt x="261581" y="5227"/>
                  </a:lnTo>
                  <a:lnTo>
                    <a:pt x="260938" y="4477"/>
                  </a:lnTo>
                  <a:lnTo>
                    <a:pt x="260438" y="3727"/>
                  </a:lnTo>
                  <a:lnTo>
                    <a:pt x="260104" y="2965"/>
                  </a:lnTo>
                  <a:lnTo>
                    <a:pt x="260045" y="2191"/>
                  </a:lnTo>
                  <a:lnTo>
                    <a:pt x="260533" y="1382"/>
                  </a:lnTo>
                  <a:lnTo>
                    <a:pt x="259747" y="644"/>
                  </a:lnTo>
                  <a:lnTo>
                    <a:pt x="2593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26"/>
            <p:cNvSpPr/>
            <p:nvPr/>
          </p:nvSpPr>
          <p:spPr>
            <a:xfrm>
              <a:off x="311036" y="279900"/>
              <a:ext cx="8496698" cy="4577996"/>
            </a:xfrm>
            <a:custGeom>
              <a:avLst/>
              <a:gdLst/>
              <a:ahLst/>
              <a:cxnLst/>
              <a:rect l="l" t="t" r="r" b="b"/>
              <a:pathLst>
                <a:path w="262082" h="141209" extrusionOk="0">
                  <a:moveTo>
                    <a:pt x="262069" y="12"/>
                  </a:moveTo>
                  <a:lnTo>
                    <a:pt x="256961" y="12"/>
                  </a:lnTo>
                  <a:lnTo>
                    <a:pt x="256961" y="2227"/>
                  </a:lnTo>
                  <a:cubicBezTo>
                    <a:pt x="258045" y="2822"/>
                    <a:pt x="258783" y="3989"/>
                    <a:pt x="258783" y="5323"/>
                  </a:cubicBezTo>
                  <a:cubicBezTo>
                    <a:pt x="258783" y="7263"/>
                    <a:pt x="257211" y="8847"/>
                    <a:pt x="255259" y="8847"/>
                  </a:cubicBezTo>
                  <a:cubicBezTo>
                    <a:pt x="253306" y="8847"/>
                    <a:pt x="251723" y="7263"/>
                    <a:pt x="251723" y="5323"/>
                  </a:cubicBezTo>
                  <a:cubicBezTo>
                    <a:pt x="251723" y="3989"/>
                    <a:pt x="252473" y="2822"/>
                    <a:pt x="253556" y="2227"/>
                  </a:cubicBezTo>
                  <a:lnTo>
                    <a:pt x="253556" y="12"/>
                  </a:lnTo>
                  <a:lnTo>
                    <a:pt x="245258" y="12"/>
                  </a:lnTo>
                  <a:lnTo>
                    <a:pt x="245258" y="2227"/>
                  </a:lnTo>
                  <a:cubicBezTo>
                    <a:pt x="246353" y="2822"/>
                    <a:pt x="247091" y="3989"/>
                    <a:pt x="247091" y="5323"/>
                  </a:cubicBezTo>
                  <a:cubicBezTo>
                    <a:pt x="247091" y="7263"/>
                    <a:pt x="245508" y="8847"/>
                    <a:pt x="243555" y="8847"/>
                  </a:cubicBezTo>
                  <a:cubicBezTo>
                    <a:pt x="241602" y="8847"/>
                    <a:pt x="240031" y="7263"/>
                    <a:pt x="240031" y="5323"/>
                  </a:cubicBezTo>
                  <a:cubicBezTo>
                    <a:pt x="240031" y="3989"/>
                    <a:pt x="240769" y="2822"/>
                    <a:pt x="241852" y="2227"/>
                  </a:cubicBezTo>
                  <a:lnTo>
                    <a:pt x="241852" y="12"/>
                  </a:lnTo>
                  <a:lnTo>
                    <a:pt x="233554" y="12"/>
                  </a:lnTo>
                  <a:lnTo>
                    <a:pt x="233554" y="2227"/>
                  </a:lnTo>
                  <a:cubicBezTo>
                    <a:pt x="234649" y="2822"/>
                    <a:pt x="235387" y="3989"/>
                    <a:pt x="235387" y="5323"/>
                  </a:cubicBezTo>
                  <a:cubicBezTo>
                    <a:pt x="235387" y="7263"/>
                    <a:pt x="233804" y="8847"/>
                    <a:pt x="231851" y="8847"/>
                  </a:cubicBezTo>
                  <a:cubicBezTo>
                    <a:pt x="229910" y="8847"/>
                    <a:pt x="228327" y="7263"/>
                    <a:pt x="228327" y="5323"/>
                  </a:cubicBezTo>
                  <a:cubicBezTo>
                    <a:pt x="228327" y="3989"/>
                    <a:pt x="229065" y="2822"/>
                    <a:pt x="230160" y="2227"/>
                  </a:cubicBezTo>
                  <a:lnTo>
                    <a:pt x="230160" y="12"/>
                  </a:lnTo>
                  <a:lnTo>
                    <a:pt x="221850" y="12"/>
                  </a:lnTo>
                  <a:lnTo>
                    <a:pt x="221850" y="2227"/>
                  </a:lnTo>
                  <a:cubicBezTo>
                    <a:pt x="222945" y="2822"/>
                    <a:pt x="223683" y="3989"/>
                    <a:pt x="223683" y="5323"/>
                  </a:cubicBezTo>
                  <a:cubicBezTo>
                    <a:pt x="223683" y="7263"/>
                    <a:pt x="222100" y="8847"/>
                    <a:pt x="220159" y="8847"/>
                  </a:cubicBezTo>
                  <a:cubicBezTo>
                    <a:pt x="218207" y="8847"/>
                    <a:pt x="216623" y="7263"/>
                    <a:pt x="216623" y="5323"/>
                  </a:cubicBezTo>
                  <a:cubicBezTo>
                    <a:pt x="216623" y="3989"/>
                    <a:pt x="217361" y="2822"/>
                    <a:pt x="218457" y="2227"/>
                  </a:cubicBezTo>
                  <a:lnTo>
                    <a:pt x="218457" y="12"/>
                  </a:lnTo>
                  <a:lnTo>
                    <a:pt x="210158" y="12"/>
                  </a:lnTo>
                  <a:lnTo>
                    <a:pt x="210158" y="2227"/>
                  </a:lnTo>
                  <a:cubicBezTo>
                    <a:pt x="211241" y="2822"/>
                    <a:pt x="211980" y="3989"/>
                    <a:pt x="211980" y="5323"/>
                  </a:cubicBezTo>
                  <a:cubicBezTo>
                    <a:pt x="211980" y="7263"/>
                    <a:pt x="210408" y="8847"/>
                    <a:pt x="208455" y="8847"/>
                  </a:cubicBezTo>
                  <a:cubicBezTo>
                    <a:pt x="206503" y="8847"/>
                    <a:pt x="204919" y="7263"/>
                    <a:pt x="204919" y="5323"/>
                  </a:cubicBezTo>
                  <a:cubicBezTo>
                    <a:pt x="204919" y="3989"/>
                    <a:pt x="205657" y="2822"/>
                    <a:pt x="206753" y="2227"/>
                  </a:cubicBezTo>
                  <a:lnTo>
                    <a:pt x="206753" y="12"/>
                  </a:lnTo>
                  <a:lnTo>
                    <a:pt x="198454" y="12"/>
                  </a:lnTo>
                  <a:lnTo>
                    <a:pt x="198454" y="2227"/>
                  </a:lnTo>
                  <a:cubicBezTo>
                    <a:pt x="199538" y="2822"/>
                    <a:pt x="200288" y="3989"/>
                    <a:pt x="200288" y="5323"/>
                  </a:cubicBezTo>
                  <a:cubicBezTo>
                    <a:pt x="200288" y="7263"/>
                    <a:pt x="198704" y="8847"/>
                    <a:pt x="196752" y="8847"/>
                  </a:cubicBezTo>
                  <a:cubicBezTo>
                    <a:pt x="194799" y="8847"/>
                    <a:pt x="193227" y="7263"/>
                    <a:pt x="193227" y="5323"/>
                  </a:cubicBezTo>
                  <a:cubicBezTo>
                    <a:pt x="193227" y="3989"/>
                    <a:pt x="193965" y="2822"/>
                    <a:pt x="195049" y="2227"/>
                  </a:cubicBezTo>
                  <a:lnTo>
                    <a:pt x="195049" y="12"/>
                  </a:lnTo>
                  <a:lnTo>
                    <a:pt x="185810" y="12"/>
                  </a:lnTo>
                  <a:lnTo>
                    <a:pt x="185810" y="2227"/>
                  </a:lnTo>
                  <a:cubicBezTo>
                    <a:pt x="186893" y="2822"/>
                    <a:pt x="187631" y="3989"/>
                    <a:pt x="187631" y="5323"/>
                  </a:cubicBezTo>
                  <a:cubicBezTo>
                    <a:pt x="187631" y="7263"/>
                    <a:pt x="186060" y="8847"/>
                    <a:pt x="184107" y="8847"/>
                  </a:cubicBezTo>
                  <a:cubicBezTo>
                    <a:pt x="182154" y="8847"/>
                    <a:pt x="180571" y="7263"/>
                    <a:pt x="180571" y="5323"/>
                  </a:cubicBezTo>
                  <a:cubicBezTo>
                    <a:pt x="180571" y="3989"/>
                    <a:pt x="181309" y="2822"/>
                    <a:pt x="182404" y="2227"/>
                  </a:cubicBezTo>
                  <a:lnTo>
                    <a:pt x="182404" y="12"/>
                  </a:lnTo>
                  <a:lnTo>
                    <a:pt x="174106" y="12"/>
                  </a:lnTo>
                  <a:lnTo>
                    <a:pt x="174106" y="2227"/>
                  </a:lnTo>
                  <a:cubicBezTo>
                    <a:pt x="175189" y="2822"/>
                    <a:pt x="175939" y="3989"/>
                    <a:pt x="175939" y="5323"/>
                  </a:cubicBezTo>
                  <a:cubicBezTo>
                    <a:pt x="175939" y="7263"/>
                    <a:pt x="174356" y="8847"/>
                    <a:pt x="172403" y="8847"/>
                  </a:cubicBezTo>
                  <a:cubicBezTo>
                    <a:pt x="170451" y="8847"/>
                    <a:pt x="168879" y="7263"/>
                    <a:pt x="168879" y="5323"/>
                  </a:cubicBezTo>
                  <a:cubicBezTo>
                    <a:pt x="168879" y="3989"/>
                    <a:pt x="169617" y="2822"/>
                    <a:pt x="170701" y="2227"/>
                  </a:cubicBezTo>
                  <a:lnTo>
                    <a:pt x="170701" y="12"/>
                  </a:lnTo>
                  <a:lnTo>
                    <a:pt x="162402" y="12"/>
                  </a:lnTo>
                  <a:lnTo>
                    <a:pt x="162402" y="2227"/>
                  </a:lnTo>
                  <a:cubicBezTo>
                    <a:pt x="163497" y="2822"/>
                    <a:pt x="164236" y="3989"/>
                    <a:pt x="164236" y="5323"/>
                  </a:cubicBezTo>
                  <a:cubicBezTo>
                    <a:pt x="164236" y="7263"/>
                    <a:pt x="162652" y="8847"/>
                    <a:pt x="160699" y="8847"/>
                  </a:cubicBezTo>
                  <a:cubicBezTo>
                    <a:pt x="158759" y="8847"/>
                    <a:pt x="157175" y="7263"/>
                    <a:pt x="157175" y="5323"/>
                  </a:cubicBezTo>
                  <a:cubicBezTo>
                    <a:pt x="157175" y="3989"/>
                    <a:pt x="157913" y="2822"/>
                    <a:pt x="159009" y="2227"/>
                  </a:cubicBezTo>
                  <a:lnTo>
                    <a:pt x="159009" y="12"/>
                  </a:lnTo>
                  <a:lnTo>
                    <a:pt x="150698" y="12"/>
                  </a:lnTo>
                  <a:lnTo>
                    <a:pt x="150698" y="2227"/>
                  </a:lnTo>
                  <a:cubicBezTo>
                    <a:pt x="151794" y="2822"/>
                    <a:pt x="152532" y="3989"/>
                    <a:pt x="152532" y="5323"/>
                  </a:cubicBezTo>
                  <a:cubicBezTo>
                    <a:pt x="152532" y="7263"/>
                    <a:pt x="150948" y="8847"/>
                    <a:pt x="149007" y="8847"/>
                  </a:cubicBezTo>
                  <a:cubicBezTo>
                    <a:pt x="147055" y="8847"/>
                    <a:pt x="145471" y="7263"/>
                    <a:pt x="145471" y="5323"/>
                  </a:cubicBezTo>
                  <a:cubicBezTo>
                    <a:pt x="145471" y="3989"/>
                    <a:pt x="146209" y="2822"/>
                    <a:pt x="147305" y="2227"/>
                  </a:cubicBezTo>
                  <a:lnTo>
                    <a:pt x="147305" y="12"/>
                  </a:lnTo>
                  <a:lnTo>
                    <a:pt x="139006" y="12"/>
                  </a:lnTo>
                  <a:lnTo>
                    <a:pt x="139006" y="2227"/>
                  </a:lnTo>
                  <a:cubicBezTo>
                    <a:pt x="140090" y="2822"/>
                    <a:pt x="140828" y="3989"/>
                    <a:pt x="140828" y="5323"/>
                  </a:cubicBezTo>
                  <a:cubicBezTo>
                    <a:pt x="140828" y="7263"/>
                    <a:pt x="139256" y="8847"/>
                    <a:pt x="137304" y="8847"/>
                  </a:cubicBezTo>
                  <a:cubicBezTo>
                    <a:pt x="135351" y="8847"/>
                    <a:pt x="133767" y="7263"/>
                    <a:pt x="133767" y="5323"/>
                  </a:cubicBezTo>
                  <a:cubicBezTo>
                    <a:pt x="133767" y="3989"/>
                    <a:pt x="134506" y="2822"/>
                    <a:pt x="135601" y="2227"/>
                  </a:cubicBezTo>
                  <a:lnTo>
                    <a:pt x="135601" y="12"/>
                  </a:lnTo>
                  <a:lnTo>
                    <a:pt x="127302" y="12"/>
                  </a:lnTo>
                  <a:lnTo>
                    <a:pt x="127302" y="2227"/>
                  </a:lnTo>
                  <a:cubicBezTo>
                    <a:pt x="128386" y="2822"/>
                    <a:pt x="129136" y="3989"/>
                    <a:pt x="129136" y="5323"/>
                  </a:cubicBezTo>
                  <a:cubicBezTo>
                    <a:pt x="129136" y="7263"/>
                    <a:pt x="127552" y="8847"/>
                    <a:pt x="125600" y="8847"/>
                  </a:cubicBezTo>
                  <a:cubicBezTo>
                    <a:pt x="123647" y="8847"/>
                    <a:pt x="122076" y="7263"/>
                    <a:pt x="122076" y="5323"/>
                  </a:cubicBezTo>
                  <a:cubicBezTo>
                    <a:pt x="122076" y="3989"/>
                    <a:pt x="122814" y="2822"/>
                    <a:pt x="123897" y="2227"/>
                  </a:cubicBezTo>
                  <a:lnTo>
                    <a:pt x="123897" y="12"/>
                  </a:lnTo>
                  <a:lnTo>
                    <a:pt x="115599" y="12"/>
                  </a:lnTo>
                  <a:lnTo>
                    <a:pt x="115599" y="2227"/>
                  </a:lnTo>
                  <a:cubicBezTo>
                    <a:pt x="116694" y="2822"/>
                    <a:pt x="117432" y="3989"/>
                    <a:pt x="117432" y="5323"/>
                  </a:cubicBezTo>
                  <a:cubicBezTo>
                    <a:pt x="117432" y="7263"/>
                    <a:pt x="115849" y="8847"/>
                    <a:pt x="113896" y="8847"/>
                  </a:cubicBezTo>
                  <a:cubicBezTo>
                    <a:pt x="111955" y="8847"/>
                    <a:pt x="110372" y="7263"/>
                    <a:pt x="110372" y="5323"/>
                  </a:cubicBezTo>
                  <a:cubicBezTo>
                    <a:pt x="110372" y="3989"/>
                    <a:pt x="111110" y="2822"/>
                    <a:pt x="112205" y="2227"/>
                  </a:cubicBezTo>
                  <a:lnTo>
                    <a:pt x="112205" y="12"/>
                  </a:lnTo>
                  <a:lnTo>
                    <a:pt x="103895" y="12"/>
                  </a:lnTo>
                  <a:lnTo>
                    <a:pt x="103895" y="2227"/>
                  </a:lnTo>
                  <a:cubicBezTo>
                    <a:pt x="104990" y="2822"/>
                    <a:pt x="105728" y="3989"/>
                    <a:pt x="105728" y="5323"/>
                  </a:cubicBezTo>
                  <a:cubicBezTo>
                    <a:pt x="105728" y="7263"/>
                    <a:pt x="104145" y="8847"/>
                    <a:pt x="102204" y="8847"/>
                  </a:cubicBezTo>
                  <a:cubicBezTo>
                    <a:pt x="100632" y="8847"/>
                    <a:pt x="99311" y="7835"/>
                    <a:pt x="98846" y="6418"/>
                  </a:cubicBezTo>
                  <a:lnTo>
                    <a:pt x="98811" y="4323"/>
                  </a:lnTo>
                  <a:cubicBezTo>
                    <a:pt x="99073" y="3418"/>
                    <a:pt x="99692" y="2668"/>
                    <a:pt x="100501" y="2227"/>
                  </a:cubicBezTo>
                  <a:lnTo>
                    <a:pt x="100501" y="12"/>
                  </a:lnTo>
                  <a:lnTo>
                    <a:pt x="91953" y="12"/>
                  </a:lnTo>
                  <a:lnTo>
                    <a:pt x="91953" y="2227"/>
                  </a:lnTo>
                  <a:cubicBezTo>
                    <a:pt x="93048" y="2822"/>
                    <a:pt x="93786" y="3989"/>
                    <a:pt x="93786" y="5323"/>
                  </a:cubicBezTo>
                  <a:cubicBezTo>
                    <a:pt x="93786" y="7263"/>
                    <a:pt x="92203" y="8847"/>
                    <a:pt x="90250" y="8847"/>
                  </a:cubicBezTo>
                  <a:cubicBezTo>
                    <a:pt x="88309" y="8847"/>
                    <a:pt x="86726" y="7263"/>
                    <a:pt x="86726" y="5323"/>
                  </a:cubicBezTo>
                  <a:cubicBezTo>
                    <a:pt x="86726" y="3989"/>
                    <a:pt x="87464" y="2822"/>
                    <a:pt x="88559" y="2227"/>
                  </a:cubicBezTo>
                  <a:lnTo>
                    <a:pt x="88559" y="12"/>
                  </a:lnTo>
                  <a:lnTo>
                    <a:pt x="80249" y="12"/>
                  </a:lnTo>
                  <a:lnTo>
                    <a:pt x="80249" y="2227"/>
                  </a:lnTo>
                  <a:cubicBezTo>
                    <a:pt x="81344" y="2822"/>
                    <a:pt x="82082" y="3989"/>
                    <a:pt x="82082" y="5323"/>
                  </a:cubicBezTo>
                  <a:cubicBezTo>
                    <a:pt x="82082" y="7263"/>
                    <a:pt x="80499" y="8847"/>
                    <a:pt x="78558" y="8847"/>
                  </a:cubicBezTo>
                  <a:cubicBezTo>
                    <a:pt x="76606" y="8847"/>
                    <a:pt x="75022" y="7263"/>
                    <a:pt x="75022" y="5323"/>
                  </a:cubicBezTo>
                  <a:cubicBezTo>
                    <a:pt x="75022" y="3989"/>
                    <a:pt x="75760" y="2822"/>
                    <a:pt x="76856" y="2227"/>
                  </a:cubicBezTo>
                  <a:lnTo>
                    <a:pt x="76856" y="12"/>
                  </a:lnTo>
                  <a:lnTo>
                    <a:pt x="68557" y="12"/>
                  </a:lnTo>
                  <a:lnTo>
                    <a:pt x="68557" y="2227"/>
                  </a:lnTo>
                  <a:cubicBezTo>
                    <a:pt x="69640" y="2822"/>
                    <a:pt x="70379" y="3989"/>
                    <a:pt x="70379" y="5323"/>
                  </a:cubicBezTo>
                  <a:cubicBezTo>
                    <a:pt x="70379" y="7263"/>
                    <a:pt x="68807" y="8847"/>
                    <a:pt x="66854" y="8847"/>
                  </a:cubicBezTo>
                  <a:cubicBezTo>
                    <a:pt x="64902" y="8847"/>
                    <a:pt x="63318" y="7263"/>
                    <a:pt x="63318" y="5323"/>
                  </a:cubicBezTo>
                  <a:cubicBezTo>
                    <a:pt x="63318" y="3989"/>
                    <a:pt x="64068" y="2822"/>
                    <a:pt x="65152" y="2227"/>
                  </a:cubicBezTo>
                  <a:lnTo>
                    <a:pt x="65152" y="12"/>
                  </a:lnTo>
                  <a:lnTo>
                    <a:pt x="56853" y="12"/>
                  </a:lnTo>
                  <a:lnTo>
                    <a:pt x="56853" y="2227"/>
                  </a:lnTo>
                  <a:cubicBezTo>
                    <a:pt x="57948" y="2822"/>
                    <a:pt x="58687" y="3989"/>
                    <a:pt x="58687" y="5323"/>
                  </a:cubicBezTo>
                  <a:cubicBezTo>
                    <a:pt x="58687" y="7263"/>
                    <a:pt x="57103" y="8847"/>
                    <a:pt x="55150" y="8847"/>
                  </a:cubicBezTo>
                  <a:cubicBezTo>
                    <a:pt x="53198" y="8847"/>
                    <a:pt x="51626" y="7263"/>
                    <a:pt x="51626" y="5323"/>
                  </a:cubicBezTo>
                  <a:cubicBezTo>
                    <a:pt x="51626" y="3989"/>
                    <a:pt x="52364" y="2822"/>
                    <a:pt x="53448" y="2227"/>
                  </a:cubicBezTo>
                  <a:lnTo>
                    <a:pt x="53448" y="12"/>
                  </a:lnTo>
                  <a:lnTo>
                    <a:pt x="45149" y="12"/>
                  </a:lnTo>
                  <a:lnTo>
                    <a:pt x="45149" y="2227"/>
                  </a:lnTo>
                  <a:cubicBezTo>
                    <a:pt x="46245" y="2822"/>
                    <a:pt x="46983" y="3989"/>
                    <a:pt x="46983" y="5323"/>
                  </a:cubicBezTo>
                  <a:cubicBezTo>
                    <a:pt x="46983" y="7263"/>
                    <a:pt x="45399" y="8847"/>
                    <a:pt x="43447" y="8847"/>
                  </a:cubicBezTo>
                  <a:cubicBezTo>
                    <a:pt x="41506" y="8847"/>
                    <a:pt x="39922" y="7263"/>
                    <a:pt x="39922" y="5323"/>
                  </a:cubicBezTo>
                  <a:cubicBezTo>
                    <a:pt x="39922" y="3989"/>
                    <a:pt x="40661" y="2822"/>
                    <a:pt x="41756" y="2227"/>
                  </a:cubicBezTo>
                  <a:lnTo>
                    <a:pt x="41756" y="12"/>
                  </a:lnTo>
                  <a:lnTo>
                    <a:pt x="33445" y="12"/>
                  </a:lnTo>
                  <a:lnTo>
                    <a:pt x="33445" y="2227"/>
                  </a:lnTo>
                  <a:cubicBezTo>
                    <a:pt x="34541" y="2822"/>
                    <a:pt x="35279" y="3989"/>
                    <a:pt x="35279" y="5323"/>
                  </a:cubicBezTo>
                  <a:cubicBezTo>
                    <a:pt x="35279" y="7263"/>
                    <a:pt x="33695" y="8847"/>
                    <a:pt x="31755" y="8847"/>
                  </a:cubicBezTo>
                  <a:cubicBezTo>
                    <a:pt x="29802" y="8847"/>
                    <a:pt x="28219" y="7263"/>
                    <a:pt x="28219" y="5323"/>
                  </a:cubicBezTo>
                  <a:cubicBezTo>
                    <a:pt x="28219" y="3989"/>
                    <a:pt x="28957" y="2822"/>
                    <a:pt x="30052" y="2227"/>
                  </a:cubicBezTo>
                  <a:lnTo>
                    <a:pt x="30052" y="12"/>
                  </a:lnTo>
                  <a:lnTo>
                    <a:pt x="21753" y="12"/>
                  </a:lnTo>
                  <a:lnTo>
                    <a:pt x="21753" y="2227"/>
                  </a:lnTo>
                  <a:cubicBezTo>
                    <a:pt x="22837" y="2822"/>
                    <a:pt x="23575" y="3989"/>
                    <a:pt x="23575" y="5323"/>
                  </a:cubicBezTo>
                  <a:cubicBezTo>
                    <a:pt x="23575" y="7263"/>
                    <a:pt x="22003" y="8847"/>
                    <a:pt x="20051" y="8847"/>
                  </a:cubicBezTo>
                  <a:cubicBezTo>
                    <a:pt x="18098" y="8847"/>
                    <a:pt x="16515" y="7263"/>
                    <a:pt x="16515" y="5323"/>
                  </a:cubicBezTo>
                  <a:cubicBezTo>
                    <a:pt x="16515" y="3989"/>
                    <a:pt x="17265" y="2822"/>
                    <a:pt x="18348" y="2227"/>
                  </a:cubicBezTo>
                  <a:lnTo>
                    <a:pt x="18348" y="12"/>
                  </a:lnTo>
                  <a:lnTo>
                    <a:pt x="10050" y="12"/>
                  </a:lnTo>
                  <a:lnTo>
                    <a:pt x="10050" y="2227"/>
                  </a:lnTo>
                  <a:cubicBezTo>
                    <a:pt x="11145" y="2822"/>
                    <a:pt x="11883" y="3989"/>
                    <a:pt x="11883" y="5323"/>
                  </a:cubicBezTo>
                  <a:cubicBezTo>
                    <a:pt x="11883" y="7263"/>
                    <a:pt x="10300" y="8847"/>
                    <a:pt x="8347" y="8847"/>
                  </a:cubicBezTo>
                  <a:cubicBezTo>
                    <a:pt x="6394" y="8847"/>
                    <a:pt x="4823" y="7263"/>
                    <a:pt x="4823" y="5323"/>
                  </a:cubicBezTo>
                  <a:cubicBezTo>
                    <a:pt x="4823" y="3989"/>
                    <a:pt x="5561" y="2822"/>
                    <a:pt x="6644" y="2227"/>
                  </a:cubicBezTo>
                  <a:lnTo>
                    <a:pt x="6644" y="12"/>
                  </a:lnTo>
                  <a:lnTo>
                    <a:pt x="239" y="12"/>
                  </a:lnTo>
                  <a:lnTo>
                    <a:pt x="239" y="110550"/>
                  </a:lnTo>
                  <a:lnTo>
                    <a:pt x="1" y="136267"/>
                  </a:lnTo>
                  <a:lnTo>
                    <a:pt x="7811" y="134767"/>
                  </a:lnTo>
                  <a:lnTo>
                    <a:pt x="22718" y="137839"/>
                  </a:lnTo>
                  <a:lnTo>
                    <a:pt x="29814" y="137839"/>
                  </a:lnTo>
                  <a:lnTo>
                    <a:pt x="44006" y="139982"/>
                  </a:lnTo>
                  <a:lnTo>
                    <a:pt x="54662" y="139982"/>
                  </a:lnTo>
                  <a:lnTo>
                    <a:pt x="74534" y="137375"/>
                  </a:lnTo>
                  <a:lnTo>
                    <a:pt x="86595" y="139982"/>
                  </a:lnTo>
                  <a:lnTo>
                    <a:pt x="113574" y="139982"/>
                  </a:lnTo>
                  <a:lnTo>
                    <a:pt x="145519" y="137375"/>
                  </a:lnTo>
                  <a:lnTo>
                    <a:pt x="161128" y="139982"/>
                  </a:lnTo>
                  <a:lnTo>
                    <a:pt x="177463" y="137375"/>
                  </a:lnTo>
                  <a:lnTo>
                    <a:pt x="206562" y="137375"/>
                  </a:lnTo>
                  <a:lnTo>
                    <a:pt x="220755" y="139982"/>
                  </a:lnTo>
                  <a:lnTo>
                    <a:pt x="237090" y="139982"/>
                  </a:lnTo>
                  <a:lnTo>
                    <a:pt x="253175" y="139268"/>
                  </a:lnTo>
                  <a:lnTo>
                    <a:pt x="261926" y="141208"/>
                  </a:lnTo>
                  <a:lnTo>
                    <a:pt x="262081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26"/>
            <p:cNvSpPr/>
            <p:nvPr/>
          </p:nvSpPr>
          <p:spPr>
            <a:xfrm>
              <a:off x="636825" y="1219860"/>
              <a:ext cx="7850114" cy="4668"/>
            </a:xfrm>
            <a:custGeom>
              <a:avLst/>
              <a:gdLst/>
              <a:ahLst/>
              <a:cxnLst/>
              <a:rect l="l" t="t" r="r" b="b"/>
              <a:pathLst>
                <a:path w="242138" h="144" extrusionOk="0">
                  <a:moveTo>
                    <a:pt x="1" y="0"/>
                  </a:moveTo>
                  <a:lnTo>
                    <a:pt x="1" y="143"/>
                  </a:lnTo>
                  <a:lnTo>
                    <a:pt x="242138" y="143"/>
                  </a:lnTo>
                  <a:lnTo>
                    <a:pt x="2421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26"/>
            <p:cNvSpPr/>
            <p:nvPr/>
          </p:nvSpPr>
          <p:spPr>
            <a:xfrm>
              <a:off x="636825" y="1534074"/>
              <a:ext cx="7850114" cy="4636"/>
            </a:xfrm>
            <a:custGeom>
              <a:avLst/>
              <a:gdLst/>
              <a:ahLst/>
              <a:cxnLst/>
              <a:rect l="l" t="t" r="r" b="b"/>
              <a:pathLst>
                <a:path w="242138" h="143" extrusionOk="0">
                  <a:moveTo>
                    <a:pt x="1" y="0"/>
                  </a:moveTo>
                  <a:lnTo>
                    <a:pt x="1" y="143"/>
                  </a:lnTo>
                  <a:lnTo>
                    <a:pt x="242138" y="143"/>
                  </a:lnTo>
                  <a:lnTo>
                    <a:pt x="2421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26"/>
            <p:cNvSpPr/>
            <p:nvPr/>
          </p:nvSpPr>
          <p:spPr>
            <a:xfrm>
              <a:off x="636825" y="1848257"/>
              <a:ext cx="7850114" cy="5058"/>
            </a:xfrm>
            <a:custGeom>
              <a:avLst/>
              <a:gdLst/>
              <a:ahLst/>
              <a:cxnLst/>
              <a:rect l="l" t="t" r="r" b="b"/>
              <a:pathLst>
                <a:path w="242138" h="156" extrusionOk="0">
                  <a:moveTo>
                    <a:pt x="1" y="1"/>
                  </a:moveTo>
                  <a:lnTo>
                    <a:pt x="1" y="156"/>
                  </a:lnTo>
                  <a:lnTo>
                    <a:pt x="242138" y="156"/>
                  </a:lnTo>
                  <a:lnTo>
                    <a:pt x="2421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26"/>
            <p:cNvSpPr/>
            <p:nvPr/>
          </p:nvSpPr>
          <p:spPr>
            <a:xfrm>
              <a:off x="636825" y="2162860"/>
              <a:ext cx="7850114" cy="4668"/>
            </a:xfrm>
            <a:custGeom>
              <a:avLst/>
              <a:gdLst/>
              <a:ahLst/>
              <a:cxnLst/>
              <a:rect l="l" t="t" r="r" b="b"/>
              <a:pathLst>
                <a:path w="242138" h="144" extrusionOk="0">
                  <a:moveTo>
                    <a:pt x="1" y="0"/>
                  </a:moveTo>
                  <a:lnTo>
                    <a:pt x="1" y="143"/>
                  </a:lnTo>
                  <a:lnTo>
                    <a:pt x="242138" y="143"/>
                  </a:lnTo>
                  <a:lnTo>
                    <a:pt x="2421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26"/>
            <p:cNvSpPr/>
            <p:nvPr/>
          </p:nvSpPr>
          <p:spPr>
            <a:xfrm>
              <a:off x="636825" y="2477075"/>
              <a:ext cx="7850114" cy="5025"/>
            </a:xfrm>
            <a:custGeom>
              <a:avLst/>
              <a:gdLst/>
              <a:ahLst/>
              <a:cxnLst/>
              <a:rect l="l" t="t" r="r" b="b"/>
              <a:pathLst>
                <a:path w="242138" h="155" extrusionOk="0">
                  <a:moveTo>
                    <a:pt x="1" y="0"/>
                  </a:moveTo>
                  <a:lnTo>
                    <a:pt x="1" y="155"/>
                  </a:lnTo>
                  <a:lnTo>
                    <a:pt x="242138" y="155"/>
                  </a:lnTo>
                  <a:lnTo>
                    <a:pt x="2421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26"/>
            <p:cNvSpPr/>
            <p:nvPr/>
          </p:nvSpPr>
          <p:spPr>
            <a:xfrm>
              <a:off x="636825" y="2791646"/>
              <a:ext cx="7850114" cy="4668"/>
            </a:xfrm>
            <a:custGeom>
              <a:avLst/>
              <a:gdLst/>
              <a:ahLst/>
              <a:cxnLst/>
              <a:rect l="l" t="t" r="r" b="b"/>
              <a:pathLst>
                <a:path w="242138" h="144" extrusionOk="0">
                  <a:moveTo>
                    <a:pt x="1" y="1"/>
                  </a:moveTo>
                  <a:lnTo>
                    <a:pt x="1" y="143"/>
                  </a:lnTo>
                  <a:lnTo>
                    <a:pt x="242138" y="143"/>
                  </a:lnTo>
                  <a:lnTo>
                    <a:pt x="2421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26"/>
            <p:cNvSpPr/>
            <p:nvPr/>
          </p:nvSpPr>
          <p:spPr>
            <a:xfrm>
              <a:off x="648788" y="3110497"/>
              <a:ext cx="7850146" cy="5025"/>
            </a:xfrm>
            <a:custGeom>
              <a:avLst/>
              <a:gdLst/>
              <a:ahLst/>
              <a:cxnLst/>
              <a:rect l="l" t="t" r="r" b="b"/>
              <a:pathLst>
                <a:path w="242139" h="155" extrusionOk="0">
                  <a:moveTo>
                    <a:pt x="1" y="0"/>
                  </a:moveTo>
                  <a:lnTo>
                    <a:pt x="1" y="155"/>
                  </a:lnTo>
                  <a:lnTo>
                    <a:pt x="242138" y="155"/>
                  </a:lnTo>
                  <a:lnTo>
                    <a:pt x="2421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26"/>
            <p:cNvSpPr/>
            <p:nvPr/>
          </p:nvSpPr>
          <p:spPr>
            <a:xfrm>
              <a:off x="648788" y="3425068"/>
              <a:ext cx="7850146" cy="4668"/>
            </a:xfrm>
            <a:custGeom>
              <a:avLst/>
              <a:gdLst/>
              <a:ahLst/>
              <a:cxnLst/>
              <a:rect l="l" t="t" r="r" b="b"/>
              <a:pathLst>
                <a:path w="242139" h="144" extrusionOk="0">
                  <a:moveTo>
                    <a:pt x="1" y="1"/>
                  </a:moveTo>
                  <a:lnTo>
                    <a:pt x="1" y="144"/>
                  </a:lnTo>
                  <a:lnTo>
                    <a:pt x="242138" y="144"/>
                  </a:lnTo>
                  <a:lnTo>
                    <a:pt x="2421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26"/>
            <p:cNvSpPr/>
            <p:nvPr/>
          </p:nvSpPr>
          <p:spPr>
            <a:xfrm>
              <a:off x="648788" y="3739283"/>
              <a:ext cx="7850146" cy="5058"/>
            </a:xfrm>
            <a:custGeom>
              <a:avLst/>
              <a:gdLst/>
              <a:ahLst/>
              <a:cxnLst/>
              <a:rect l="l" t="t" r="r" b="b"/>
              <a:pathLst>
                <a:path w="242139" h="156" extrusionOk="0">
                  <a:moveTo>
                    <a:pt x="1" y="0"/>
                  </a:moveTo>
                  <a:lnTo>
                    <a:pt x="1" y="155"/>
                  </a:lnTo>
                  <a:lnTo>
                    <a:pt x="242138" y="155"/>
                  </a:lnTo>
                  <a:lnTo>
                    <a:pt x="2421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26"/>
            <p:cNvSpPr/>
            <p:nvPr/>
          </p:nvSpPr>
          <p:spPr>
            <a:xfrm>
              <a:off x="648788" y="4053854"/>
              <a:ext cx="7850146" cy="4668"/>
            </a:xfrm>
            <a:custGeom>
              <a:avLst/>
              <a:gdLst/>
              <a:ahLst/>
              <a:cxnLst/>
              <a:rect l="l" t="t" r="r" b="b"/>
              <a:pathLst>
                <a:path w="242139" h="144" extrusionOk="0">
                  <a:moveTo>
                    <a:pt x="1" y="1"/>
                  </a:moveTo>
                  <a:lnTo>
                    <a:pt x="1" y="144"/>
                  </a:lnTo>
                  <a:lnTo>
                    <a:pt x="242138" y="144"/>
                  </a:lnTo>
                  <a:lnTo>
                    <a:pt x="2421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26"/>
            <p:cNvSpPr/>
            <p:nvPr/>
          </p:nvSpPr>
          <p:spPr>
            <a:xfrm>
              <a:off x="648788" y="4368069"/>
              <a:ext cx="7850146" cy="5058"/>
            </a:xfrm>
            <a:custGeom>
              <a:avLst/>
              <a:gdLst/>
              <a:ahLst/>
              <a:cxnLst/>
              <a:rect l="l" t="t" r="r" b="b"/>
              <a:pathLst>
                <a:path w="242139" h="156" extrusionOk="0">
                  <a:moveTo>
                    <a:pt x="1" y="1"/>
                  </a:moveTo>
                  <a:lnTo>
                    <a:pt x="1" y="155"/>
                  </a:lnTo>
                  <a:lnTo>
                    <a:pt x="242138" y="155"/>
                  </a:lnTo>
                  <a:lnTo>
                    <a:pt x="2421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4" name="Google Shape;564;p26"/>
          <p:cNvSpPr/>
          <p:nvPr/>
        </p:nvSpPr>
        <p:spPr>
          <a:xfrm rot="3211094">
            <a:off x="567185" y="4286472"/>
            <a:ext cx="112810" cy="112828"/>
          </a:xfrm>
          <a:custGeom>
            <a:avLst/>
            <a:gdLst/>
            <a:ahLst/>
            <a:cxnLst/>
            <a:rect l="l" t="t" r="r" b="b"/>
            <a:pathLst>
              <a:path w="6138" h="6139" extrusionOk="0">
                <a:moveTo>
                  <a:pt x="3069" y="0"/>
                </a:moveTo>
                <a:cubicBezTo>
                  <a:pt x="2625" y="513"/>
                  <a:pt x="2402" y="1024"/>
                  <a:pt x="2235" y="1535"/>
                </a:cubicBezTo>
                <a:cubicBezTo>
                  <a:pt x="2177" y="1722"/>
                  <a:pt x="2134" y="1909"/>
                  <a:pt x="2099" y="2097"/>
                </a:cubicBezTo>
                <a:cubicBezTo>
                  <a:pt x="1912" y="2131"/>
                  <a:pt x="1723" y="2173"/>
                  <a:pt x="1536" y="2233"/>
                </a:cubicBezTo>
                <a:cubicBezTo>
                  <a:pt x="1023" y="2398"/>
                  <a:pt x="512" y="2623"/>
                  <a:pt x="1" y="3070"/>
                </a:cubicBezTo>
                <a:cubicBezTo>
                  <a:pt x="512" y="3517"/>
                  <a:pt x="1023" y="3740"/>
                  <a:pt x="1536" y="3907"/>
                </a:cubicBezTo>
                <a:cubicBezTo>
                  <a:pt x="1722" y="3966"/>
                  <a:pt x="1909" y="4008"/>
                  <a:pt x="2096" y="4042"/>
                </a:cubicBezTo>
                <a:cubicBezTo>
                  <a:pt x="2132" y="4230"/>
                  <a:pt x="2173" y="4417"/>
                  <a:pt x="2232" y="4604"/>
                </a:cubicBezTo>
                <a:cubicBezTo>
                  <a:pt x="2399" y="5115"/>
                  <a:pt x="2622" y="5627"/>
                  <a:pt x="3069" y="6138"/>
                </a:cubicBezTo>
                <a:cubicBezTo>
                  <a:pt x="3517" y="5627"/>
                  <a:pt x="3741" y="5115"/>
                  <a:pt x="3906" y="4604"/>
                </a:cubicBezTo>
                <a:cubicBezTo>
                  <a:pt x="3966" y="4416"/>
                  <a:pt x="4008" y="4229"/>
                  <a:pt x="4042" y="4040"/>
                </a:cubicBezTo>
                <a:cubicBezTo>
                  <a:pt x="4230" y="4005"/>
                  <a:pt x="4416" y="3963"/>
                  <a:pt x="4604" y="3904"/>
                </a:cubicBezTo>
                <a:cubicBezTo>
                  <a:pt x="5115" y="3737"/>
                  <a:pt x="5626" y="3514"/>
                  <a:pt x="6138" y="3070"/>
                </a:cubicBezTo>
                <a:cubicBezTo>
                  <a:pt x="5626" y="2625"/>
                  <a:pt x="5115" y="2402"/>
                  <a:pt x="4604" y="2235"/>
                </a:cubicBezTo>
                <a:cubicBezTo>
                  <a:pt x="4416" y="2176"/>
                  <a:pt x="4228" y="2133"/>
                  <a:pt x="4040" y="2099"/>
                </a:cubicBezTo>
                <a:cubicBezTo>
                  <a:pt x="4005" y="1910"/>
                  <a:pt x="3963" y="1723"/>
                  <a:pt x="3904" y="1535"/>
                </a:cubicBezTo>
                <a:cubicBezTo>
                  <a:pt x="3738" y="1024"/>
                  <a:pt x="3514" y="513"/>
                  <a:pt x="306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5" name="Google Shape;565;p26"/>
          <p:cNvSpPr/>
          <p:nvPr/>
        </p:nvSpPr>
        <p:spPr>
          <a:xfrm rot="3211094">
            <a:off x="7572972" y="4626472"/>
            <a:ext cx="112810" cy="112828"/>
          </a:xfrm>
          <a:custGeom>
            <a:avLst/>
            <a:gdLst/>
            <a:ahLst/>
            <a:cxnLst/>
            <a:rect l="l" t="t" r="r" b="b"/>
            <a:pathLst>
              <a:path w="6138" h="6139" extrusionOk="0">
                <a:moveTo>
                  <a:pt x="3069" y="0"/>
                </a:moveTo>
                <a:cubicBezTo>
                  <a:pt x="2625" y="513"/>
                  <a:pt x="2402" y="1024"/>
                  <a:pt x="2235" y="1535"/>
                </a:cubicBezTo>
                <a:cubicBezTo>
                  <a:pt x="2177" y="1722"/>
                  <a:pt x="2134" y="1909"/>
                  <a:pt x="2099" y="2097"/>
                </a:cubicBezTo>
                <a:cubicBezTo>
                  <a:pt x="1912" y="2131"/>
                  <a:pt x="1723" y="2173"/>
                  <a:pt x="1536" y="2233"/>
                </a:cubicBezTo>
                <a:cubicBezTo>
                  <a:pt x="1023" y="2398"/>
                  <a:pt x="512" y="2623"/>
                  <a:pt x="1" y="3070"/>
                </a:cubicBezTo>
                <a:cubicBezTo>
                  <a:pt x="512" y="3517"/>
                  <a:pt x="1023" y="3740"/>
                  <a:pt x="1536" y="3907"/>
                </a:cubicBezTo>
                <a:cubicBezTo>
                  <a:pt x="1722" y="3966"/>
                  <a:pt x="1909" y="4008"/>
                  <a:pt x="2096" y="4042"/>
                </a:cubicBezTo>
                <a:cubicBezTo>
                  <a:pt x="2132" y="4230"/>
                  <a:pt x="2173" y="4417"/>
                  <a:pt x="2232" y="4604"/>
                </a:cubicBezTo>
                <a:cubicBezTo>
                  <a:pt x="2399" y="5115"/>
                  <a:pt x="2622" y="5627"/>
                  <a:pt x="3069" y="6138"/>
                </a:cubicBezTo>
                <a:cubicBezTo>
                  <a:pt x="3517" y="5627"/>
                  <a:pt x="3741" y="5115"/>
                  <a:pt x="3906" y="4604"/>
                </a:cubicBezTo>
                <a:cubicBezTo>
                  <a:pt x="3966" y="4416"/>
                  <a:pt x="4008" y="4229"/>
                  <a:pt x="4042" y="4040"/>
                </a:cubicBezTo>
                <a:cubicBezTo>
                  <a:pt x="4230" y="4005"/>
                  <a:pt x="4416" y="3963"/>
                  <a:pt x="4604" y="3904"/>
                </a:cubicBezTo>
                <a:cubicBezTo>
                  <a:pt x="5115" y="3737"/>
                  <a:pt x="5626" y="3514"/>
                  <a:pt x="6138" y="3070"/>
                </a:cubicBezTo>
                <a:cubicBezTo>
                  <a:pt x="5626" y="2625"/>
                  <a:pt x="5115" y="2402"/>
                  <a:pt x="4604" y="2235"/>
                </a:cubicBezTo>
                <a:cubicBezTo>
                  <a:pt x="4416" y="2176"/>
                  <a:pt x="4228" y="2133"/>
                  <a:pt x="4040" y="2099"/>
                </a:cubicBezTo>
                <a:cubicBezTo>
                  <a:pt x="4005" y="1910"/>
                  <a:pt x="3963" y="1723"/>
                  <a:pt x="3904" y="1535"/>
                </a:cubicBezTo>
                <a:cubicBezTo>
                  <a:pt x="3738" y="1024"/>
                  <a:pt x="3514" y="513"/>
                  <a:pt x="3069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6" name="Google Shape;566;p26"/>
          <p:cNvSpPr/>
          <p:nvPr/>
        </p:nvSpPr>
        <p:spPr>
          <a:xfrm rot="5400000">
            <a:off x="444246" y="671965"/>
            <a:ext cx="100451" cy="100451"/>
          </a:xfrm>
          <a:custGeom>
            <a:avLst/>
            <a:gdLst/>
            <a:ahLst/>
            <a:cxnLst/>
            <a:rect l="l" t="t" r="r" b="b"/>
            <a:pathLst>
              <a:path w="2835" h="2836" extrusionOk="0">
                <a:moveTo>
                  <a:pt x="1417" y="0"/>
                </a:moveTo>
                <a:cubicBezTo>
                  <a:pt x="635" y="0"/>
                  <a:pt x="0" y="635"/>
                  <a:pt x="0" y="1418"/>
                </a:cubicBezTo>
                <a:cubicBezTo>
                  <a:pt x="0" y="2200"/>
                  <a:pt x="635" y="2835"/>
                  <a:pt x="1417" y="2835"/>
                </a:cubicBezTo>
                <a:cubicBezTo>
                  <a:pt x="2200" y="2835"/>
                  <a:pt x="2835" y="2200"/>
                  <a:pt x="2835" y="1418"/>
                </a:cubicBezTo>
                <a:cubicBezTo>
                  <a:pt x="2835" y="635"/>
                  <a:pt x="2201" y="0"/>
                  <a:pt x="141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7" name="Google Shape;567;p26"/>
          <p:cNvSpPr/>
          <p:nvPr/>
        </p:nvSpPr>
        <p:spPr>
          <a:xfrm rot="7660645">
            <a:off x="8453494" y="636909"/>
            <a:ext cx="112800" cy="112818"/>
          </a:xfrm>
          <a:custGeom>
            <a:avLst/>
            <a:gdLst/>
            <a:ahLst/>
            <a:cxnLst/>
            <a:rect l="l" t="t" r="r" b="b"/>
            <a:pathLst>
              <a:path w="6138" h="6139" extrusionOk="0">
                <a:moveTo>
                  <a:pt x="3069" y="0"/>
                </a:moveTo>
                <a:cubicBezTo>
                  <a:pt x="2625" y="513"/>
                  <a:pt x="2402" y="1024"/>
                  <a:pt x="2235" y="1535"/>
                </a:cubicBezTo>
                <a:cubicBezTo>
                  <a:pt x="2177" y="1722"/>
                  <a:pt x="2134" y="1909"/>
                  <a:pt x="2099" y="2097"/>
                </a:cubicBezTo>
                <a:cubicBezTo>
                  <a:pt x="1912" y="2131"/>
                  <a:pt x="1723" y="2173"/>
                  <a:pt x="1536" y="2233"/>
                </a:cubicBezTo>
                <a:cubicBezTo>
                  <a:pt x="1023" y="2398"/>
                  <a:pt x="512" y="2623"/>
                  <a:pt x="1" y="3070"/>
                </a:cubicBezTo>
                <a:cubicBezTo>
                  <a:pt x="512" y="3517"/>
                  <a:pt x="1023" y="3740"/>
                  <a:pt x="1536" y="3907"/>
                </a:cubicBezTo>
                <a:cubicBezTo>
                  <a:pt x="1722" y="3966"/>
                  <a:pt x="1909" y="4008"/>
                  <a:pt x="2096" y="4042"/>
                </a:cubicBezTo>
                <a:cubicBezTo>
                  <a:pt x="2132" y="4230"/>
                  <a:pt x="2173" y="4417"/>
                  <a:pt x="2232" y="4604"/>
                </a:cubicBezTo>
                <a:cubicBezTo>
                  <a:pt x="2399" y="5115"/>
                  <a:pt x="2622" y="5627"/>
                  <a:pt x="3069" y="6138"/>
                </a:cubicBezTo>
                <a:cubicBezTo>
                  <a:pt x="3517" y="5627"/>
                  <a:pt x="3741" y="5115"/>
                  <a:pt x="3906" y="4604"/>
                </a:cubicBezTo>
                <a:cubicBezTo>
                  <a:pt x="3966" y="4416"/>
                  <a:pt x="4008" y="4229"/>
                  <a:pt x="4042" y="4040"/>
                </a:cubicBezTo>
                <a:cubicBezTo>
                  <a:pt x="4230" y="4005"/>
                  <a:pt x="4416" y="3963"/>
                  <a:pt x="4604" y="3904"/>
                </a:cubicBezTo>
                <a:cubicBezTo>
                  <a:pt x="5115" y="3737"/>
                  <a:pt x="5626" y="3514"/>
                  <a:pt x="6138" y="3070"/>
                </a:cubicBezTo>
                <a:cubicBezTo>
                  <a:pt x="5626" y="2625"/>
                  <a:pt x="5115" y="2402"/>
                  <a:pt x="4604" y="2235"/>
                </a:cubicBezTo>
                <a:cubicBezTo>
                  <a:pt x="4416" y="2176"/>
                  <a:pt x="4228" y="2133"/>
                  <a:pt x="4040" y="2099"/>
                </a:cubicBezTo>
                <a:cubicBezTo>
                  <a:pt x="4005" y="1910"/>
                  <a:pt x="3963" y="1723"/>
                  <a:pt x="3904" y="1535"/>
                </a:cubicBezTo>
                <a:cubicBezTo>
                  <a:pt x="3738" y="1024"/>
                  <a:pt x="3514" y="513"/>
                  <a:pt x="3069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26"/>
          <p:cNvSpPr/>
          <p:nvPr/>
        </p:nvSpPr>
        <p:spPr>
          <a:xfrm rot="9899885">
            <a:off x="8598216" y="4430991"/>
            <a:ext cx="82005" cy="82047"/>
          </a:xfrm>
          <a:custGeom>
            <a:avLst/>
            <a:gdLst/>
            <a:ahLst/>
            <a:cxnLst/>
            <a:rect l="l" t="t" r="r" b="b"/>
            <a:pathLst>
              <a:path w="2835" h="2836" extrusionOk="0">
                <a:moveTo>
                  <a:pt x="1417" y="0"/>
                </a:moveTo>
                <a:cubicBezTo>
                  <a:pt x="635" y="0"/>
                  <a:pt x="0" y="635"/>
                  <a:pt x="0" y="1418"/>
                </a:cubicBezTo>
                <a:cubicBezTo>
                  <a:pt x="0" y="2200"/>
                  <a:pt x="635" y="2835"/>
                  <a:pt x="1417" y="2835"/>
                </a:cubicBezTo>
                <a:cubicBezTo>
                  <a:pt x="2200" y="2835"/>
                  <a:pt x="2835" y="2200"/>
                  <a:pt x="2835" y="1418"/>
                </a:cubicBezTo>
                <a:cubicBezTo>
                  <a:pt x="2835" y="635"/>
                  <a:pt x="2201" y="0"/>
                  <a:pt x="141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9" name="Google Shape;569;p26"/>
          <p:cNvSpPr/>
          <p:nvPr/>
        </p:nvSpPr>
        <p:spPr>
          <a:xfrm rot="5400000">
            <a:off x="8638275" y="694489"/>
            <a:ext cx="55424" cy="55423"/>
          </a:xfrm>
          <a:custGeom>
            <a:avLst/>
            <a:gdLst/>
            <a:ahLst/>
            <a:cxnLst/>
            <a:rect l="l" t="t" r="r" b="b"/>
            <a:pathLst>
              <a:path w="2835" h="2836" extrusionOk="0">
                <a:moveTo>
                  <a:pt x="1417" y="0"/>
                </a:moveTo>
                <a:cubicBezTo>
                  <a:pt x="635" y="0"/>
                  <a:pt x="0" y="635"/>
                  <a:pt x="0" y="1418"/>
                </a:cubicBezTo>
                <a:cubicBezTo>
                  <a:pt x="0" y="2200"/>
                  <a:pt x="635" y="2835"/>
                  <a:pt x="1417" y="2835"/>
                </a:cubicBezTo>
                <a:cubicBezTo>
                  <a:pt x="2200" y="2835"/>
                  <a:pt x="2835" y="2200"/>
                  <a:pt x="2835" y="1418"/>
                </a:cubicBezTo>
                <a:cubicBezTo>
                  <a:pt x="2835" y="635"/>
                  <a:pt x="2201" y="0"/>
                  <a:pt x="1417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0" name="Google Shape;570;p26"/>
          <p:cNvSpPr txBox="1">
            <a:spLocks noGrp="1"/>
          </p:cNvSpPr>
          <p:nvPr>
            <p:ph type="subTitle" idx="1"/>
          </p:nvPr>
        </p:nvSpPr>
        <p:spPr>
          <a:xfrm>
            <a:off x="729650" y="2208908"/>
            <a:ext cx="3540000" cy="38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1" name="Google Shape;571;p26"/>
          <p:cNvSpPr txBox="1">
            <a:spLocks noGrp="1"/>
          </p:cNvSpPr>
          <p:nvPr>
            <p:ph type="subTitle" idx="2"/>
          </p:nvPr>
        </p:nvSpPr>
        <p:spPr>
          <a:xfrm>
            <a:off x="4874346" y="2208908"/>
            <a:ext cx="3540000" cy="3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2" name="Google Shape;572;p26"/>
          <p:cNvSpPr txBox="1">
            <a:spLocks noGrp="1"/>
          </p:cNvSpPr>
          <p:nvPr>
            <p:ph type="subTitle" idx="3"/>
          </p:nvPr>
        </p:nvSpPr>
        <p:spPr>
          <a:xfrm>
            <a:off x="729650" y="3786203"/>
            <a:ext cx="3540000" cy="3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3" name="Google Shape;573;p26"/>
          <p:cNvSpPr txBox="1">
            <a:spLocks noGrp="1"/>
          </p:cNvSpPr>
          <p:nvPr>
            <p:ph type="subTitle" idx="4"/>
          </p:nvPr>
        </p:nvSpPr>
        <p:spPr>
          <a:xfrm>
            <a:off x="4874346" y="3786203"/>
            <a:ext cx="3540000" cy="3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4" name="Google Shape;574;p26"/>
          <p:cNvSpPr txBox="1">
            <a:spLocks noGrp="1"/>
          </p:cNvSpPr>
          <p:nvPr>
            <p:ph type="subTitle" idx="5"/>
          </p:nvPr>
        </p:nvSpPr>
        <p:spPr>
          <a:xfrm>
            <a:off x="729650" y="1864215"/>
            <a:ext cx="3540000" cy="46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75" name="Google Shape;575;p26"/>
          <p:cNvSpPr txBox="1">
            <a:spLocks noGrp="1"/>
          </p:cNvSpPr>
          <p:nvPr>
            <p:ph type="subTitle" idx="6"/>
          </p:nvPr>
        </p:nvSpPr>
        <p:spPr>
          <a:xfrm>
            <a:off x="729650" y="3441647"/>
            <a:ext cx="3540000" cy="46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76" name="Google Shape;576;p26"/>
          <p:cNvSpPr txBox="1">
            <a:spLocks noGrp="1"/>
          </p:cNvSpPr>
          <p:nvPr>
            <p:ph type="subTitle" idx="7"/>
          </p:nvPr>
        </p:nvSpPr>
        <p:spPr>
          <a:xfrm>
            <a:off x="4874345" y="1864215"/>
            <a:ext cx="3540000" cy="46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77" name="Google Shape;577;p26"/>
          <p:cNvSpPr txBox="1">
            <a:spLocks noGrp="1"/>
          </p:cNvSpPr>
          <p:nvPr>
            <p:ph type="subTitle" idx="8"/>
          </p:nvPr>
        </p:nvSpPr>
        <p:spPr>
          <a:xfrm>
            <a:off x="4874345" y="3441647"/>
            <a:ext cx="3540000" cy="46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78" name="Google Shape;578;p26"/>
          <p:cNvSpPr txBox="1">
            <a:spLocks noGrp="1"/>
          </p:cNvSpPr>
          <p:nvPr>
            <p:ph type="title"/>
          </p:nvPr>
        </p:nvSpPr>
        <p:spPr>
          <a:xfrm>
            <a:off x="720000" y="5988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2" name="Google Shape;672;p30"/>
          <p:cNvGrpSpPr/>
          <p:nvPr/>
        </p:nvGrpSpPr>
        <p:grpSpPr>
          <a:xfrm>
            <a:off x="311036" y="279900"/>
            <a:ext cx="8496698" cy="4620823"/>
            <a:chOff x="311036" y="279900"/>
            <a:chExt cx="8496698" cy="4620823"/>
          </a:xfrm>
        </p:grpSpPr>
        <p:sp>
          <p:nvSpPr>
            <p:cNvPr id="673" name="Google Shape;673;p30"/>
            <p:cNvSpPr/>
            <p:nvPr/>
          </p:nvSpPr>
          <p:spPr>
            <a:xfrm>
              <a:off x="311814" y="4642854"/>
              <a:ext cx="8495531" cy="257869"/>
            </a:xfrm>
            <a:custGeom>
              <a:avLst/>
              <a:gdLst/>
              <a:ahLst/>
              <a:cxnLst/>
              <a:rect l="l" t="t" r="r" b="b"/>
              <a:pathLst>
                <a:path w="262046" h="7954" extrusionOk="0">
                  <a:moveTo>
                    <a:pt x="1739" y="1"/>
                  </a:moveTo>
                  <a:lnTo>
                    <a:pt x="1727" y="239"/>
                  </a:lnTo>
                  <a:lnTo>
                    <a:pt x="798" y="941"/>
                  </a:lnTo>
                  <a:lnTo>
                    <a:pt x="1" y="1453"/>
                  </a:lnTo>
                  <a:lnTo>
                    <a:pt x="1" y="2465"/>
                  </a:lnTo>
                  <a:lnTo>
                    <a:pt x="1917" y="2394"/>
                  </a:lnTo>
                  <a:lnTo>
                    <a:pt x="3870" y="2346"/>
                  </a:lnTo>
                  <a:lnTo>
                    <a:pt x="5823" y="2560"/>
                  </a:lnTo>
                  <a:lnTo>
                    <a:pt x="7728" y="2596"/>
                  </a:lnTo>
                  <a:lnTo>
                    <a:pt x="9323" y="2941"/>
                  </a:lnTo>
                  <a:lnTo>
                    <a:pt x="11097" y="3180"/>
                  </a:lnTo>
                  <a:lnTo>
                    <a:pt x="12645" y="3608"/>
                  </a:lnTo>
                  <a:lnTo>
                    <a:pt x="14181" y="4061"/>
                  </a:lnTo>
                  <a:lnTo>
                    <a:pt x="16229" y="4037"/>
                  </a:lnTo>
                  <a:lnTo>
                    <a:pt x="17919" y="4346"/>
                  </a:lnTo>
                  <a:lnTo>
                    <a:pt x="19574" y="4692"/>
                  </a:lnTo>
                  <a:lnTo>
                    <a:pt x="20884" y="5358"/>
                  </a:lnTo>
                  <a:lnTo>
                    <a:pt x="22587" y="5739"/>
                  </a:lnTo>
                  <a:lnTo>
                    <a:pt x="24456" y="5418"/>
                  </a:lnTo>
                  <a:lnTo>
                    <a:pt x="26230" y="5513"/>
                  </a:lnTo>
                  <a:lnTo>
                    <a:pt x="28004" y="5716"/>
                  </a:lnTo>
                  <a:lnTo>
                    <a:pt x="29742" y="5668"/>
                  </a:lnTo>
                  <a:lnTo>
                    <a:pt x="31564" y="5835"/>
                  </a:lnTo>
                  <a:lnTo>
                    <a:pt x="33469" y="5930"/>
                  </a:lnTo>
                  <a:lnTo>
                    <a:pt x="35041" y="6442"/>
                  </a:lnTo>
                  <a:lnTo>
                    <a:pt x="36779" y="6763"/>
                  </a:lnTo>
                  <a:lnTo>
                    <a:pt x="38565" y="7013"/>
                  </a:lnTo>
                  <a:lnTo>
                    <a:pt x="40446" y="7156"/>
                  </a:lnTo>
                  <a:lnTo>
                    <a:pt x="42351" y="7263"/>
                  </a:lnTo>
                  <a:lnTo>
                    <a:pt x="43982" y="7692"/>
                  </a:lnTo>
                  <a:lnTo>
                    <a:pt x="45744" y="7609"/>
                  </a:lnTo>
                  <a:lnTo>
                    <a:pt x="47518" y="7502"/>
                  </a:lnTo>
                  <a:lnTo>
                    <a:pt x="49292" y="7728"/>
                  </a:lnTo>
                  <a:lnTo>
                    <a:pt x="51066" y="7918"/>
                  </a:lnTo>
                  <a:lnTo>
                    <a:pt x="52840" y="7597"/>
                  </a:lnTo>
                  <a:lnTo>
                    <a:pt x="54543" y="7502"/>
                  </a:lnTo>
                  <a:lnTo>
                    <a:pt x="56424" y="7716"/>
                  </a:lnTo>
                  <a:lnTo>
                    <a:pt x="57913" y="7251"/>
                  </a:lnTo>
                  <a:lnTo>
                    <a:pt x="59651" y="7168"/>
                  </a:lnTo>
                  <a:lnTo>
                    <a:pt x="61211" y="6811"/>
                  </a:lnTo>
                  <a:lnTo>
                    <a:pt x="62818" y="6537"/>
                  </a:lnTo>
                  <a:lnTo>
                    <a:pt x="64532" y="6406"/>
                  </a:lnTo>
                  <a:lnTo>
                    <a:pt x="66152" y="6132"/>
                  </a:lnTo>
                  <a:lnTo>
                    <a:pt x="67878" y="6013"/>
                  </a:lnTo>
                  <a:lnTo>
                    <a:pt x="69414" y="5620"/>
                  </a:lnTo>
                  <a:lnTo>
                    <a:pt x="71033" y="5346"/>
                  </a:lnTo>
                  <a:lnTo>
                    <a:pt x="72950" y="5501"/>
                  </a:lnTo>
                  <a:lnTo>
                    <a:pt x="74474" y="5204"/>
                  </a:lnTo>
                  <a:lnTo>
                    <a:pt x="76248" y="5466"/>
                  </a:lnTo>
                  <a:lnTo>
                    <a:pt x="77796" y="5989"/>
                  </a:lnTo>
                  <a:lnTo>
                    <a:pt x="79427" y="6430"/>
                  </a:lnTo>
                  <a:lnTo>
                    <a:pt x="81594" y="6430"/>
                  </a:lnTo>
                  <a:lnTo>
                    <a:pt x="83166" y="6930"/>
                  </a:lnTo>
                  <a:lnTo>
                    <a:pt x="84773" y="7406"/>
                  </a:lnTo>
                  <a:lnTo>
                    <a:pt x="86571" y="7716"/>
                  </a:lnTo>
                  <a:lnTo>
                    <a:pt x="88369" y="7561"/>
                  </a:lnTo>
                  <a:lnTo>
                    <a:pt x="90155" y="7537"/>
                  </a:lnTo>
                  <a:lnTo>
                    <a:pt x="91953" y="7668"/>
                  </a:lnTo>
                  <a:lnTo>
                    <a:pt x="93750" y="7883"/>
                  </a:lnTo>
                  <a:lnTo>
                    <a:pt x="95548" y="7871"/>
                  </a:lnTo>
                  <a:lnTo>
                    <a:pt x="97346" y="7704"/>
                  </a:lnTo>
                  <a:lnTo>
                    <a:pt x="99132" y="7847"/>
                  </a:lnTo>
                  <a:lnTo>
                    <a:pt x="100930" y="7942"/>
                  </a:lnTo>
                  <a:lnTo>
                    <a:pt x="102728" y="7644"/>
                  </a:lnTo>
                  <a:lnTo>
                    <a:pt x="104526" y="7763"/>
                  </a:lnTo>
                  <a:lnTo>
                    <a:pt x="106335" y="7573"/>
                  </a:lnTo>
                  <a:lnTo>
                    <a:pt x="108133" y="7763"/>
                  </a:lnTo>
                  <a:lnTo>
                    <a:pt x="109931" y="7644"/>
                  </a:lnTo>
                  <a:lnTo>
                    <a:pt x="111729" y="7918"/>
                  </a:lnTo>
                  <a:lnTo>
                    <a:pt x="113550" y="7752"/>
                  </a:lnTo>
                  <a:lnTo>
                    <a:pt x="115253" y="7442"/>
                  </a:lnTo>
                  <a:lnTo>
                    <a:pt x="117134" y="7561"/>
                  </a:lnTo>
                  <a:lnTo>
                    <a:pt x="118765" y="7073"/>
                  </a:lnTo>
                  <a:lnTo>
                    <a:pt x="120599" y="7073"/>
                  </a:lnTo>
                  <a:lnTo>
                    <a:pt x="122337" y="6859"/>
                  </a:lnTo>
                  <a:lnTo>
                    <a:pt x="124266" y="7061"/>
                  </a:lnTo>
                  <a:lnTo>
                    <a:pt x="125969" y="6751"/>
                  </a:lnTo>
                  <a:lnTo>
                    <a:pt x="127767" y="6668"/>
                  </a:lnTo>
                  <a:lnTo>
                    <a:pt x="129410" y="6228"/>
                  </a:lnTo>
                  <a:lnTo>
                    <a:pt x="131172" y="6061"/>
                  </a:lnTo>
                  <a:lnTo>
                    <a:pt x="132958" y="5930"/>
                  </a:lnTo>
                  <a:lnTo>
                    <a:pt x="134755" y="5858"/>
                  </a:lnTo>
                  <a:lnTo>
                    <a:pt x="136494" y="5620"/>
                  </a:lnTo>
                  <a:lnTo>
                    <a:pt x="138339" y="5644"/>
                  </a:lnTo>
                  <a:lnTo>
                    <a:pt x="140220" y="5739"/>
                  </a:lnTo>
                  <a:lnTo>
                    <a:pt x="141959" y="5513"/>
                  </a:lnTo>
                  <a:lnTo>
                    <a:pt x="143626" y="5096"/>
                  </a:lnTo>
                  <a:lnTo>
                    <a:pt x="145519" y="4966"/>
                  </a:lnTo>
                  <a:lnTo>
                    <a:pt x="147031" y="5608"/>
                  </a:lnTo>
                  <a:lnTo>
                    <a:pt x="148781" y="5870"/>
                  </a:lnTo>
                  <a:lnTo>
                    <a:pt x="150615" y="6049"/>
                  </a:lnTo>
                  <a:lnTo>
                    <a:pt x="152543" y="6120"/>
                  </a:lnTo>
                  <a:lnTo>
                    <a:pt x="154175" y="6537"/>
                  </a:lnTo>
                  <a:lnTo>
                    <a:pt x="155877" y="6859"/>
                  </a:lnTo>
                  <a:lnTo>
                    <a:pt x="157461" y="7323"/>
                  </a:lnTo>
                  <a:lnTo>
                    <a:pt x="159270" y="7537"/>
                  </a:lnTo>
                  <a:lnTo>
                    <a:pt x="161104" y="7537"/>
                  </a:lnTo>
                  <a:lnTo>
                    <a:pt x="162914" y="7680"/>
                  </a:lnTo>
                  <a:lnTo>
                    <a:pt x="164521" y="7394"/>
                  </a:lnTo>
                  <a:lnTo>
                    <a:pt x="166140" y="7121"/>
                  </a:lnTo>
                  <a:lnTo>
                    <a:pt x="167760" y="6847"/>
                  </a:lnTo>
                  <a:lnTo>
                    <a:pt x="169224" y="6394"/>
                  </a:lnTo>
                  <a:lnTo>
                    <a:pt x="170784" y="6049"/>
                  </a:lnTo>
                  <a:lnTo>
                    <a:pt x="172653" y="6073"/>
                  </a:lnTo>
                  <a:lnTo>
                    <a:pt x="174272" y="5787"/>
                  </a:lnTo>
                  <a:lnTo>
                    <a:pt x="175892" y="5501"/>
                  </a:lnTo>
                  <a:lnTo>
                    <a:pt x="177439" y="5144"/>
                  </a:lnTo>
                  <a:lnTo>
                    <a:pt x="179249" y="5108"/>
                  </a:lnTo>
                  <a:lnTo>
                    <a:pt x="181071" y="4977"/>
                  </a:lnTo>
                  <a:lnTo>
                    <a:pt x="182892" y="5204"/>
                  </a:lnTo>
                  <a:lnTo>
                    <a:pt x="184714" y="5061"/>
                  </a:lnTo>
                  <a:lnTo>
                    <a:pt x="186548" y="5335"/>
                  </a:lnTo>
                  <a:lnTo>
                    <a:pt x="188369" y="5239"/>
                  </a:lnTo>
                  <a:lnTo>
                    <a:pt x="190203" y="5287"/>
                  </a:lnTo>
                  <a:lnTo>
                    <a:pt x="192013" y="5204"/>
                  </a:lnTo>
                  <a:lnTo>
                    <a:pt x="193822" y="4942"/>
                  </a:lnTo>
                  <a:lnTo>
                    <a:pt x="195632" y="5144"/>
                  </a:lnTo>
                  <a:lnTo>
                    <a:pt x="197442" y="4918"/>
                  </a:lnTo>
                  <a:lnTo>
                    <a:pt x="199264" y="4906"/>
                  </a:lnTo>
                  <a:lnTo>
                    <a:pt x="201073" y="5156"/>
                  </a:lnTo>
                  <a:lnTo>
                    <a:pt x="202895" y="5085"/>
                  </a:lnTo>
                  <a:lnTo>
                    <a:pt x="204705" y="4906"/>
                  </a:lnTo>
                  <a:lnTo>
                    <a:pt x="206550" y="5061"/>
                  </a:lnTo>
                  <a:lnTo>
                    <a:pt x="208241" y="5263"/>
                  </a:lnTo>
                  <a:lnTo>
                    <a:pt x="209848" y="5513"/>
                  </a:lnTo>
                  <a:lnTo>
                    <a:pt x="211420" y="5811"/>
                  </a:lnTo>
                  <a:lnTo>
                    <a:pt x="212896" y="6204"/>
                  </a:lnTo>
                  <a:lnTo>
                    <a:pt x="214230" y="6740"/>
                  </a:lnTo>
                  <a:lnTo>
                    <a:pt x="216182" y="6656"/>
                  </a:lnTo>
                  <a:lnTo>
                    <a:pt x="217444" y="7263"/>
                  </a:lnTo>
                  <a:lnTo>
                    <a:pt x="218933" y="7644"/>
                  </a:lnTo>
                  <a:lnTo>
                    <a:pt x="220802" y="7549"/>
                  </a:lnTo>
                  <a:lnTo>
                    <a:pt x="222528" y="7787"/>
                  </a:lnTo>
                  <a:lnTo>
                    <a:pt x="224350" y="7740"/>
                  </a:lnTo>
                  <a:lnTo>
                    <a:pt x="226160" y="7716"/>
                  </a:lnTo>
                  <a:lnTo>
                    <a:pt x="227970" y="7692"/>
                  </a:lnTo>
                  <a:lnTo>
                    <a:pt x="229779" y="7585"/>
                  </a:lnTo>
                  <a:lnTo>
                    <a:pt x="231601" y="7811"/>
                  </a:lnTo>
                  <a:lnTo>
                    <a:pt x="233411" y="7668"/>
                  </a:lnTo>
                  <a:lnTo>
                    <a:pt x="235232" y="7954"/>
                  </a:lnTo>
                  <a:lnTo>
                    <a:pt x="237042" y="7609"/>
                  </a:lnTo>
                  <a:lnTo>
                    <a:pt x="238804" y="7549"/>
                  </a:lnTo>
                  <a:lnTo>
                    <a:pt x="240626" y="7573"/>
                  </a:lnTo>
                  <a:lnTo>
                    <a:pt x="242352" y="7263"/>
                  </a:lnTo>
                  <a:lnTo>
                    <a:pt x="244186" y="7371"/>
                  </a:lnTo>
                  <a:lnTo>
                    <a:pt x="246007" y="7454"/>
                  </a:lnTo>
                  <a:lnTo>
                    <a:pt x="247817" y="7466"/>
                  </a:lnTo>
                  <a:lnTo>
                    <a:pt x="249520" y="7037"/>
                  </a:lnTo>
                  <a:lnTo>
                    <a:pt x="251365" y="7180"/>
                  </a:lnTo>
                  <a:lnTo>
                    <a:pt x="253139" y="7061"/>
                  </a:lnTo>
                  <a:lnTo>
                    <a:pt x="254842" y="7263"/>
                  </a:lnTo>
                  <a:lnTo>
                    <a:pt x="256652" y="7204"/>
                  </a:lnTo>
                  <a:lnTo>
                    <a:pt x="258414" y="7263"/>
                  </a:lnTo>
                  <a:lnTo>
                    <a:pt x="260093" y="7597"/>
                  </a:lnTo>
                  <a:lnTo>
                    <a:pt x="262045" y="7621"/>
                  </a:lnTo>
                  <a:lnTo>
                    <a:pt x="261890" y="6632"/>
                  </a:lnTo>
                  <a:lnTo>
                    <a:pt x="261676" y="6001"/>
                  </a:lnTo>
                  <a:lnTo>
                    <a:pt x="261581" y="5227"/>
                  </a:lnTo>
                  <a:lnTo>
                    <a:pt x="260938" y="4477"/>
                  </a:lnTo>
                  <a:lnTo>
                    <a:pt x="260438" y="3727"/>
                  </a:lnTo>
                  <a:lnTo>
                    <a:pt x="260104" y="2965"/>
                  </a:lnTo>
                  <a:lnTo>
                    <a:pt x="260045" y="2191"/>
                  </a:lnTo>
                  <a:lnTo>
                    <a:pt x="260533" y="1382"/>
                  </a:lnTo>
                  <a:lnTo>
                    <a:pt x="259747" y="644"/>
                  </a:lnTo>
                  <a:lnTo>
                    <a:pt x="2593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30"/>
            <p:cNvSpPr/>
            <p:nvPr/>
          </p:nvSpPr>
          <p:spPr>
            <a:xfrm>
              <a:off x="311036" y="279900"/>
              <a:ext cx="8496698" cy="4577996"/>
            </a:xfrm>
            <a:custGeom>
              <a:avLst/>
              <a:gdLst/>
              <a:ahLst/>
              <a:cxnLst/>
              <a:rect l="l" t="t" r="r" b="b"/>
              <a:pathLst>
                <a:path w="262082" h="141209" extrusionOk="0">
                  <a:moveTo>
                    <a:pt x="262069" y="12"/>
                  </a:moveTo>
                  <a:lnTo>
                    <a:pt x="256961" y="12"/>
                  </a:lnTo>
                  <a:lnTo>
                    <a:pt x="256961" y="2227"/>
                  </a:lnTo>
                  <a:cubicBezTo>
                    <a:pt x="258045" y="2822"/>
                    <a:pt x="258783" y="3989"/>
                    <a:pt x="258783" y="5323"/>
                  </a:cubicBezTo>
                  <a:cubicBezTo>
                    <a:pt x="258783" y="7263"/>
                    <a:pt x="257211" y="8847"/>
                    <a:pt x="255259" y="8847"/>
                  </a:cubicBezTo>
                  <a:cubicBezTo>
                    <a:pt x="253306" y="8847"/>
                    <a:pt x="251723" y="7263"/>
                    <a:pt x="251723" y="5323"/>
                  </a:cubicBezTo>
                  <a:cubicBezTo>
                    <a:pt x="251723" y="3989"/>
                    <a:pt x="252473" y="2822"/>
                    <a:pt x="253556" y="2227"/>
                  </a:cubicBezTo>
                  <a:lnTo>
                    <a:pt x="253556" y="12"/>
                  </a:lnTo>
                  <a:lnTo>
                    <a:pt x="245258" y="12"/>
                  </a:lnTo>
                  <a:lnTo>
                    <a:pt x="245258" y="2227"/>
                  </a:lnTo>
                  <a:cubicBezTo>
                    <a:pt x="246353" y="2822"/>
                    <a:pt x="247091" y="3989"/>
                    <a:pt x="247091" y="5323"/>
                  </a:cubicBezTo>
                  <a:cubicBezTo>
                    <a:pt x="247091" y="7263"/>
                    <a:pt x="245508" y="8847"/>
                    <a:pt x="243555" y="8847"/>
                  </a:cubicBezTo>
                  <a:cubicBezTo>
                    <a:pt x="241602" y="8847"/>
                    <a:pt x="240031" y="7263"/>
                    <a:pt x="240031" y="5323"/>
                  </a:cubicBezTo>
                  <a:cubicBezTo>
                    <a:pt x="240031" y="3989"/>
                    <a:pt x="240769" y="2822"/>
                    <a:pt x="241852" y="2227"/>
                  </a:cubicBezTo>
                  <a:lnTo>
                    <a:pt x="241852" y="12"/>
                  </a:lnTo>
                  <a:lnTo>
                    <a:pt x="233554" y="12"/>
                  </a:lnTo>
                  <a:lnTo>
                    <a:pt x="233554" y="2227"/>
                  </a:lnTo>
                  <a:cubicBezTo>
                    <a:pt x="234649" y="2822"/>
                    <a:pt x="235387" y="3989"/>
                    <a:pt x="235387" y="5323"/>
                  </a:cubicBezTo>
                  <a:cubicBezTo>
                    <a:pt x="235387" y="7263"/>
                    <a:pt x="233804" y="8847"/>
                    <a:pt x="231851" y="8847"/>
                  </a:cubicBezTo>
                  <a:cubicBezTo>
                    <a:pt x="229910" y="8847"/>
                    <a:pt x="228327" y="7263"/>
                    <a:pt x="228327" y="5323"/>
                  </a:cubicBezTo>
                  <a:cubicBezTo>
                    <a:pt x="228327" y="3989"/>
                    <a:pt x="229065" y="2822"/>
                    <a:pt x="230160" y="2227"/>
                  </a:cubicBezTo>
                  <a:lnTo>
                    <a:pt x="230160" y="12"/>
                  </a:lnTo>
                  <a:lnTo>
                    <a:pt x="221850" y="12"/>
                  </a:lnTo>
                  <a:lnTo>
                    <a:pt x="221850" y="2227"/>
                  </a:lnTo>
                  <a:cubicBezTo>
                    <a:pt x="222945" y="2822"/>
                    <a:pt x="223683" y="3989"/>
                    <a:pt x="223683" y="5323"/>
                  </a:cubicBezTo>
                  <a:cubicBezTo>
                    <a:pt x="223683" y="7263"/>
                    <a:pt x="222100" y="8847"/>
                    <a:pt x="220159" y="8847"/>
                  </a:cubicBezTo>
                  <a:cubicBezTo>
                    <a:pt x="218207" y="8847"/>
                    <a:pt x="216623" y="7263"/>
                    <a:pt x="216623" y="5323"/>
                  </a:cubicBezTo>
                  <a:cubicBezTo>
                    <a:pt x="216623" y="3989"/>
                    <a:pt x="217361" y="2822"/>
                    <a:pt x="218457" y="2227"/>
                  </a:cubicBezTo>
                  <a:lnTo>
                    <a:pt x="218457" y="12"/>
                  </a:lnTo>
                  <a:lnTo>
                    <a:pt x="210158" y="12"/>
                  </a:lnTo>
                  <a:lnTo>
                    <a:pt x="210158" y="2227"/>
                  </a:lnTo>
                  <a:cubicBezTo>
                    <a:pt x="211241" y="2822"/>
                    <a:pt x="211980" y="3989"/>
                    <a:pt x="211980" y="5323"/>
                  </a:cubicBezTo>
                  <a:cubicBezTo>
                    <a:pt x="211980" y="7263"/>
                    <a:pt x="210408" y="8847"/>
                    <a:pt x="208455" y="8847"/>
                  </a:cubicBezTo>
                  <a:cubicBezTo>
                    <a:pt x="206503" y="8847"/>
                    <a:pt x="204919" y="7263"/>
                    <a:pt x="204919" y="5323"/>
                  </a:cubicBezTo>
                  <a:cubicBezTo>
                    <a:pt x="204919" y="3989"/>
                    <a:pt x="205657" y="2822"/>
                    <a:pt x="206753" y="2227"/>
                  </a:cubicBezTo>
                  <a:lnTo>
                    <a:pt x="206753" y="12"/>
                  </a:lnTo>
                  <a:lnTo>
                    <a:pt x="198454" y="12"/>
                  </a:lnTo>
                  <a:lnTo>
                    <a:pt x="198454" y="2227"/>
                  </a:lnTo>
                  <a:cubicBezTo>
                    <a:pt x="199538" y="2822"/>
                    <a:pt x="200288" y="3989"/>
                    <a:pt x="200288" y="5323"/>
                  </a:cubicBezTo>
                  <a:cubicBezTo>
                    <a:pt x="200288" y="7263"/>
                    <a:pt x="198704" y="8847"/>
                    <a:pt x="196752" y="8847"/>
                  </a:cubicBezTo>
                  <a:cubicBezTo>
                    <a:pt x="194799" y="8847"/>
                    <a:pt x="193227" y="7263"/>
                    <a:pt x="193227" y="5323"/>
                  </a:cubicBezTo>
                  <a:cubicBezTo>
                    <a:pt x="193227" y="3989"/>
                    <a:pt x="193965" y="2822"/>
                    <a:pt x="195049" y="2227"/>
                  </a:cubicBezTo>
                  <a:lnTo>
                    <a:pt x="195049" y="12"/>
                  </a:lnTo>
                  <a:lnTo>
                    <a:pt x="185810" y="12"/>
                  </a:lnTo>
                  <a:lnTo>
                    <a:pt x="185810" y="2227"/>
                  </a:lnTo>
                  <a:cubicBezTo>
                    <a:pt x="186893" y="2822"/>
                    <a:pt x="187631" y="3989"/>
                    <a:pt x="187631" y="5323"/>
                  </a:cubicBezTo>
                  <a:cubicBezTo>
                    <a:pt x="187631" y="7263"/>
                    <a:pt x="186060" y="8847"/>
                    <a:pt x="184107" y="8847"/>
                  </a:cubicBezTo>
                  <a:cubicBezTo>
                    <a:pt x="182154" y="8847"/>
                    <a:pt x="180571" y="7263"/>
                    <a:pt x="180571" y="5323"/>
                  </a:cubicBezTo>
                  <a:cubicBezTo>
                    <a:pt x="180571" y="3989"/>
                    <a:pt x="181309" y="2822"/>
                    <a:pt x="182404" y="2227"/>
                  </a:cubicBezTo>
                  <a:lnTo>
                    <a:pt x="182404" y="12"/>
                  </a:lnTo>
                  <a:lnTo>
                    <a:pt x="174106" y="12"/>
                  </a:lnTo>
                  <a:lnTo>
                    <a:pt x="174106" y="2227"/>
                  </a:lnTo>
                  <a:cubicBezTo>
                    <a:pt x="175189" y="2822"/>
                    <a:pt x="175939" y="3989"/>
                    <a:pt x="175939" y="5323"/>
                  </a:cubicBezTo>
                  <a:cubicBezTo>
                    <a:pt x="175939" y="7263"/>
                    <a:pt x="174356" y="8847"/>
                    <a:pt x="172403" y="8847"/>
                  </a:cubicBezTo>
                  <a:cubicBezTo>
                    <a:pt x="170451" y="8847"/>
                    <a:pt x="168879" y="7263"/>
                    <a:pt x="168879" y="5323"/>
                  </a:cubicBezTo>
                  <a:cubicBezTo>
                    <a:pt x="168879" y="3989"/>
                    <a:pt x="169617" y="2822"/>
                    <a:pt x="170701" y="2227"/>
                  </a:cubicBezTo>
                  <a:lnTo>
                    <a:pt x="170701" y="12"/>
                  </a:lnTo>
                  <a:lnTo>
                    <a:pt x="162402" y="12"/>
                  </a:lnTo>
                  <a:lnTo>
                    <a:pt x="162402" y="2227"/>
                  </a:lnTo>
                  <a:cubicBezTo>
                    <a:pt x="163497" y="2822"/>
                    <a:pt x="164236" y="3989"/>
                    <a:pt x="164236" y="5323"/>
                  </a:cubicBezTo>
                  <a:cubicBezTo>
                    <a:pt x="164236" y="7263"/>
                    <a:pt x="162652" y="8847"/>
                    <a:pt x="160699" y="8847"/>
                  </a:cubicBezTo>
                  <a:cubicBezTo>
                    <a:pt x="158759" y="8847"/>
                    <a:pt x="157175" y="7263"/>
                    <a:pt x="157175" y="5323"/>
                  </a:cubicBezTo>
                  <a:cubicBezTo>
                    <a:pt x="157175" y="3989"/>
                    <a:pt x="157913" y="2822"/>
                    <a:pt x="159009" y="2227"/>
                  </a:cubicBezTo>
                  <a:lnTo>
                    <a:pt x="159009" y="12"/>
                  </a:lnTo>
                  <a:lnTo>
                    <a:pt x="150698" y="12"/>
                  </a:lnTo>
                  <a:lnTo>
                    <a:pt x="150698" y="2227"/>
                  </a:lnTo>
                  <a:cubicBezTo>
                    <a:pt x="151794" y="2822"/>
                    <a:pt x="152532" y="3989"/>
                    <a:pt x="152532" y="5323"/>
                  </a:cubicBezTo>
                  <a:cubicBezTo>
                    <a:pt x="152532" y="7263"/>
                    <a:pt x="150948" y="8847"/>
                    <a:pt x="149007" y="8847"/>
                  </a:cubicBezTo>
                  <a:cubicBezTo>
                    <a:pt x="147055" y="8847"/>
                    <a:pt x="145471" y="7263"/>
                    <a:pt x="145471" y="5323"/>
                  </a:cubicBezTo>
                  <a:cubicBezTo>
                    <a:pt x="145471" y="3989"/>
                    <a:pt x="146209" y="2822"/>
                    <a:pt x="147305" y="2227"/>
                  </a:cubicBezTo>
                  <a:lnTo>
                    <a:pt x="147305" y="12"/>
                  </a:lnTo>
                  <a:lnTo>
                    <a:pt x="139006" y="12"/>
                  </a:lnTo>
                  <a:lnTo>
                    <a:pt x="139006" y="2227"/>
                  </a:lnTo>
                  <a:cubicBezTo>
                    <a:pt x="140090" y="2822"/>
                    <a:pt x="140828" y="3989"/>
                    <a:pt x="140828" y="5323"/>
                  </a:cubicBezTo>
                  <a:cubicBezTo>
                    <a:pt x="140828" y="7263"/>
                    <a:pt x="139256" y="8847"/>
                    <a:pt x="137304" y="8847"/>
                  </a:cubicBezTo>
                  <a:cubicBezTo>
                    <a:pt x="135351" y="8847"/>
                    <a:pt x="133767" y="7263"/>
                    <a:pt x="133767" y="5323"/>
                  </a:cubicBezTo>
                  <a:cubicBezTo>
                    <a:pt x="133767" y="3989"/>
                    <a:pt x="134506" y="2822"/>
                    <a:pt x="135601" y="2227"/>
                  </a:cubicBezTo>
                  <a:lnTo>
                    <a:pt x="135601" y="12"/>
                  </a:lnTo>
                  <a:lnTo>
                    <a:pt x="127302" y="12"/>
                  </a:lnTo>
                  <a:lnTo>
                    <a:pt x="127302" y="2227"/>
                  </a:lnTo>
                  <a:cubicBezTo>
                    <a:pt x="128386" y="2822"/>
                    <a:pt x="129136" y="3989"/>
                    <a:pt x="129136" y="5323"/>
                  </a:cubicBezTo>
                  <a:cubicBezTo>
                    <a:pt x="129136" y="7263"/>
                    <a:pt x="127552" y="8847"/>
                    <a:pt x="125600" y="8847"/>
                  </a:cubicBezTo>
                  <a:cubicBezTo>
                    <a:pt x="123647" y="8847"/>
                    <a:pt x="122076" y="7263"/>
                    <a:pt x="122076" y="5323"/>
                  </a:cubicBezTo>
                  <a:cubicBezTo>
                    <a:pt x="122076" y="3989"/>
                    <a:pt x="122814" y="2822"/>
                    <a:pt x="123897" y="2227"/>
                  </a:cubicBezTo>
                  <a:lnTo>
                    <a:pt x="123897" y="12"/>
                  </a:lnTo>
                  <a:lnTo>
                    <a:pt x="115599" y="12"/>
                  </a:lnTo>
                  <a:lnTo>
                    <a:pt x="115599" y="2227"/>
                  </a:lnTo>
                  <a:cubicBezTo>
                    <a:pt x="116694" y="2822"/>
                    <a:pt x="117432" y="3989"/>
                    <a:pt x="117432" y="5323"/>
                  </a:cubicBezTo>
                  <a:cubicBezTo>
                    <a:pt x="117432" y="7263"/>
                    <a:pt x="115849" y="8847"/>
                    <a:pt x="113896" y="8847"/>
                  </a:cubicBezTo>
                  <a:cubicBezTo>
                    <a:pt x="111955" y="8847"/>
                    <a:pt x="110372" y="7263"/>
                    <a:pt x="110372" y="5323"/>
                  </a:cubicBezTo>
                  <a:cubicBezTo>
                    <a:pt x="110372" y="3989"/>
                    <a:pt x="111110" y="2822"/>
                    <a:pt x="112205" y="2227"/>
                  </a:cubicBezTo>
                  <a:lnTo>
                    <a:pt x="112205" y="12"/>
                  </a:lnTo>
                  <a:lnTo>
                    <a:pt x="103895" y="12"/>
                  </a:lnTo>
                  <a:lnTo>
                    <a:pt x="103895" y="2227"/>
                  </a:lnTo>
                  <a:cubicBezTo>
                    <a:pt x="104990" y="2822"/>
                    <a:pt x="105728" y="3989"/>
                    <a:pt x="105728" y="5323"/>
                  </a:cubicBezTo>
                  <a:cubicBezTo>
                    <a:pt x="105728" y="7263"/>
                    <a:pt x="104145" y="8847"/>
                    <a:pt x="102204" y="8847"/>
                  </a:cubicBezTo>
                  <a:cubicBezTo>
                    <a:pt x="100632" y="8847"/>
                    <a:pt x="99311" y="7835"/>
                    <a:pt x="98846" y="6418"/>
                  </a:cubicBezTo>
                  <a:lnTo>
                    <a:pt x="98811" y="4323"/>
                  </a:lnTo>
                  <a:cubicBezTo>
                    <a:pt x="99073" y="3418"/>
                    <a:pt x="99692" y="2668"/>
                    <a:pt x="100501" y="2227"/>
                  </a:cubicBezTo>
                  <a:lnTo>
                    <a:pt x="100501" y="12"/>
                  </a:lnTo>
                  <a:lnTo>
                    <a:pt x="91953" y="12"/>
                  </a:lnTo>
                  <a:lnTo>
                    <a:pt x="91953" y="2227"/>
                  </a:lnTo>
                  <a:cubicBezTo>
                    <a:pt x="93048" y="2822"/>
                    <a:pt x="93786" y="3989"/>
                    <a:pt x="93786" y="5323"/>
                  </a:cubicBezTo>
                  <a:cubicBezTo>
                    <a:pt x="93786" y="7263"/>
                    <a:pt x="92203" y="8847"/>
                    <a:pt x="90250" y="8847"/>
                  </a:cubicBezTo>
                  <a:cubicBezTo>
                    <a:pt x="88309" y="8847"/>
                    <a:pt x="86726" y="7263"/>
                    <a:pt x="86726" y="5323"/>
                  </a:cubicBezTo>
                  <a:cubicBezTo>
                    <a:pt x="86726" y="3989"/>
                    <a:pt x="87464" y="2822"/>
                    <a:pt x="88559" y="2227"/>
                  </a:cubicBezTo>
                  <a:lnTo>
                    <a:pt x="88559" y="12"/>
                  </a:lnTo>
                  <a:lnTo>
                    <a:pt x="80249" y="12"/>
                  </a:lnTo>
                  <a:lnTo>
                    <a:pt x="80249" y="2227"/>
                  </a:lnTo>
                  <a:cubicBezTo>
                    <a:pt x="81344" y="2822"/>
                    <a:pt x="82082" y="3989"/>
                    <a:pt x="82082" y="5323"/>
                  </a:cubicBezTo>
                  <a:cubicBezTo>
                    <a:pt x="82082" y="7263"/>
                    <a:pt x="80499" y="8847"/>
                    <a:pt x="78558" y="8847"/>
                  </a:cubicBezTo>
                  <a:cubicBezTo>
                    <a:pt x="76606" y="8847"/>
                    <a:pt x="75022" y="7263"/>
                    <a:pt x="75022" y="5323"/>
                  </a:cubicBezTo>
                  <a:cubicBezTo>
                    <a:pt x="75022" y="3989"/>
                    <a:pt x="75760" y="2822"/>
                    <a:pt x="76856" y="2227"/>
                  </a:cubicBezTo>
                  <a:lnTo>
                    <a:pt x="76856" y="12"/>
                  </a:lnTo>
                  <a:lnTo>
                    <a:pt x="68557" y="12"/>
                  </a:lnTo>
                  <a:lnTo>
                    <a:pt x="68557" y="2227"/>
                  </a:lnTo>
                  <a:cubicBezTo>
                    <a:pt x="69640" y="2822"/>
                    <a:pt x="70379" y="3989"/>
                    <a:pt x="70379" y="5323"/>
                  </a:cubicBezTo>
                  <a:cubicBezTo>
                    <a:pt x="70379" y="7263"/>
                    <a:pt x="68807" y="8847"/>
                    <a:pt x="66854" y="8847"/>
                  </a:cubicBezTo>
                  <a:cubicBezTo>
                    <a:pt x="64902" y="8847"/>
                    <a:pt x="63318" y="7263"/>
                    <a:pt x="63318" y="5323"/>
                  </a:cubicBezTo>
                  <a:cubicBezTo>
                    <a:pt x="63318" y="3989"/>
                    <a:pt x="64068" y="2822"/>
                    <a:pt x="65152" y="2227"/>
                  </a:cubicBezTo>
                  <a:lnTo>
                    <a:pt x="65152" y="12"/>
                  </a:lnTo>
                  <a:lnTo>
                    <a:pt x="56853" y="12"/>
                  </a:lnTo>
                  <a:lnTo>
                    <a:pt x="56853" y="2227"/>
                  </a:lnTo>
                  <a:cubicBezTo>
                    <a:pt x="57948" y="2822"/>
                    <a:pt x="58687" y="3989"/>
                    <a:pt x="58687" y="5323"/>
                  </a:cubicBezTo>
                  <a:cubicBezTo>
                    <a:pt x="58687" y="7263"/>
                    <a:pt x="57103" y="8847"/>
                    <a:pt x="55150" y="8847"/>
                  </a:cubicBezTo>
                  <a:cubicBezTo>
                    <a:pt x="53198" y="8847"/>
                    <a:pt x="51626" y="7263"/>
                    <a:pt x="51626" y="5323"/>
                  </a:cubicBezTo>
                  <a:cubicBezTo>
                    <a:pt x="51626" y="3989"/>
                    <a:pt x="52364" y="2822"/>
                    <a:pt x="53448" y="2227"/>
                  </a:cubicBezTo>
                  <a:lnTo>
                    <a:pt x="53448" y="12"/>
                  </a:lnTo>
                  <a:lnTo>
                    <a:pt x="45149" y="12"/>
                  </a:lnTo>
                  <a:lnTo>
                    <a:pt x="45149" y="2227"/>
                  </a:lnTo>
                  <a:cubicBezTo>
                    <a:pt x="46245" y="2822"/>
                    <a:pt x="46983" y="3989"/>
                    <a:pt x="46983" y="5323"/>
                  </a:cubicBezTo>
                  <a:cubicBezTo>
                    <a:pt x="46983" y="7263"/>
                    <a:pt x="45399" y="8847"/>
                    <a:pt x="43447" y="8847"/>
                  </a:cubicBezTo>
                  <a:cubicBezTo>
                    <a:pt x="41506" y="8847"/>
                    <a:pt x="39922" y="7263"/>
                    <a:pt x="39922" y="5323"/>
                  </a:cubicBezTo>
                  <a:cubicBezTo>
                    <a:pt x="39922" y="3989"/>
                    <a:pt x="40661" y="2822"/>
                    <a:pt x="41756" y="2227"/>
                  </a:cubicBezTo>
                  <a:lnTo>
                    <a:pt x="41756" y="12"/>
                  </a:lnTo>
                  <a:lnTo>
                    <a:pt x="33445" y="12"/>
                  </a:lnTo>
                  <a:lnTo>
                    <a:pt x="33445" y="2227"/>
                  </a:lnTo>
                  <a:cubicBezTo>
                    <a:pt x="34541" y="2822"/>
                    <a:pt x="35279" y="3989"/>
                    <a:pt x="35279" y="5323"/>
                  </a:cubicBezTo>
                  <a:cubicBezTo>
                    <a:pt x="35279" y="7263"/>
                    <a:pt x="33695" y="8847"/>
                    <a:pt x="31755" y="8847"/>
                  </a:cubicBezTo>
                  <a:cubicBezTo>
                    <a:pt x="29802" y="8847"/>
                    <a:pt x="28219" y="7263"/>
                    <a:pt x="28219" y="5323"/>
                  </a:cubicBezTo>
                  <a:cubicBezTo>
                    <a:pt x="28219" y="3989"/>
                    <a:pt x="28957" y="2822"/>
                    <a:pt x="30052" y="2227"/>
                  </a:cubicBezTo>
                  <a:lnTo>
                    <a:pt x="30052" y="12"/>
                  </a:lnTo>
                  <a:lnTo>
                    <a:pt x="21753" y="12"/>
                  </a:lnTo>
                  <a:lnTo>
                    <a:pt x="21753" y="2227"/>
                  </a:lnTo>
                  <a:cubicBezTo>
                    <a:pt x="22837" y="2822"/>
                    <a:pt x="23575" y="3989"/>
                    <a:pt x="23575" y="5323"/>
                  </a:cubicBezTo>
                  <a:cubicBezTo>
                    <a:pt x="23575" y="7263"/>
                    <a:pt x="22003" y="8847"/>
                    <a:pt x="20051" y="8847"/>
                  </a:cubicBezTo>
                  <a:cubicBezTo>
                    <a:pt x="18098" y="8847"/>
                    <a:pt x="16515" y="7263"/>
                    <a:pt x="16515" y="5323"/>
                  </a:cubicBezTo>
                  <a:cubicBezTo>
                    <a:pt x="16515" y="3989"/>
                    <a:pt x="17265" y="2822"/>
                    <a:pt x="18348" y="2227"/>
                  </a:cubicBezTo>
                  <a:lnTo>
                    <a:pt x="18348" y="12"/>
                  </a:lnTo>
                  <a:lnTo>
                    <a:pt x="10050" y="12"/>
                  </a:lnTo>
                  <a:lnTo>
                    <a:pt x="10050" y="2227"/>
                  </a:lnTo>
                  <a:cubicBezTo>
                    <a:pt x="11145" y="2822"/>
                    <a:pt x="11883" y="3989"/>
                    <a:pt x="11883" y="5323"/>
                  </a:cubicBezTo>
                  <a:cubicBezTo>
                    <a:pt x="11883" y="7263"/>
                    <a:pt x="10300" y="8847"/>
                    <a:pt x="8347" y="8847"/>
                  </a:cubicBezTo>
                  <a:cubicBezTo>
                    <a:pt x="6394" y="8847"/>
                    <a:pt x="4823" y="7263"/>
                    <a:pt x="4823" y="5323"/>
                  </a:cubicBezTo>
                  <a:cubicBezTo>
                    <a:pt x="4823" y="3989"/>
                    <a:pt x="5561" y="2822"/>
                    <a:pt x="6644" y="2227"/>
                  </a:cubicBezTo>
                  <a:lnTo>
                    <a:pt x="6644" y="12"/>
                  </a:lnTo>
                  <a:lnTo>
                    <a:pt x="239" y="12"/>
                  </a:lnTo>
                  <a:lnTo>
                    <a:pt x="239" y="110550"/>
                  </a:lnTo>
                  <a:lnTo>
                    <a:pt x="1" y="136267"/>
                  </a:lnTo>
                  <a:lnTo>
                    <a:pt x="7811" y="134767"/>
                  </a:lnTo>
                  <a:lnTo>
                    <a:pt x="22718" y="137839"/>
                  </a:lnTo>
                  <a:lnTo>
                    <a:pt x="29814" y="137839"/>
                  </a:lnTo>
                  <a:lnTo>
                    <a:pt x="44006" y="139982"/>
                  </a:lnTo>
                  <a:lnTo>
                    <a:pt x="54662" y="139982"/>
                  </a:lnTo>
                  <a:lnTo>
                    <a:pt x="74534" y="137375"/>
                  </a:lnTo>
                  <a:lnTo>
                    <a:pt x="86595" y="139982"/>
                  </a:lnTo>
                  <a:lnTo>
                    <a:pt x="113574" y="139982"/>
                  </a:lnTo>
                  <a:lnTo>
                    <a:pt x="145519" y="137375"/>
                  </a:lnTo>
                  <a:lnTo>
                    <a:pt x="161128" y="139982"/>
                  </a:lnTo>
                  <a:lnTo>
                    <a:pt x="177463" y="137375"/>
                  </a:lnTo>
                  <a:lnTo>
                    <a:pt x="206562" y="137375"/>
                  </a:lnTo>
                  <a:lnTo>
                    <a:pt x="220755" y="139982"/>
                  </a:lnTo>
                  <a:lnTo>
                    <a:pt x="237090" y="139982"/>
                  </a:lnTo>
                  <a:lnTo>
                    <a:pt x="253175" y="139268"/>
                  </a:lnTo>
                  <a:lnTo>
                    <a:pt x="261926" y="141208"/>
                  </a:lnTo>
                  <a:lnTo>
                    <a:pt x="262081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30"/>
            <p:cNvSpPr/>
            <p:nvPr/>
          </p:nvSpPr>
          <p:spPr>
            <a:xfrm>
              <a:off x="636825" y="1219860"/>
              <a:ext cx="7850114" cy="4668"/>
            </a:xfrm>
            <a:custGeom>
              <a:avLst/>
              <a:gdLst/>
              <a:ahLst/>
              <a:cxnLst/>
              <a:rect l="l" t="t" r="r" b="b"/>
              <a:pathLst>
                <a:path w="242138" h="144" extrusionOk="0">
                  <a:moveTo>
                    <a:pt x="1" y="0"/>
                  </a:moveTo>
                  <a:lnTo>
                    <a:pt x="1" y="143"/>
                  </a:lnTo>
                  <a:lnTo>
                    <a:pt x="242138" y="143"/>
                  </a:lnTo>
                  <a:lnTo>
                    <a:pt x="2421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30"/>
            <p:cNvSpPr/>
            <p:nvPr/>
          </p:nvSpPr>
          <p:spPr>
            <a:xfrm>
              <a:off x="636825" y="1534074"/>
              <a:ext cx="7850114" cy="4636"/>
            </a:xfrm>
            <a:custGeom>
              <a:avLst/>
              <a:gdLst/>
              <a:ahLst/>
              <a:cxnLst/>
              <a:rect l="l" t="t" r="r" b="b"/>
              <a:pathLst>
                <a:path w="242138" h="143" extrusionOk="0">
                  <a:moveTo>
                    <a:pt x="1" y="0"/>
                  </a:moveTo>
                  <a:lnTo>
                    <a:pt x="1" y="143"/>
                  </a:lnTo>
                  <a:lnTo>
                    <a:pt x="242138" y="143"/>
                  </a:lnTo>
                  <a:lnTo>
                    <a:pt x="2421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30"/>
            <p:cNvSpPr/>
            <p:nvPr/>
          </p:nvSpPr>
          <p:spPr>
            <a:xfrm>
              <a:off x="636825" y="1848257"/>
              <a:ext cx="7850114" cy="5058"/>
            </a:xfrm>
            <a:custGeom>
              <a:avLst/>
              <a:gdLst/>
              <a:ahLst/>
              <a:cxnLst/>
              <a:rect l="l" t="t" r="r" b="b"/>
              <a:pathLst>
                <a:path w="242138" h="156" extrusionOk="0">
                  <a:moveTo>
                    <a:pt x="1" y="1"/>
                  </a:moveTo>
                  <a:lnTo>
                    <a:pt x="1" y="156"/>
                  </a:lnTo>
                  <a:lnTo>
                    <a:pt x="242138" y="156"/>
                  </a:lnTo>
                  <a:lnTo>
                    <a:pt x="2421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30"/>
            <p:cNvSpPr/>
            <p:nvPr/>
          </p:nvSpPr>
          <p:spPr>
            <a:xfrm>
              <a:off x="636825" y="2162860"/>
              <a:ext cx="7850114" cy="4668"/>
            </a:xfrm>
            <a:custGeom>
              <a:avLst/>
              <a:gdLst/>
              <a:ahLst/>
              <a:cxnLst/>
              <a:rect l="l" t="t" r="r" b="b"/>
              <a:pathLst>
                <a:path w="242138" h="144" extrusionOk="0">
                  <a:moveTo>
                    <a:pt x="1" y="0"/>
                  </a:moveTo>
                  <a:lnTo>
                    <a:pt x="1" y="143"/>
                  </a:lnTo>
                  <a:lnTo>
                    <a:pt x="242138" y="143"/>
                  </a:lnTo>
                  <a:lnTo>
                    <a:pt x="2421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30"/>
            <p:cNvSpPr/>
            <p:nvPr/>
          </p:nvSpPr>
          <p:spPr>
            <a:xfrm>
              <a:off x="636825" y="2477075"/>
              <a:ext cx="7850114" cy="5025"/>
            </a:xfrm>
            <a:custGeom>
              <a:avLst/>
              <a:gdLst/>
              <a:ahLst/>
              <a:cxnLst/>
              <a:rect l="l" t="t" r="r" b="b"/>
              <a:pathLst>
                <a:path w="242138" h="155" extrusionOk="0">
                  <a:moveTo>
                    <a:pt x="1" y="0"/>
                  </a:moveTo>
                  <a:lnTo>
                    <a:pt x="1" y="155"/>
                  </a:lnTo>
                  <a:lnTo>
                    <a:pt x="242138" y="155"/>
                  </a:lnTo>
                  <a:lnTo>
                    <a:pt x="2421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30"/>
            <p:cNvSpPr/>
            <p:nvPr/>
          </p:nvSpPr>
          <p:spPr>
            <a:xfrm>
              <a:off x="636825" y="2791646"/>
              <a:ext cx="7850114" cy="4668"/>
            </a:xfrm>
            <a:custGeom>
              <a:avLst/>
              <a:gdLst/>
              <a:ahLst/>
              <a:cxnLst/>
              <a:rect l="l" t="t" r="r" b="b"/>
              <a:pathLst>
                <a:path w="242138" h="144" extrusionOk="0">
                  <a:moveTo>
                    <a:pt x="1" y="1"/>
                  </a:moveTo>
                  <a:lnTo>
                    <a:pt x="1" y="143"/>
                  </a:lnTo>
                  <a:lnTo>
                    <a:pt x="242138" y="143"/>
                  </a:lnTo>
                  <a:lnTo>
                    <a:pt x="2421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30"/>
            <p:cNvSpPr/>
            <p:nvPr/>
          </p:nvSpPr>
          <p:spPr>
            <a:xfrm>
              <a:off x="648788" y="3110497"/>
              <a:ext cx="7850146" cy="5025"/>
            </a:xfrm>
            <a:custGeom>
              <a:avLst/>
              <a:gdLst/>
              <a:ahLst/>
              <a:cxnLst/>
              <a:rect l="l" t="t" r="r" b="b"/>
              <a:pathLst>
                <a:path w="242139" h="155" extrusionOk="0">
                  <a:moveTo>
                    <a:pt x="1" y="0"/>
                  </a:moveTo>
                  <a:lnTo>
                    <a:pt x="1" y="155"/>
                  </a:lnTo>
                  <a:lnTo>
                    <a:pt x="242138" y="155"/>
                  </a:lnTo>
                  <a:lnTo>
                    <a:pt x="2421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30"/>
            <p:cNvSpPr/>
            <p:nvPr/>
          </p:nvSpPr>
          <p:spPr>
            <a:xfrm>
              <a:off x="648788" y="3425068"/>
              <a:ext cx="7850146" cy="4668"/>
            </a:xfrm>
            <a:custGeom>
              <a:avLst/>
              <a:gdLst/>
              <a:ahLst/>
              <a:cxnLst/>
              <a:rect l="l" t="t" r="r" b="b"/>
              <a:pathLst>
                <a:path w="242139" h="144" extrusionOk="0">
                  <a:moveTo>
                    <a:pt x="1" y="1"/>
                  </a:moveTo>
                  <a:lnTo>
                    <a:pt x="1" y="144"/>
                  </a:lnTo>
                  <a:lnTo>
                    <a:pt x="242138" y="144"/>
                  </a:lnTo>
                  <a:lnTo>
                    <a:pt x="2421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30"/>
            <p:cNvSpPr/>
            <p:nvPr/>
          </p:nvSpPr>
          <p:spPr>
            <a:xfrm>
              <a:off x="648788" y="3739283"/>
              <a:ext cx="7850146" cy="5058"/>
            </a:xfrm>
            <a:custGeom>
              <a:avLst/>
              <a:gdLst/>
              <a:ahLst/>
              <a:cxnLst/>
              <a:rect l="l" t="t" r="r" b="b"/>
              <a:pathLst>
                <a:path w="242139" h="156" extrusionOk="0">
                  <a:moveTo>
                    <a:pt x="1" y="0"/>
                  </a:moveTo>
                  <a:lnTo>
                    <a:pt x="1" y="155"/>
                  </a:lnTo>
                  <a:lnTo>
                    <a:pt x="242138" y="155"/>
                  </a:lnTo>
                  <a:lnTo>
                    <a:pt x="2421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30"/>
            <p:cNvSpPr/>
            <p:nvPr/>
          </p:nvSpPr>
          <p:spPr>
            <a:xfrm>
              <a:off x="648788" y="4053854"/>
              <a:ext cx="7850146" cy="4668"/>
            </a:xfrm>
            <a:custGeom>
              <a:avLst/>
              <a:gdLst/>
              <a:ahLst/>
              <a:cxnLst/>
              <a:rect l="l" t="t" r="r" b="b"/>
              <a:pathLst>
                <a:path w="242139" h="144" extrusionOk="0">
                  <a:moveTo>
                    <a:pt x="1" y="1"/>
                  </a:moveTo>
                  <a:lnTo>
                    <a:pt x="1" y="144"/>
                  </a:lnTo>
                  <a:lnTo>
                    <a:pt x="242138" y="144"/>
                  </a:lnTo>
                  <a:lnTo>
                    <a:pt x="2421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30"/>
            <p:cNvSpPr/>
            <p:nvPr/>
          </p:nvSpPr>
          <p:spPr>
            <a:xfrm>
              <a:off x="648788" y="4368069"/>
              <a:ext cx="7850146" cy="5058"/>
            </a:xfrm>
            <a:custGeom>
              <a:avLst/>
              <a:gdLst/>
              <a:ahLst/>
              <a:cxnLst/>
              <a:rect l="l" t="t" r="r" b="b"/>
              <a:pathLst>
                <a:path w="242139" h="156" extrusionOk="0">
                  <a:moveTo>
                    <a:pt x="1" y="1"/>
                  </a:moveTo>
                  <a:lnTo>
                    <a:pt x="1" y="155"/>
                  </a:lnTo>
                  <a:lnTo>
                    <a:pt x="242138" y="155"/>
                  </a:lnTo>
                  <a:lnTo>
                    <a:pt x="2421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86" name="Google Shape;686;p30"/>
          <p:cNvSpPr/>
          <p:nvPr/>
        </p:nvSpPr>
        <p:spPr>
          <a:xfrm rot="3211094">
            <a:off x="567185" y="4286472"/>
            <a:ext cx="112810" cy="112828"/>
          </a:xfrm>
          <a:custGeom>
            <a:avLst/>
            <a:gdLst/>
            <a:ahLst/>
            <a:cxnLst/>
            <a:rect l="l" t="t" r="r" b="b"/>
            <a:pathLst>
              <a:path w="6138" h="6139" extrusionOk="0">
                <a:moveTo>
                  <a:pt x="3069" y="0"/>
                </a:moveTo>
                <a:cubicBezTo>
                  <a:pt x="2625" y="513"/>
                  <a:pt x="2402" y="1024"/>
                  <a:pt x="2235" y="1535"/>
                </a:cubicBezTo>
                <a:cubicBezTo>
                  <a:pt x="2177" y="1722"/>
                  <a:pt x="2134" y="1909"/>
                  <a:pt x="2099" y="2097"/>
                </a:cubicBezTo>
                <a:cubicBezTo>
                  <a:pt x="1912" y="2131"/>
                  <a:pt x="1723" y="2173"/>
                  <a:pt x="1536" y="2233"/>
                </a:cubicBezTo>
                <a:cubicBezTo>
                  <a:pt x="1023" y="2398"/>
                  <a:pt x="512" y="2623"/>
                  <a:pt x="1" y="3070"/>
                </a:cubicBezTo>
                <a:cubicBezTo>
                  <a:pt x="512" y="3517"/>
                  <a:pt x="1023" y="3740"/>
                  <a:pt x="1536" y="3907"/>
                </a:cubicBezTo>
                <a:cubicBezTo>
                  <a:pt x="1722" y="3966"/>
                  <a:pt x="1909" y="4008"/>
                  <a:pt x="2096" y="4042"/>
                </a:cubicBezTo>
                <a:cubicBezTo>
                  <a:pt x="2132" y="4230"/>
                  <a:pt x="2173" y="4417"/>
                  <a:pt x="2232" y="4604"/>
                </a:cubicBezTo>
                <a:cubicBezTo>
                  <a:pt x="2399" y="5115"/>
                  <a:pt x="2622" y="5627"/>
                  <a:pt x="3069" y="6138"/>
                </a:cubicBezTo>
                <a:cubicBezTo>
                  <a:pt x="3517" y="5627"/>
                  <a:pt x="3741" y="5115"/>
                  <a:pt x="3906" y="4604"/>
                </a:cubicBezTo>
                <a:cubicBezTo>
                  <a:pt x="3966" y="4416"/>
                  <a:pt x="4008" y="4229"/>
                  <a:pt x="4042" y="4040"/>
                </a:cubicBezTo>
                <a:cubicBezTo>
                  <a:pt x="4230" y="4005"/>
                  <a:pt x="4416" y="3963"/>
                  <a:pt x="4604" y="3904"/>
                </a:cubicBezTo>
                <a:cubicBezTo>
                  <a:pt x="5115" y="3737"/>
                  <a:pt x="5626" y="3514"/>
                  <a:pt x="6138" y="3070"/>
                </a:cubicBezTo>
                <a:cubicBezTo>
                  <a:pt x="5626" y="2625"/>
                  <a:pt x="5115" y="2402"/>
                  <a:pt x="4604" y="2235"/>
                </a:cubicBezTo>
                <a:cubicBezTo>
                  <a:pt x="4416" y="2176"/>
                  <a:pt x="4228" y="2133"/>
                  <a:pt x="4040" y="2099"/>
                </a:cubicBezTo>
                <a:cubicBezTo>
                  <a:pt x="4005" y="1910"/>
                  <a:pt x="3963" y="1723"/>
                  <a:pt x="3904" y="1535"/>
                </a:cubicBezTo>
                <a:cubicBezTo>
                  <a:pt x="3738" y="1024"/>
                  <a:pt x="3514" y="513"/>
                  <a:pt x="306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7" name="Google Shape;687;p30"/>
          <p:cNvSpPr/>
          <p:nvPr/>
        </p:nvSpPr>
        <p:spPr>
          <a:xfrm rot="3211094">
            <a:off x="7572972" y="4626472"/>
            <a:ext cx="112810" cy="112828"/>
          </a:xfrm>
          <a:custGeom>
            <a:avLst/>
            <a:gdLst/>
            <a:ahLst/>
            <a:cxnLst/>
            <a:rect l="l" t="t" r="r" b="b"/>
            <a:pathLst>
              <a:path w="6138" h="6139" extrusionOk="0">
                <a:moveTo>
                  <a:pt x="3069" y="0"/>
                </a:moveTo>
                <a:cubicBezTo>
                  <a:pt x="2625" y="513"/>
                  <a:pt x="2402" y="1024"/>
                  <a:pt x="2235" y="1535"/>
                </a:cubicBezTo>
                <a:cubicBezTo>
                  <a:pt x="2177" y="1722"/>
                  <a:pt x="2134" y="1909"/>
                  <a:pt x="2099" y="2097"/>
                </a:cubicBezTo>
                <a:cubicBezTo>
                  <a:pt x="1912" y="2131"/>
                  <a:pt x="1723" y="2173"/>
                  <a:pt x="1536" y="2233"/>
                </a:cubicBezTo>
                <a:cubicBezTo>
                  <a:pt x="1023" y="2398"/>
                  <a:pt x="512" y="2623"/>
                  <a:pt x="1" y="3070"/>
                </a:cubicBezTo>
                <a:cubicBezTo>
                  <a:pt x="512" y="3517"/>
                  <a:pt x="1023" y="3740"/>
                  <a:pt x="1536" y="3907"/>
                </a:cubicBezTo>
                <a:cubicBezTo>
                  <a:pt x="1722" y="3966"/>
                  <a:pt x="1909" y="4008"/>
                  <a:pt x="2096" y="4042"/>
                </a:cubicBezTo>
                <a:cubicBezTo>
                  <a:pt x="2132" y="4230"/>
                  <a:pt x="2173" y="4417"/>
                  <a:pt x="2232" y="4604"/>
                </a:cubicBezTo>
                <a:cubicBezTo>
                  <a:pt x="2399" y="5115"/>
                  <a:pt x="2622" y="5627"/>
                  <a:pt x="3069" y="6138"/>
                </a:cubicBezTo>
                <a:cubicBezTo>
                  <a:pt x="3517" y="5627"/>
                  <a:pt x="3741" y="5115"/>
                  <a:pt x="3906" y="4604"/>
                </a:cubicBezTo>
                <a:cubicBezTo>
                  <a:pt x="3966" y="4416"/>
                  <a:pt x="4008" y="4229"/>
                  <a:pt x="4042" y="4040"/>
                </a:cubicBezTo>
                <a:cubicBezTo>
                  <a:pt x="4230" y="4005"/>
                  <a:pt x="4416" y="3963"/>
                  <a:pt x="4604" y="3904"/>
                </a:cubicBezTo>
                <a:cubicBezTo>
                  <a:pt x="5115" y="3737"/>
                  <a:pt x="5626" y="3514"/>
                  <a:pt x="6138" y="3070"/>
                </a:cubicBezTo>
                <a:cubicBezTo>
                  <a:pt x="5626" y="2625"/>
                  <a:pt x="5115" y="2402"/>
                  <a:pt x="4604" y="2235"/>
                </a:cubicBezTo>
                <a:cubicBezTo>
                  <a:pt x="4416" y="2176"/>
                  <a:pt x="4228" y="2133"/>
                  <a:pt x="4040" y="2099"/>
                </a:cubicBezTo>
                <a:cubicBezTo>
                  <a:pt x="4005" y="1910"/>
                  <a:pt x="3963" y="1723"/>
                  <a:pt x="3904" y="1535"/>
                </a:cubicBezTo>
                <a:cubicBezTo>
                  <a:pt x="3738" y="1024"/>
                  <a:pt x="3514" y="513"/>
                  <a:pt x="3069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8" name="Google Shape;688;p30"/>
          <p:cNvSpPr/>
          <p:nvPr/>
        </p:nvSpPr>
        <p:spPr>
          <a:xfrm rot="5400000">
            <a:off x="444246" y="671965"/>
            <a:ext cx="100451" cy="100451"/>
          </a:xfrm>
          <a:custGeom>
            <a:avLst/>
            <a:gdLst/>
            <a:ahLst/>
            <a:cxnLst/>
            <a:rect l="l" t="t" r="r" b="b"/>
            <a:pathLst>
              <a:path w="2835" h="2836" extrusionOk="0">
                <a:moveTo>
                  <a:pt x="1417" y="0"/>
                </a:moveTo>
                <a:cubicBezTo>
                  <a:pt x="635" y="0"/>
                  <a:pt x="0" y="635"/>
                  <a:pt x="0" y="1418"/>
                </a:cubicBezTo>
                <a:cubicBezTo>
                  <a:pt x="0" y="2200"/>
                  <a:pt x="635" y="2835"/>
                  <a:pt x="1417" y="2835"/>
                </a:cubicBezTo>
                <a:cubicBezTo>
                  <a:pt x="2200" y="2835"/>
                  <a:pt x="2835" y="2200"/>
                  <a:pt x="2835" y="1418"/>
                </a:cubicBezTo>
                <a:cubicBezTo>
                  <a:pt x="2835" y="635"/>
                  <a:pt x="2201" y="0"/>
                  <a:pt x="141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9" name="Google Shape;689;p30"/>
          <p:cNvSpPr/>
          <p:nvPr/>
        </p:nvSpPr>
        <p:spPr>
          <a:xfrm rot="7660645">
            <a:off x="8453494" y="636909"/>
            <a:ext cx="112800" cy="112818"/>
          </a:xfrm>
          <a:custGeom>
            <a:avLst/>
            <a:gdLst/>
            <a:ahLst/>
            <a:cxnLst/>
            <a:rect l="l" t="t" r="r" b="b"/>
            <a:pathLst>
              <a:path w="6138" h="6139" extrusionOk="0">
                <a:moveTo>
                  <a:pt x="3069" y="0"/>
                </a:moveTo>
                <a:cubicBezTo>
                  <a:pt x="2625" y="513"/>
                  <a:pt x="2402" y="1024"/>
                  <a:pt x="2235" y="1535"/>
                </a:cubicBezTo>
                <a:cubicBezTo>
                  <a:pt x="2177" y="1722"/>
                  <a:pt x="2134" y="1909"/>
                  <a:pt x="2099" y="2097"/>
                </a:cubicBezTo>
                <a:cubicBezTo>
                  <a:pt x="1912" y="2131"/>
                  <a:pt x="1723" y="2173"/>
                  <a:pt x="1536" y="2233"/>
                </a:cubicBezTo>
                <a:cubicBezTo>
                  <a:pt x="1023" y="2398"/>
                  <a:pt x="512" y="2623"/>
                  <a:pt x="1" y="3070"/>
                </a:cubicBezTo>
                <a:cubicBezTo>
                  <a:pt x="512" y="3517"/>
                  <a:pt x="1023" y="3740"/>
                  <a:pt x="1536" y="3907"/>
                </a:cubicBezTo>
                <a:cubicBezTo>
                  <a:pt x="1722" y="3966"/>
                  <a:pt x="1909" y="4008"/>
                  <a:pt x="2096" y="4042"/>
                </a:cubicBezTo>
                <a:cubicBezTo>
                  <a:pt x="2132" y="4230"/>
                  <a:pt x="2173" y="4417"/>
                  <a:pt x="2232" y="4604"/>
                </a:cubicBezTo>
                <a:cubicBezTo>
                  <a:pt x="2399" y="5115"/>
                  <a:pt x="2622" y="5627"/>
                  <a:pt x="3069" y="6138"/>
                </a:cubicBezTo>
                <a:cubicBezTo>
                  <a:pt x="3517" y="5627"/>
                  <a:pt x="3741" y="5115"/>
                  <a:pt x="3906" y="4604"/>
                </a:cubicBezTo>
                <a:cubicBezTo>
                  <a:pt x="3966" y="4416"/>
                  <a:pt x="4008" y="4229"/>
                  <a:pt x="4042" y="4040"/>
                </a:cubicBezTo>
                <a:cubicBezTo>
                  <a:pt x="4230" y="4005"/>
                  <a:pt x="4416" y="3963"/>
                  <a:pt x="4604" y="3904"/>
                </a:cubicBezTo>
                <a:cubicBezTo>
                  <a:pt x="5115" y="3737"/>
                  <a:pt x="5626" y="3514"/>
                  <a:pt x="6138" y="3070"/>
                </a:cubicBezTo>
                <a:cubicBezTo>
                  <a:pt x="5626" y="2625"/>
                  <a:pt x="5115" y="2402"/>
                  <a:pt x="4604" y="2235"/>
                </a:cubicBezTo>
                <a:cubicBezTo>
                  <a:pt x="4416" y="2176"/>
                  <a:pt x="4228" y="2133"/>
                  <a:pt x="4040" y="2099"/>
                </a:cubicBezTo>
                <a:cubicBezTo>
                  <a:pt x="4005" y="1910"/>
                  <a:pt x="3963" y="1723"/>
                  <a:pt x="3904" y="1535"/>
                </a:cubicBezTo>
                <a:cubicBezTo>
                  <a:pt x="3738" y="1024"/>
                  <a:pt x="3514" y="513"/>
                  <a:pt x="3069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0" name="Google Shape;690;p30"/>
          <p:cNvSpPr/>
          <p:nvPr/>
        </p:nvSpPr>
        <p:spPr>
          <a:xfrm rot="9899885">
            <a:off x="8598216" y="4430991"/>
            <a:ext cx="82005" cy="82047"/>
          </a:xfrm>
          <a:custGeom>
            <a:avLst/>
            <a:gdLst/>
            <a:ahLst/>
            <a:cxnLst/>
            <a:rect l="l" t="t" r="r" b="b"/>
            <a:pathLst>
              <a:path w="2835" h="2836" extrusionOk="0">
                <a:moveTo>
                  <a:pt x="1417" y="0"/>
                </a:moveTo>
                <a:cubicBezTo>
                  <a:pt x="635" y="0"/>
                  <a:pt x="0" y="635"/>
                  <a:pt x="0" y="1418"/>
                </a:cubicBezTo>
                <a:cubicBezTo>
                  <a:pt x="0" y="2200"/>
                  <a:pt x="635" y="2835"/>
                  <a:pt x="1417" y="2835"/>
                </a:cubicBezTo>
                <a:cubicBezTo>
                  <a:pt x="2200" y="2835"/>
                  <a:pt x="2835" y="2200"/>
                  <a:pt x="2835" y="1418"/>
                </a:cubicBezTo>
                <a:cubicBezTo>
                  <a:pt x="2835" y="635"/>
                  <a:pt x="2201" y="0"/>
                  <a:pt x="141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1" name="Google Shape;691;p30"/>
          <p:cNvSpPr/>
          <p:nvPr/>
        </p:nvSpPr>
        <p:spPr>
          <a:xfrm rot="5400000">
            <a:off x="8638275" y="694489"/>
            <a:ext cx="55424" cy="55423"/>
          </a:xfrm>
          <a:custGeom>
            <a:avLst/>
            <a:gdLst/>
            <a:ahLst/>
            <a:cxnLst/>
            <a:rect l="l" t="t" r="r" b="b"/>
            <a:pathLst>
              <a:path w="2835" h="2836" extrusionOk="0">
                <a:moveTo>
                  <a:pt x="1417" y="0"/>
                </a:moveTo>
                <a:cubicBezTo>
                  <a:pt x="635" y="0"/>
                  <a:pt x="0" y="635"/>
                  <a:pt x="0" y="1418"/>
                </a:cubicBezTo>
                <a:cubicBezTo>
                  <a:pt x="0" y="2200"/>
                  <a:pt x="635" y="2835"/>
                  <a:pt x="1417" y="2835"/>
                </a:cubicBezTo>
                <a:cubicBezTo>
                  <a:pt x="2200" y="2835"/>
                  <a:pt x="2835" y="2200"/>
                  <a:pt x="2835" y="1418"/>
                </a:cubicBezTo>
                <a:cubicBezTo>
                  <a:pt x="2835" y="635"/>
                  <a:pt x="2201" y="0"/>
                  <a:pt x="1417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2" name="Google Shape;692;p30"/>
          <p:cNvSpPr txBox="1">
            <a:spLocks noGrp="1"/>
          </p:cNvSpPr>
          <p:nvPr>
            <p:ph type="title"/>
          </p:nvPr>
        </p:nvSpPr>
        <p:spPr>
          <a:xfrm>
            <a:off x="2149550" y="1054157"/>
            <a:ext cx="4359000" cy="130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8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93" name="Google Shape;693;p30"/>
          <p:cNvSpPr txBox="1">
            <a:spLocks noGrp="1"/>
          </p:cNvSpPr>
          <p:nvPr>
            <p:ph type="subTitle" idx="1"/>
          </p:nvPr>
        </p:nvSpPr>
        <p:spPr>
          <a:xfrm>
            <a:off x="2521250" y="2314525"/>
            <a:ext cx="3615600" cy="12312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dist="95250" dir="3000000" algn="bl" rotWithShape="0">
              <a:schemeClr val="l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6" name="Google Shape;696;p31"/>
          <p:cNvGrpSpPr/>
          <p:nvPr/>
        </p:nvGrpSpPr>
        <p:grpSpPr>
          <a:xfrm>
            <a:off x="311036" y="279900"/>
            <a:ext cx="8496698" cy="4620823"/>
            <a:chOff x="311036" y="279900"/>
            <a:chExt cx="8496698" cy="4620823"/>
          </a:xfrm>
        </p:grpSpPr>
        <p:sp>
          <p:nvSpPr>
            <p:cNvPr id="697" name="Google Shape;697;p31"/>
            <p:cNvSpPr/>
            <p:nvPr/>
          </p:nvSpPr>
          <p:spPr>
            <a:xfrm>
              <a:off x="311814" y="4642854"/>
              <a:ext cx="8495531" cy="257869"/>
            </a:xfrm>
            <a:custGeom>
              <a:avLst/>
              <a:gdLst/>
              <a:ahLst/>
              <a:cxnLst/>
              <a:rect l="l" t="t" r="r" b="b"/>
              <a:pathLst>
                <a:path w="262046" h="7954" extrusionOk="0">
                  <a:moveTo>
                    <a:pt x="1739" y="1"/>
                  </a:moveTo>
                  <a:lnTo>
                    <a:pt x="1727" y="239"/>
                  </a:lnTo>
                  <a:lnTo>
                    <a:pt x="798" y="941"/>
                  </a:lnTo>
                  <a:lnTo>
                    <a:pt x="1" y="1453"/>
                  </a:lnTo>
                  <a:lnTo>
                    <a:pt x="1" y="2465"/>
                  </a:lnTo>
                  <a:lnTo>
                    <a:pt x="1917" y="2394"/>
                  </a:lnTo>
                  <a:lnTo>
                    <a:pt x="3870" y="2346"/>
                  </a:lnTo>
                  <a:lnTo>
                    <a:pt x="5823" y="2560"/>
                  </a:lnTo>
                  <a:lnTo>
                    <a:pt x="7728" y="2596"/>
                  </a:lnTo>
                  <a:lnTo>
                    <a:pt x="9323" y="2941"/>
                  </a:lnTo>
                  <a:lnTo>
                    <a:pt x="11097" y="3180"/>
                  </a:lnTo>
                  <a:lnTo>
                    <a:pt x="12645" y="3608"/>
                  </a:lnTo>
                  <a:lnTo>
                    <a:pt x="14181" y="4061"/>
                  </a:lnTo>
                  <a:lnTo>
                    <a:pt x="16229" y="4037"/>
                  </a:lnTo>
                  <a:lnTo>
                    <a:pt x="17919" y="4346"/>
                  </a:lnTo>
                  <a:lnTo>
                    <a:pt x="19574" y="4692"/>
                  </a:lnTo>
                  <a:lnTo>
                    <a:pt x="20884" y="5358"/>
                  </a:lnTo>
                  <a:lnTo>
                    <a:pt x="22587" y="5739"/>
                  </a:lnTo>
                  <a:lnTo>
                    <a:pt x="24456" y="5418"/>
                  </a:lnTo>
                  <a:lnTo>
                    <a:pt x="26230" y="5513"/>
                  </a:lnTo>
                  <a:lnTo>
                    <a:pt x="28004" y="5716"/>
                  </a:lnTo>
                  <a:lnTo>
                    <a:pt x="29742" y="5668"/>
                  </a:lnTo>
                  <a:lnTo>
                    <a:pt x="31564" y="5835"/>
                  </a:lnTo>
                  <a:lnTo>
                    <a:pt x="33469" y="5930"/>
                  </a:lnTo>
                  <a:lnTo>
                    <a:pt x="35041" y="6442"/>
                  </a:lnTo>
                  <a:lnTo>
                    <a:pt x="36779" y="6763"/>
                  </a:lnTo>
                  <a:lnTo>
                    <a:pt x="38565" y="7013"/>
                  </a:lnTo>
                  <a:lnTo>
                    <a:pt x="40446" y="7156"/>
                  </a:lnTo>
                  <a:lnTo>
                    <a:pt x="42351" y="7263"/>
                  </a:lnTo>
                  <a:lnTo>
                    <a:pt x="43982" y="7692"/>
                  </a:lnTo>
                  <a:lnTo>
                    <a:pt x="45744" y="7609"/>
                  </a:lnTo>
                  <a:lnTo>
                    <a:pt x="47518" y="7502"/>
                  </a:lnTo>
                  <a:lnTo>
                    <a:pt x="49292" y="7728"/>
                  </a:lnTo>
                  <a:lnTo>
                    <a:pt x="51066" y="7918"/>
                  </a:lnTo>
                  <a:lnTo>
                    <a:pt x="52840" y="7597"/>
                  </a:lnTo>
                  <a:lnTo>
                    <a:pt x="54543" y="7502"/>
                  </a:lnTo>
                  <a:lnTo>
                    <a:pt x="56424" y="7716"/>
                  </a:lnTo>
                  <a:lnTo>
                    <a:pt x="57913" y="7251"/>
                  </a:lnTo>
                  <a:lnTo>
                    <a:pt x="59651" y="7168"/>
                  </a:lnTo>
                  <a:lnTo>
                    <a:pt x="61211" y="6811"/>
                  </a:lnTo>
                  <a:lnTo>
                    <a:pt x="62818" y="6537"/>
                  </a:lnTo>
                  <a:lnTo>
                    <a:pt x="64532" y="6406"/>
                  </a:lnTo>
                  <a:lnTo>
                    <a:pt x="66152" y="6132"/>
                  </a:lnTo>
                  <a:lnTo>
                    <a:pt x="67878" y="6013"/>
                  </a:lnTo>
                  <a:lnTo>
                    <a:pt x="69414" y="5620"/>
                  </a:lnTo>
                  <a:lnTo>
                    <a:pt x="71033" y="5346"/>
                  </a:lnTo>
                  <a:lnTo>
                    <a:pt x="72950" y="5501"/>
                  </a:lnTo>
                  <a:lnTo>
                    <a:pt x="74474" y="5204"/>
                  </a:lnTo>
                  <a:lnTo>
                    <a:pt x="76248" y="5466"/>
                  </a:lnTo>
                  <a:lnTo>
                    <a:pt x="77796" y="5989"/>
                  </a:lnTo>
                  <a:lnTo>
                    <a:pt x="79427" y="6430"/>
                  </a:lnTo>
                  <a:lnTo>
                    <a:pt x="81594" y="6430"/>
                  </a:lnTo>
                  <a:lnTo>
                    <a:pt x="83166" y="6930"/>
                  </a:lnTo>
                  <a:lnTo>
                    <a:pt x="84773" y="7406"/>
                  </a:lnTo>
                  <a:lnTo>
                    <a:pt x="86571" y="7716"/>
                  </a:lnTo>
                  <a:lnTo>
                    <a:pt x="88369" y="7561"/>
                  </a:lnTo>
                  <a:lnTo>
                    <a:pt x="90155" y="7537"/>
                  </a:lnTo>
                  <a:lnTo>
                    <a:pt x="91953" y="7668"/>
                  </a:lnTo>
                  <a:lnTo>
                    <a:pt x="93750" y="7883"/>
                  </a:lnTo>
                  <a:lnTo>
                    <a:pt x="95548" y="7871"/>
                  </a:lnTo>
                  <a:lnTo>
                    <a:pt x="97346" y="7704"/>
                  </a:lnTo>
                  <a:lnTo>
                    <a:pt x="99132" y="7847"/>
                  </a:lnTo>
                  <a:lnTo>
                    <a:pt x="100930" y="7942"/>
                  </a:lnTo>
                  <a:lnTo>
                    <a:pt x="102728" y="7644"/>
                  </a:lnTo>
                  <a:lnTo>
                    <a:pt x="104526" y="7763"/>
                  </a:lnTo>
                  <a:lnTo>
                    <a:pt x="106335" y="7573"/>
                  </a:lnTo>
                  <a:lnTo>
                    <a:pt x="108133" y="7763"/>
                  </a:lnTo>
                  <a:lnTo>
                    <a:pt x="109931" y="7644"/>
                  </a:lnTo>
                  <a:lnTo>
                    <a:pt x="111729" y="7918"/>
                  </a:lnTo>
                  <a:lnTo>
                    <a:pt x="113550" y="7752"/>
                  </a:lnTo>
                  <a:lnTo>
                    <a:pt x="115253" y="7442"/>
                  </a:lnTo>
                  <a:lnTo>
                    <a:pt x="117134" y="7561"/>
                  </a:lnTo>
                  <a:lnTo>
                    <a:pt x="118765" y="7073"/>
                  </a:lnTo>
                  <a:lnTo>
                    <a:pt x="120599" y="7073"/>
                  </a:lnTo>
                  <a:lnTo>
                    <a:pt x="122337" y="6859"/>
                  </a:lnTo>
                  <a:lnTo>
                    <a:pt x="124266" y="7061"/>
                  </a:lnTo>
                  <a:lnTo>
                    <a:pt x="125969" y="6751"/>
                  </a:lnTo>
                  <a:lnTo>
                    <a:pt x="127767" y="6668"/>
                  </a:lnTo>
                  <a:lnTo>
                    <a:pt x="129410" y="6228"/>
                  </a:lnTo>
                  <a:lnTo>
                    <a:pt x="131172" y="6061"/>
                  </a:lnTo>
                  <a:lnTo>
                    <a:pt x="132958" y="5930"/>
                  </a:lnTo>
                  <a:lnTo>
                    <a:pt x="134755" y="5858"/>
                  </a:lnTo>
                  <a:lnTo>
                    <a:pt x="136494" y="5620"/>
                  </a:lnTo>
                  <a:lnTo>
                    <a:pt x="138339" y="5644"/>
                  </a:lnTo>
                  <a:lnTo>
                    <a:pt x="140220" y="5739"/>
                  </a:lnTo>
                  <a:lnTo>
                    <a:pt x="141959" y="5513"/>
                  </a:lnTo>
                  <a:lnTo>
                    <a:pt x="143626" y="5096"/>
                  </a:lnTo>
                  <a:lnTo>
                    <a:pt x="145519" y="4966"/>
                  </a:lnTo>
                  <a:lnTo>
                    <a:pt x="147031" y="5608"/>
                  </a:lnTo>
                  <a:lnTo>
                    <a:pt x="148781" y="5870"/>
                  </a:lnTo>
                  <a:lnTo>
                    <a:pt x="150615" y="6049"/>
                  </a:lnTo>
                  <a:lnTo>
                    <a:pt x="152543" y="6120"/>
                  </a:lnTo>
                  <a:lnTo>
                    <a:pt x="154175" y="6537"/>
                  </a:lnTo>
                  <a:lnTo>
                    <a:pt x="155877" y="6859"/>
                  </a:lnTo>
                  <a:lnTo>
                    <a:pt x="157461" y="7323"/>
                  </a:lnTo>
                  <a:lnTo>
                    <a:pt x="159270" y="7537"/>
                  </a:lnTo>
                  <a:lnTo>
                    <a:pt x="161104" y="7537"/>
                  </a:lnTo>
                  <a:lnTo>
                    <a:pt x="162914" y="7680"/>
                  </a:lnTo>
                  <a:lnTo>
                    <a:pt x="164521" y="7394"/>
                  </a:lnTo>
                  <a:lnTo>
                    <a:pt x="166140" y="7121"/>
                  </a:lnTo>
                  <a:lnTo>
                    <a:pt x="167760" y="6847"/>
                  </a:lnTo>
                  <a:lnTo>
                    <a:pt x="169224" y="6394"/>
                  </a:lnTo>
                  <a:lnTo>
                    <a:pt x="170784" y="6049"/>
                  </a:lnTo>
                  <a:lnTo>
                    <a:pt x="172653" y="6073"/>
                  </a:lnTo>
                  <a:lnTo>
                    <a:pt x="174272" y="5787"/>
                  </a:lnTo>
                  <a:lnTo>
                    <a:pt x="175892" y="5501"/>
                  </a:lnTo>
                  <a:lnTo>
                    <a:pt x="177439" y="5144"/>
                  </a:lnTo>
                  <a:lnTo>
                    <a:pt x="179249" y="5108"/>
                  </a:lnTo>
                  <a:lnTo>
                    <a:pt x="181071" y="4977"/>
                  </a:lnTo>
                  <a:lnTo>
                    <a:pt x="182892" y="5204"/>
                  </a:lnTo>
                  <a:lnTo>
                    <a:pt x="184714" y="5061"/>
                  </a:lnTo>
                  <a:lnTo>
                    <a:pt x="186548" y="5335"/>
                  </a:lnTo>
                  <a:lnTo>
                    <a:pt x="188369" y="5239"/>
                  </a:lnTo>
                  <a:lnTo>
                    <a:pt x="190203" y="5287"/>
                  </a:lnTo>
                  <a:lnTo>
                    <a:pt x="192013" y="5204"/>
                  </a:lnTo>
                  <a:lnTo>
                    <a:pt x="193822" y="4942"/>
                  </a:lnTo>
                  <a:lnTo>
                    <a:pt x="195632" y="5144"/>
                  </a:lnTo>
                  <a:lnTo>
                    <a:pt x="197442" y="4918"/>
                  </a:lnTo>
                  <a:lnTo>
                    <a:pt x="199264" y="4906"/>
                  </a:lnTo>
                  <a:lnTo>
                    <a:pt x="201073" y="5156"/>
                  </a:lnTo>
                  <a:lnTo>
                    <a:pt x="202895" y="5085"/>
                  </a:lnTo>
                  <a:lnTo>
                    <a:pt x="204705" y="4906"/>
                  </a:lnTo>
                  <a:lnTo>
                    <a:pt x="206550" y="5061"/>
                  </a:lnTo>
                  <a:lnTo>
                    <a:pt x="208241" y="5263"/>
                  </a:lnTo>
                  <a:lnTo>
                    <a:pt x="209848" y="5513"/>
                  </a:lnTo>
                  <a:lnTo>
                    <a:pt x="211420" y="5811"/>
                  </a:lnTo>
                  <a:lnTo>
                    <a:pt x="212896" y="6204"/>
                  </a:lnTo>
                  <a:lnTo>
                    <a:pt x="214230" y="6740"/>
                  </a:lnTo>
                  <a:lnTo>
                    <a:pt x="216182" y="6656"/>
                  </a:lnTo>
                  <a:lnTo>
                    <a:pt x="217444" y="7263"/>
                  </a:lnTo>
                  <a:lnTo>
                    <a:pt x="218933" y="7644"/>
                  </a:lnTo>
                  <a:lnTo>
                    <a:pt x="220802" y="7549"/>
                  </a:lnTo>
                  <a:lnTo>
                    <a:pt x="222528" y="7787"/>
                  </a:lnTo>
                  <a:lnTo>
                    <a:pt x="224350" y="7740"/>
                  </a:lnTo>
                  <a:lnTo>
                    <a:pt x="226160" y="7716"/>
                  </a:lnTo>
                  <a:lnTo>
                    <a:pt x="227970" y="7692"/>
                  </a:lnTo>
                  <a:lnTo>
                    <a:pt x="229779" y="7585"/>
                  </a:lnTo>
                  <a:lnTo>
                    <a:pt x="231601" y="7811"/>
                  </a:lnTo>
                  <a:lnTo>
                    <a:pt x="233411" y="7668"/>
                  </a:lnTo>
                  <a:lnTo>
                    <a:pt x="235232" y="7954"/>
                  </a:lnTo>
                  <a:lnTo>
                    <a:pt x="237042" y="7609"/>
                  </a:lnTo>
                  <a:lnTo>
                    <a:pt x="238804" y="7549"/>
                  </a:lnTo>
                  <a:lnTo>
                    <a:pt x="240626" y="7573"/>
                  </a:lnTo>
                  <a:lnTo>
                    <a:pt x="242352" y="7263"/>
                  </a:lnTo>
                  <a:lnTo>
                    <a:pt x="244186" y="7371"/>
                  </a:lnTo>
                  <a:lnTo>
                    <a:pt x="246007" y="7454"/>
                  </a:lnTo>
                  <a:lnTo>
                    <a:pt x="247817" y="7466"/>
                  </a:lnTo>
                  <a:lnTo>
                    <a:pt x="249520" y="7037"/>
                  </a:lnTo>
                  <a:lnTo>
                    <a:pt x="251365" y="7180"/>
                  </a:lnTo>
                  <a:lnTo>
                    <a:pt x="253139" y="7061"/>
                  </a:lnTo>
                  <a:lnTo>
                    <a:pt x="254842" y="7263"/>
                  </a:lnTo>
                  <a:lnTo>
                    <a:pt x="256652" y="7204"/>
                  </a:lnTo>
                  <a:lnTo>
                    <a:pt x="258414" y="7263"/>
                  </a:lnTo>
                  <a:lnTo>
                    <a:pt x="260093" y="7597"/>
                  </a:lnTo>
                  <a:lnTo>
                    <a:pt x="262045" y="7621"/>
                  </a:lnTo>
                  <a:lnTo>
                    <a:pt x="261890" y="6632"/>
                  </a:lnTo>
                  <a:lnTo>
                    <a:pt x="261676" y="6001"/>
                  </a:lnTo>
                  <a:lnTo>
                    <a:pt x="261581" y="5227"/>
                  </a:lnTo>
                  <a:lnTo>
                    <a:pt x="260938" y="4477"/>
                  </a:lnTo>
                  <a:lnTo>
                    <a:pt x="260438" y="3727"/>
                  </a:lnTo>
                  <a:lnTo>
                    <a:pt x="260104" y="2965"/>
                  </a:lnTo>
                  <a:lnTo>
                    <a:pt x="260045" y="2191"/>
                  </a:lnTo>
                  <a:lnTo>
                    <a:pt x="260533" y="1382"/>
                  </a:lnTo>
                  <a:lnTo>
                    <a:pt x="259747" y="644"/>
                  </a:lnTo>
                  <a:lnTo>
                    <a:pt x="2593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31"/>
            <p:cNvSpPr/>
            <p:nvPr/>
          </p:nvSpPr>
          <p:spPr>
            <a:xfrm>
              <a:off x="311036" y="279900"/>
              <a:ext cx="8496698" cy="4577996"/>
            </a:xfrm>
            <a:custGeom>
              <a:avLst/>
              <a:gdLst/>
              <a:ahLst/>
              <a:cxnLst/>
              <a:rect l="l" t="t" r="r" b="b"/>
              <a:pathLst>
                <a:path w="262082" h="141209" extrusionOk="0">
                  <a:moveTo>
                    <a:pt x="262069" y="12"/>
                  </a:moveTo>
                  <a:lnTo>
                    <a:pt x="256961" y="12"/>
                  </a:lnTo>
                  <a:lnTo>
                    <a:pt x="256961" y="2227"/>
                  </a:lnTo>
                  <a:cubicBezTo>
                    <a:pt x="258045" y="2822"/>
                    <a:pt x="258783" y="3989"/>
                    <a:pt x="258783" y="5323"/>
                  </a:cubicBezTo>
                  <a:cubicBezTo>
                    <a:pt x="258783" y="7263"/>
                    <a:pt x="257211" y="8847"/>
                    <a:pt x="255259" y="8847"/>
                  </a:cubicBezTo>
                  <a:cubicBezTo>
                    <a:pt x="253306" y="8847"/>
                    <a:pt x="251723" y="7263"/>
                    <a:pt x="251723" y="5323"/>
                  </a:cubicBezTo>
                  <a:cubicBezTo>
                    <a:pt x="251723" y="3989"/>
                    <a:pt x="252473" y="2822"/>
                    <a:pt x="253556" y="2227"/>
                  </a:cubicBezTo>
                  <a:lnTo>
                    <a:pt x="253556" y="12"/>
                  </a:lnTo>
                  <a:lnTo>
                    <a:pt x="245258" y="12"/>
                  </a:lnTo>
                  <a:lnTo>
                    <a:pt x="245258" y="2227"/>
                  </a:lnTo>
                  <a:cubicBezTo>
                    <a:pt x="246353" y="2822"/>
                    <a:pt x="247091" y="3989"/>
                    <a:pt x="247091" y="5323"/>
                  </a:cubicBezTo>
                  <a:cubicBezTo>
                    <a:pt x="247091" y="7263"/>
                    <a:pt x="245508" y="8847"/>
                    <a:pt x="243555" y="8847"/>
                  </a:cubicBezTo>
                  <a:cubicBezTo>
                    <a:pt x="241602" y="8847"/>
                    <a:pt x="240031" y="7263"/>
                    <a:pt x="240031" y="5323"/>
                  </a:cubicBezTo>
                  <a:cubicBezTo>
                    <a:pt x="240031" y="3989"/>
                    <a:pt x="240769" y="2822"/>
                    <a:pt x="241852" y="2227"/>
                  </a:cubicBezTo>
                  <a:lnTo>
                    <a:pt x="241852" y="12"/>
                  </a:lnTo>
                  <a:lnTo>
                    <a:pt x="233554" y="12"/>
                  </a:lnTo>
                  <a:lnTo>
                    <a:pt x="233554" y="2227"/>
                  </a:lnTo>
                  <a:cubicBezTo>
                    <a:pt x="234649" y="2822"/>
                    <a:pt x="235387" y="3989"/>
                    <a:pt x="235387" y="5323"/>
                  </a:cubicBezTo>
                  <a:cubicBezTo>
                    <a:pt x="235387" y="7263"/>
                    <a:pt x="233804" y="8847"/>
                    <a:pt x="231851" y="8847"/>
                  </a:cubicBezTo>
                  <a:cubicBezTo>
                    <a:pt x="229910" y="8847"/>
                    <a:pt x="228327" y="7263"/>
                    <a:pt x="228327" y="5323"/>
                  </a:cubicBezTo>
                  <a:cubicBezTo>
                    <a:pt x="228327" y="3989"/>
                    <a:pt x="229065" y="2822"/>
                    <a:pt x="230160" y="2227"/>
                  </a:cubicBezTo>
                  <a:lnTo>
                    <a:pt x="230160" y="12"/>
                  </a:lnTo>
                  <a:lnTo>
                    <a:pt x="221850" y="12"/>
                  </a:lnTo>
                  <a:lnTo>
                    <a:pt x="221850" y="2227"/>
                  </a:lnTo>
                  <a:cubicBezTo>
                    <a:pt x="222945" y="2822"/>
                    <a:pt x="223683" y="3989"/>
                    <a:pt x="223683" y="5323"/>
                  </a:cubicBezTo>
                  <a:cubicBezTo>
                    <a:pt x="223683" y="7263"/>
                    <a:pt x="222100" y="8847"/>
                    <a:pt x="220159" y="8847"/>
                  </a:cubicBezTo>
                  <a:cubicBezTo>
                    <a:pt x="218207" y="8847"/>
                    <a:pt x="216623" y="7263"/>
                    <a:pt x="216623" y="5323"/>
                  </a:cubicBezTo>
                  <a:cubicBezTo>
                    <a:pt x="216623" y="3989"/>
                    <a:pt x="217361" y="2822"/>
                    <a:pt x="218457" y="2227"/>
                  </a:cubicBezTo>
                  <a:lnTo>
                    <a:pt x="218457" y="12"/>
                  </a:lnTo>
                  <a:lnTo>
                    <a:pt x="210158" y="12"/>
                  </a:lnTo>
                  <a:lnTo>
                    <a:pt x="210158" y="2227"/>
                  </a:lnTo>
                  <a:cubicBezTo>
                    <a:pt x="211241" y="2822"/>
                    <a:pt x="211980" y="3989"/>
                    <a:pt x="211980" y="5323"/>
                  </a:cubicBezTo>
                  <a:cubicBezTo>
                    <a:pt x="211980" y="7263"/>
                    <a:pt x="210408" y="8847"/>
                    <a:pt x="208455" y="8847"/>
                  </a:cubicBezTo>
                  <a:cubicBezTo>
                    <a:pt x="206503" y="8847"/>
                    <a:pt x="204919" y="7263"/>
                    <a:pt x="204919" y="5323"/>
                  </a:cubicBezTo>
                  <a:cubicBezTo>
                    <a:pt x="204919" y="3989"/>
                    <a:pt x="205657" y="2822"/>
                    <a:pt x="206753" y="2227"/>
                  </a:cubicBezTo>
                  <a:lnTo>
                    <a:pt x="206753" y="12"/>
                  </a:lnTo>
                  <a:lnTo>
                    <a:pt x="198454" y="12"/>
                  </a:lnTo>
                  <a:lnTo>
                    <a:pt x="198454" y="2227"/>
                  </a:lnTo>
                  <a:cubicBezTo>
                    <a:pt x="199538" y="2822"/>
                    <a:pt x="200288" y="3989"/>
                    <a:pt x="200288" y="5323"/>
                  </a:cubicBezTo>
                  <a:cubicBezTo>
                    <a:pt x="200288" y="7263"/>
                    <a:pt x="198704" y="8847"/>
                    <a:pt x="196752" y="8847"/>
                  </a:cubicBezTo>
                  <a:cubicBezTo>
                    <a:pt x="194799" y="8847"/>
                    <a:pt x="193227" y="7263"/>
                    <a:pt x="193227" y="5323"/>
                  </a:cubicBezTo>
                  <a:cubicBezTo>
                    <a:pt x="193227" y="3989"/>
                    <a:pt x="193965" y="2822"/>
                    <a:pt x="195049" y="2227"/>
                  </a:cubicBezTo>
                  <a:lnTo>
                    <a:pt x="195049" y="12"/>
                  </a:lnTo>
                  <a:lnTo>
                    <a:pt x="185810" y="12"/>
                  </a:lnTo>
                  <a:lnTo>
                    <a:pt x="185810" y="2227"/>
                  </a:lnTo>
                  <a:cubicBezTo>
                    <a:pt x="186893" y="2822"/>
                    <a:pt x="187631" y="3989"/>
                    <a:pt x="187631" y="5323"/>
                  </a:cubicBezTo>
                  <a:cubicBezTo>
                    <a:pt x="187631" y="7263"/>
                    <a:pt x="186060" y="8847"/>
                    <a:pt x="184107" y="8847"/>
                  </a:cubicBezTo>
                  <a:cubicBezTo>
                    <a:pt x="182154" y="8847"/>
                    <a:pt x="180571" y="7263"/>
                    <a:pt x="180571" y="5323"/>
                  </a:cubicBezTo>
                  <a:cubicBezTo>
                    <a:pt x="180571" y="3989"/>
                    <a:pt x="181309" y="2822"/>
                    <a:pt x="182404" y="2227"/>
                  </a:cubicBezTo>
                  <a:lnTo>
                    <a:pt x="182404" y="12"/>
                  </a:lnTo>
                  <a:lnTo>
                    <a:pt x="174106" y="12"/>
                  </a:lnTo>
                  <a:lnTo>
                    <a:pt x="174106" y="2227"/>
                  </a:lnTo>
                  <a:cubicBezTo>
                    <a:pt x="175189" y="2822"/>
                    <a:pt x="175939" y="3989"/>
                    <a:pt x="175939" y="5323"/>
                  </a:cubicBezTo>
                  <a:cubicBezTo>
                    <a:pt x="175939" y="7263"/>
                    <a:pt x="174356" y="8847"/>
                    <a:pt x="172403" y="8847"/>
                  </a:cubicBezTo>
                  <a:cubicBezTo>
                    <a:pt x="170451" y="8847"/>
                    <a:pt x="168879" y="7263"/>
                    <a:pt x="168879" y="5323"/>
                  </a:cubicBezTo>
                  <a:cubicBezTo>
                    <a:pt x="168879" y="3989"/>
                    <a:pt x="169617" y="2822"/>
                    <a:pt x="170701" y="2227"/>
                  </a:cubicBezTo>
                  <a:lnTo>
                    <a:pt x="170701" y="12"/>
                  </a:lnTo>
                  <a:lnTo>
                    <a:pt x="162402" y="12"/>
                  </a:lnTo>
                  <a:lnTo>
                    <a:pt x="162402" y="2227"/>
                  </a:lnTo>
                  <a:cubicBezTo>
                    <a:pt x="163497" y="2822"/>
                    <a:pt x="164236" y="3989"/>
                    <a:pt x="164236" y="5323"/>
                  </a:cubicBezTo>
                  <a:cubicBezTo>
                    <a:pt x="164236" y="7263"/>
                    <a:pt x="162652" y="8847"/>
                    <a:pt x="160699" y="8847"/>
                  </a:cubicBezTo>
                  <a:cubicBezTo>
                    <a:pt x="158759" y="8847"/>
                    <a:pt x="157175" y="7263"/>
                    <a:pt x="157175" y="5323"/>
                  </a:cubicBezTo>
                  <a:cubicBezTo>
                    <a:pt x="157175" y="3989"/>
                    <a:pt x="157913" y="2822"/>
                    <a:pt x="159009" y="2227"/>
                  </a:cubicBezTo>
                  <a:lnTo>
                    <a:pt x="159009" y="12"/>
                  </a:lnTo>
                  <a:lnTo>
                    <a:pt x="150698" y="12"/>
                  </a:lnTo>
                  <a:lnTo>
                    <a:pt x="150698" y="2227"/>
                  </a:lnTo>
                  <a:cubicBezTo>
                    <a:pt x="151794" y="2822"/>
                    <a:pt x="152532" y="3989"/>
                    <a:pt x="152532" y="5323"/>
                  </a:cubicBezTo>
                  <a:cubicBezTo>
                    <a:pt x="152532" y="7263"/>
                    <a:pt x="150948" y="8847"/>
                    <a:pt x="149007" y="8847"/>
                  </a:cubicBezTo>
                  <a:cubicBezTo>
                    <a:pt x="147055" y="8847"/>
                    <a:pt x="145471" y="7263"/>
                    <a:pt x="145471" y="5323"/>
                  </a:cubicBezTo>
                  <a:cubicBezTo>
                    <a:pt x="145471" y="3989"/>
                    <a:pt x="146209" y="2822"/>
                    <a:pt x="147305" y="2227"/>
                  </a:cubicBezTo>
                  <a:lnTo>
                    <a:pt x="147305" y="12"/>
                  </a:lnTo>
                  <a:lnTo>
                    <a:pt x="139006" y="12"/>
                  </a:lnTo>
                  <a:lnTo>
                    <a:pt x="139006" y="2227"/>
                  </a:lnTo>
                  <a:cubicBezTo>
                    <a:pt x="140090" y="2822"/>
                    <a:pt x="140828" y="3989"/>
                    <a:pt x="140828" y="5323"/>
                  </a:cubicBezTo>
                  <a:cubicBezTo>
                    <a:pt x="140828" y="7263"/>
                    <a:pt x="139256" y="8847"/>
                    <a:pt x="137304" y="8847"/>
                  </a:cubicBezTo>
                  <a:cubicBezTo>
                    <a:pt x="135351" y="8847"/>
                    <a:pt x="133767" y="7263"/>
                    <a:pt x="133767" y="5323"/>
                  </a:cubicBezTo>
                  <a:cubicBezTo>
                    <a:pt x="133767" y="3989"/>
                    <a:pt x="134506" y="2822"/>
                    <a:pt x="135601" y="2227"/>
                  </a:cubicBezTo>
                  <a:lnTo>
                    <a:pt x="135601" y="12"/>
                  </a:lnTo>
                  <a:lnTo>
                    <a:pt x="127302" y="12"/>
                  </a:lnTo>
                  <a:lnTo>
                    <a:pt x="127302" y="2227"/>
                  </a:lnTo>
                  <a:cubicBezTo>
                    <a:pt x="128386" y="2822"/>
                    <a:pt x="129136" y="3989"/>
                    <a:pt x="129136" y="5323"/>
                  </a:cubicBezTo>
                  <a:cubicBezTo>
                    <a:pt x="129136" y="7263"/>
                    <a:pt x="127552" y="8847"/>
                    <a:pt x="125600" y="8847"/>
                  </a:cubicBezTo>
                  <a:cubicBezTo>
                    <a:pt x="123647" y="8847"/>
                    <a:pt x="122076" y="7263"/>
                    <a:pt x="122076" y="5323"/>
                  </a:cubicBezTo>
                  <a:cubicBezTo>
                    <a:pt x="122076" y="3989"/>
                    <a:pt x="122814" y="2822"/>
                    <a:pt x="123897" y="2227"/>
                  </a:cubicBezTo>
                  <a:lnTo>
                    <a:pt x="123897" y="12"/>
                  </a:lnTo>
                  <a:lnTo>
                    <a:pt x="115599" y="12"/>
                  </a:lnTo>
                  <a:lnTo>
                    <a:pt x="115599" y="2227"/>
                  </a:lnTo>
                  <a:cubicBezTo>
                    <a:pt x="116694" y="2822"/>
                    <a:pt x="117432" y="3989"/>
                    <a:pt x="117432" y="5323"/>
                  </a:cubicBezTo>
                  <a:cubicBezTo>
                    <a:pt x="117432" y="7263"/>
                    <a:pt x="115849" y="8847"/>
                    <a:pt x="113896" y="8847"/>
                  </a:cubicBezTo>
                  <a:cubicBezTo>
                    <a:pt x="111955" y="8847"/>
                    <a:pt x="110372" y="7263"/>
                    <a:pt x="110372" y="5323"/>
                  </a:cubicBezTo>
                  <a:cubicBezTo>
                    <a:pt x="110372" y="3989"/>
                    <a:pt x="111110" y="2822"/>
                    <a:pt x="112205" y="2227"/>
                  </a:cubicBezTo>
                  <a:lnTo>
                    <a:pt x="112205" y="12"/>
                  </a:lnTo>
                  <a:lnTo>
                    <a:pt x="103895" y="12"/>
                  </a:lnTo>
                  <a:lnTo>
                    <a:pt x="103895" y="2227"/>
                  </a:lnTo>
                  <a:cubicBezTo>
                    <a:pt x="104990" y="2822"/>
                    <a:pt x="105728" y="3989"/>
                    <a:pt x="105728" y="5323"/>
                  </a:cubicBezTo>
                  <a:cubicBezTo>
                    <a:pt x="105728" y="7263"/>
                    <a:pt x="104145" y="8847"/>
                    <a:pt x="102204" y="8847"/>
                  </a:cubicBezTo>
                  <a:cubicBezTo>
                    <a:pt x="100632" y="8847"/>
                    <a:pt x="99311" y="7835"/>
                    <a:pt x="98846" y="6418"/>
                  </a:cubicBezTo>
                  <a:lnTo>
                    <a:pt x="98811" y="4323"/>
                  </a:lnTo>
                  <a:cubicBezTo>
                    <a:pt x="99073" y="3418"/>
                    <a:pt x="99692" y="2668"/>
                    <a:pt x="100501" y="2227"/>
                  </a:cubicBezTo>
                  <a:lnTo>
                    <a:pt x="100501" y="12"/>
                  </a:lnTo>
                  <a:lnTo>
                    <a:pt x="91953" y="12"/>
                  </a:lnTo>
                  <a:lnTo>
                    <a:pt x="91953" y="2227"/>
                  </a:lnTo>
                  <a:cubicBezTo>
                    <a:pt x="93048" y="2822"/>
                    <a:pt x="93786" y="3989"/>
                    <a:pt x="93786" y="5323"/>
                  </a:cubicBezTo>
                  <a:cubicBezTo>
                    <a:pt x="93786" y="7263"/>
                    <a:pt x="92203" y="8847"/>
                    <a:pt x="90250" y="8847"/>
                  </a:cubicBezTo>
                  <a:cubicBezTo>
                    <a:pt x="88309" y="8847"/>
                    <a:pt x="86726" y="7263"/>
                    <a:pt x="86726" y="5323"/>
                  </a:cubicBezTo>
                  <a:cubicBezTo>
                    <a:pt x="86726" y="3989"/>
                    <a:pt x="87464" y="2822"/>
                    <a:pt x="88559" y="2227"/>
                  </a:cubicBezTo>
                  <a:lnTo>
                    <a:pt x="88559" y="12"/>
                  </a:lnTo>
                  <a:lnTo>
                    <a:pt x="80249" y="12"/>
                  </a:lnTo>
                  <a:lnTo>
                    <a:pt x="80249" y="2227"/>
                  </a:lnTo>
                  <a:cubicBezTo>
                    <a:pt x="81344" y="2822"/>
                    <a:pt x="82082" y="3989"/>
                    <a:pt x="82082" y="5323"/>
                  </a:cubicBezTo>
                  <a:cubicBezTo>
                    <a:pt x="82082" y="7263"/>
                    <a:pt x="80499" y="8847"/>
                    <a:pt x="78558" y="8847"/>
                  </a:cubicBezTo>
                  <a:cubicBezTo>
                    <a:pt x="76606" y="8847"/>
                    <a:pt x="75022" y="7263"/>
                    <a:pt x="75022" y="5323"/>
                  </a:cubicBezTo>
                  <a:cubicBezTo>
                    <a:pt x="75022" y="3989"/>
                    <a:pt x="75760" y="2822"/>
                    <a:pt x="76856" y="2227"/>
                  </a:cubicBezTo>
                  <a:lnTo>
                    <a:pt x="76856" y="12"/>
                  </a:lnTo>
                  <a:lnTo>
                    <a:pt x="68557" y="12"/>
                  </a:lnTo>
                  <a:lnTo>
                    <a:pt x="68557" y="2227"/>
                  </a:lnTo>
                  <a:cubicBezTo>
                    <a:pt x="69640" y="2822"/>
                    <a:pt x="70379" y="3989"/>
                    <a:pt x="70379" y="5323"/>
                  </a:cubicBezTo>
                  <a:cubicBezTo>
                    <a:pt x="70379" y="7263"/>
                    <a:pt x="68807" y="8847"/>
                    <a:pt x="66854" y="8847"/>
                  </a:cubicBezTo>
                  <a:cubicBezTo>
                    <a:pt x="64902" y="8847"/>
                    <a:pt x="63318" y="7263"/>
                    <a:pt x="63318" y="5323"/>
                  </a:cubicBezTo>
                  <a:cubicBezTo>
                    <a:pt x="63318" y="3989"/>
                    <a:pt x="64068" y="2822"/>
                    <a:pt x="65152" y="2227"/>
                  </a:cubicBezTo>
                  <a:lnTo>
                    <a:pt x="65152" y="12"/>
                  </a:lnTo>
                  <a:lnTo>
                    <a:pt x="56853" y="12"/>
                  </a:lnTo>
                  <a:lnTo>
                    <a:pt x="56853" y="2227"/>
                  </a:lnTo>
                  <a:cubicBezTo>
                    <a:pt x="57948" y="2822"/>
                    <a:pt x="58687" y="3989"/>
                    <a:pt x="58687" y="5323"/>
                  </a:cubicBezTo>
                  <a:cubicBezTo>
                    <a:pt x="58687" y="7263"/>
                    <a:pt x="57103" y="8847"/>
                    <a:pt x="55150" y="8847"/>
                  </a:cubicBezTo>
                  <a:cubicBezTo>
                    <a:pt x="53198" y="8847"/>
                    <a:pt x="51626" y="7263"/>
                    <a:pt x="51626" y="5323"/>
                  </a:cubicBezTo>
                  <a:cubicBezTo>
                    <a:pt x="51626" y="3989"/>
                    <a:pt x="52364" y="2822"/>
                    <a:pt x="53448" y="2227"/>
                  </a:cubicBezTo>
                  <a:lnTo>
                    <a:pt x="53448" y="12"/>
                  </a:lnTo>
                  <a:lnTo>
                    <a:pt x="45149" y="12"/>
                  </a:lnTo>
                  <a:lnTo>
                    <a:pt x="45149" y="2227"/>
                  </a:lnTo>
                  <a:cubicBezTo>
                    <a:pt x="46245" y="2822"/>
                    <a:pt x="46983" y="3989"/>
                    <a:pt x="46983" y="5323"/>
                  </a:cubicBezTo>
                  <a:cubicBezTo>
                    <a:pt x="46983" y="7263"/>
                    <a:pt x="45399" y="8847"/>
                    <a:pt x="43447" y="8847"/>
                  </a:cubicBezTo>
                  <a:cubicBezTo>
                    <a:pt x="41506" y="8847"/>
                    <a:pt x="39922" y="7263"/>
                    <a:pt x="39922" y="5323"/>
                  </a:cubicBezTo>
                  <a:cubicBezTo>
                    <a:pt x="39922" y="3989"/>
                    <a:pt x="40661" y="2822"/>
                    <a:pt x="41756" y="2227"/>
                  </a:cubicBezTo>
                  <a:lnTo>
                    <a:pt x="41756" y="12"/>
                  </a:lnTo>
                  <a:lnTo>
                    <a:pt x="33445" y="12"/>
                  </a:lnTo>
                  <a:lnTo>
                    <a:pt x="33445" y="2227"/>
                  </a:lnTo>
                  <a:cubicBezTo>
                    <a:pt x="34541" y="2822"/>
                    <a:pt x="35279" y="3989"/>
                    <a:pt x="35279" y="5323"/>
                  </a:cubicBezTo>
                  <a:cubicBezTo>
                    <a:pt x="35279" y="7263"/>
                    <a:pt x="33695" y="8847"/>
                    <a:pt x="31755" y="8847"/>
                  </a:cubicBezTo>
                  <a:cubicBezTo>
                    <a:pt x="29802" y="8847"/>
                    <a:pt x="28219" y="7263"/>
                    <a:pt x="28219" y="5323"/>
                  </a:cubicBezTo>
                  <a:cubicBezTo>
                    <a:pt x="28219" y="3989"/>
                    <a:pt x="28957" y="2822"/>
                    <a:pt x="30052" y="2227"/>
                  </a:cubicBezTo>
                  <a:lnTo>
                    <a:pt x="30052" y="12"/>
                  </a:lnTo>
                  <a:lnTo>
                    <a:pt x="21753" y="12"/>
                  </a:lnTo>
                  <a:lnTo>
                    <a:pt x="21753" y="2227"/>
                  </a:lnTo>
                  <a:cubicBezTo>
                    <a:pt x="22837" y="2822"/>
                    <a:pt x="23575" y="3989"/>
                    <a:pt x="23575" y="5323"/>
                  </a:cubicBezTo>
                  <a:cubicBezTo>
                    <a:pt x="23575" y="7263"/>
                    <a:pt x="22003" y="8847"/>
                    <a:pt x="20051" y="8847"/>
                  </a:cubicBezTo>
                  <a:cubicBezTo>
                    <a:pt x="18098" y="8847"/>
                    <a:pt x="16515" y="7263"/>
                    <a:pt x="16515" y="5323"/>
                  </a:cubicBezTo>
                  <a:cubicBezTo>
                    <a:pt x="16515" y="3989"/>
                    <a:pt x="17265" y="2822"/>
                    <a:pt x="18348" y="2227"/>
                  </a:cubicBezTo>
                  <a:lnTo>
                    <a:pt x="18348" y="12"/>
                  </a:lnTo>
                  <a:lnTo>
                    <a:pt x="10050" y="12"/>
                  </a:lnTo>
                  <a:lnTo>
                    <a:pt x="10050" y="2227"/>
                  </a:lnTo>
                  <a:cubicBezTo>
                    <a:pt x="11145" y="2822"/>
                    <a:pt x="11883" y="3989"/>
                    <a:pt x="11883" y="5323"/>
                  </a:cubicBezTo>
                  <a:cubicBezTo>
                    <a:pt x="11883" y="7263"/>
                    <a:pt x="10300" y="8847"/>
                    <a:pt x="8347" y="8847"/>
                  </a:cubicBezTo>
                  <a:cubicBezTo>
                    <a:pt x="6394" y="8847"/>
                    <a:pt x="4823" y="7263"/>
                    <a:pt x="4823" y="5323"/>
                  </a:cubicBezTo>
                  <a:cubicBezTo>
                    <a:pt x="4823" y="3989"/>
                    <a:pt x="5561" y="2822"/>
                    <a:pt x="6644" y="2227"/>
                  </a:cubicBezTo>
                  <a:lnTo>
                    <a:pt x="6644" y="12"/>
                  </a:lnTo>
                  <a:lnTo>
                    <a:pt x="239" y="12"/>
                  </a:lnTo>
                  <a:lnTo>
                    <a:pt x="239" y="110550"/>
                  </a:lnTo>
                  <a:lnTo>
                    <a:pt x="1" y="136267"/>
                  </a:lnTo>
                  <a:lnTo>
                    <a:pt x="7811" y="134767"/>
                  </a:lnTo>
                  <a:lnTo>
                    <a:pt x="22718" y="137839"/>
                  </a:lnTo>
                  <a:lnTo>
                    <a:pt x="29814" y="137839"/>
                  </a:lnTo>
                  <a:lnTo>
                    <a:pt x="44006" y="139982"/>
                  </a:lnTo>
                  <a:lnTo>
                    <a:pt x="54662" y="139982"/>
                  </a:lnTo>
                  <a:lnTo>
                    <a:pt x="74534" y="137375"/>
                  </a:lnTo>
                  <a:lnTo>
                    <a:pt x="86595" y="139982"/>
                  </a:lnTo>
                  <a:lnTo>
                    <a:pt x="113574" y="139982"/>
                  </a:lnTo>
                  <a:lnTo>
                    <a:pt x="145519" y="137375"/>
                  </a:lnTo>
                  <a:lnTo>
                    <a:pt x="161128" y="139982"/>
                  </a:lnTo>
                  <a:lnTo>
                    <a:pt x="177463" y="137375"/>
                  </a:lnTo>
                  <a:lnTo>
                    <a:pt x="206562" y="137375"/>
                  </a:lnTo>
                  <a:lnTo>
                    <a:pt x="220755" y="139982"/>
                  </a:lnTo>
                  <a:lnTo>
                    <a:pt x="237090" y="139982"/>
                  </a:lnTo>
                  <a:lnTo>
                    <a:pt x="253175" y="139268"/>
                  </a:lnTo>
                  <a:lnTo>
                    <a:pt x="261926" y="141208"/>
                  </a:lnTo>
                  <a:lnTo>
                    <a:pt x="262081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31"/>
            <p:cNvSpPr/>
            <p:nvPr/>
          </p:nvSpPr>
          <p:spPr>
            <a:xfrm>
              <a:off x="636825" y="1219860"/>
              <a:ext cx="7850114" cy="4668"/>
            </a:xfrm>
            <a:custGeom>
              <a:avLst/>
              <a:gdLst/>
              <a:ahLst/>
              <a:cxnLst/>
              <a:rect l="l" t="t" r="r" b="b"/>
              <a:pathLst>
                <a:path w="242138" h="144" extrusionOk="0">
                  <a:moveTo>
                    <a:pt x="1" y="0"/>
                  </a:moveTo>
                  <a:lnTo>
                    <a:pt x="1" y="143"/>
                  </a:lnTo>
                  <a:lnTo>
                    <a:pt x="242138" y="143"/>
                  </a:lnTo>
                  <a:lnTo>
                    <a:pt x="2421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31"/>
            <p:cNvSpPr/>
            <p:nvPr/>
          </p:nvSpPr>
          <p:spPr>
            <a:xfrm>
              <a:off x="636825" y="1534074"/>
              <a:ext cx="7850114" cy="4636"/>
            </a:xfrm>
            <a:custGeom>
              <a:avLst/>
              <a:gdLst/>
              <a:ahLst/>
              <a:cxnLst/>
              <a:rect l="l" t="t" r="r" b="b"/>
              <a:pathLst>
                <a:path w="242138" h="143" extrusionOk="0">
                  <a:moveTo>
                    <a:pt x="1" y="0"/>
                  </a:moveTo>
                  <a:lnTo>
                    <a:pt x="1" y="143"/>
                  </a:lnTo>
                  <a:lnTo>
                    <a:pt x="242138" y="143"/>
                  </a:lnTo>
                  <a:lnTo>
                    <a:pt x="2421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31"/>
            <p:cNvSpPr/>
            <p:nvPr/>
          </p:nvSpPr>
          <p:spPr>
            <a:xfrm>
              <a:off x="636825" y="1848257"/>
              <a:ext cx="7850114" cy="5058"/>
            </a:xfrm>
            <a:custGeom>
              <a:avLst/>
              <a:gdLst/>
              <a:ahLst/>
              <a:cxnLst/>
              <a:rect l="l" t="t" r="r" b="b"/>
              <a:pathLst>
                <a:path w="242138" h="156" extrusionOk="0">
                  <a:moveTo>
                    <a:pt x="1" y="1"/>
                  </a:moveTo>
                  <a:lnTo>
                    <a:pt x="1" y="156"/>
                  </a:lnTo>
                  <a:lnTo>
                    <a:pt x="242138" y="156"/>
                  </a:lnTo>
                  <a:lnTo>
                    <a:pt x="2421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31"/>
            <p:cNvSpPr/>
            <p:nvPr/>
          </p:nvSpPr>
          <p:spPr>
            <a:xfrm>
              <a:off x="636825" y="2162860"/>
              <a:ext cx="7850114" cy="4668"/>
            </a:xfrm>
            <a:custGeom>
              <a:avLst/>
              <a:gdLst/>
              <a:ahLst/>
              <a:cxnLst/>
              <a:rect l="l" t="t" r="r" b="b"/>
              <a:pathLst>
                <a:path w="242138" h="144" extrusionOk="0">
                  <a:moveTo>
                    <a:pt x="1" y="0"/>
                  </a:moveTo>
                  <a:lnTo>
                    <a:pt x="1" y="143"/>
                  </a:lnTo>
                  <a:lnTo>
                    <a:pt x="242138" y="143"/>
                  </a:lnTo>
                  <a:lnTo>
                    <a:pt x="2421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31"/>
            <p:cNvSpPr/>
            <p:nvPr/>
          </p:nvSpPr>
          <p:spPr>
            <a:xfrm>
              <a:off x="636825" y="2477075"/>
              <a:ext cx="7850114" cy="5025"/>
            </a:xfrm>
            <a:custGeom>
              <a:avLst/>
              <a:gdLst/>
              <a:ahLst/>
              <a:cxnLst/>
              <a:rect l="l" t="t" r="r" b="b"/>
              <a:pathLst>
                <a:path w="242138" h="155" extrusionOk="0">
                  <a:moveTo>
                    <a:pt x="1" y="0"/>
                  </a:moveTo>
                  <a:lnTo>
                    <a:pt x="1" y="155"/>
                  </a:lnTo>
                  <a:lnTo>
                    <a:pt x="242138" y="155"/>
                  </a:lnTo>
                  <a:lnTo>
                    <a:pt x="2421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31"/>
            <p:cNvSpPr/>
            <p:nvPr/>
          </p:nvSpPr>
          <p:spPr>
            <a:xfrm>
              <a:off x="636825" y="2791646"/>
              <a:ext cx="7850114" cy="4668"/>
            </a:xfrm>
            <a:custGeom>
              <a:avLst/>
              <a:gdLst/>
              <a:ahLst/>
              <a:cxnLst/>
              <a:rect l="l" t="t" r="r" b="b"/>
              <a:pathLst>
                <a:path w="242138" h="144" extrusionOk="0">
                  <a:moveTo>
                    <a:pt x="1" y="1"/>
                  </a:moveTo>
                  <a:lnTo>
                    <a:pt x="1" y="143"/>
                  </a:lnTo>
                  <a:lnTo>
                    <a:pt x="242138" y="143"/>
                  </a:lnTo>
                  <a:lnTo>
                    <a:pt x="2421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31"/>
            <p:cNvSpPr/>
            <p:nvPr/>
          </p:nvSpPr>
          <p:spPr>
            <a:xfrm>
              <a:off x="648788" y="3110497"/>
              <a:ext cx="7850146" cy="5025"/>
            </a:xfrm>
            <a:custGeom>
              <a:avLst/>
              <a:gdLst/>
              <a:ahLst/>
              <a:cxnLst/>
              <a:rect l="l" t="t" r="r" b="b"/>
              <a:pathLst>
                <a:path w="242139" h="155" extrusionOk="0">
                  <a:moveTo>
                    <a:pt x="1" y="0"/>
                  </a:moveTo>
                  <a:lnTo>
                    <a:pt x="1" y="155"/>
                  </a:lnTo>
                  <a:lnTo>
                    <a:pt x="242138" y="155"/>
                  </a:lnTo>
                  <a:lnTo>
                    <a:pt x="2421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31"/>
            <p:cNvSpPr/>
            <p:nvPr/>
          </p:nvSpPr>
          <p:spPr>
            <a:xfrm>
              <a:off x="648788" y="3425068"/>
              <a:ext cx="7850146" cy="4668"/>
            </a:xfrm>
            <a:custGeom>
              <a:avLst/>
              <a:gdLst/>
              <a:ahLst/>
              <a:cxnLst/>
              <a:rect l="l" t="t" r="r" b="b"/>
              <a:pathLst>
                <a:path w="242139" h="144" extrusionOk="0">
                  <a:moveTo>
                    <a:pt x="1" y="1"/>
                  </a:moveTo>
                  <a:lnTo>
                    <a:pt x="1" y="144"/>
                  </a:lnTo>
                  <a:lnTo>
                    <a:pt x="242138" y="144"/>
                  </a:lnTo>
                  <a:lnTo>
                    <a:pt x="2421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31"/>
            <p:cNvSpPr/>
            <p:nvPr/>
          </p:nvSpPr>
          <p:spPr>
            <a:xfrm>
              <a:off x="648788" y="3739283"/>
              <a:ext cx="7850146" cy="5058"/>
            </a:xfrm>
            <a:custGeom>
              <a:avLst/>
              <a:gdLst/>
              <a:ahLst/>
              <a:cxnLst/>
              <a:rect l="l" t="t" r="r" b="b"/>
              <a:pathLst>
                <a:path w="242139" h="156" extrusionOk="0">
                  <a:moveTo>
                    <a:pt x="1" y="0"/>
                  </a:moveTo>
                  <a:lnTo>
                    <a:pt x="1" y="155"/>
                  </a:lnTo>
                  <a:lnTo>
                    <a:pt x="242138" y="155"/>
                  </a:lnTo>
                  <a:lnTo>
                    <a:pt x="2421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31"/>
            <p:cNvSpPr/>
            <p:nvPr/>
          </p:nvSpPr>
          <p:spPr>
            <a:xfrm>
              <a:off x="648788" y="4053854"/>
              <a:ext cx="7850146" cy="4668"/>
            </a:xfrm>
            <a:custGeom>
              <a:avLst/>
              <a:gdLst/>
              <a:ahLst/>
              <a:cxnLst/>
              <a:rect l="l" t="t" r="r" b="b"/>
              <a:pathLst>
                <a:path w="242139" h="144" extrusionOk="0">
                  <a:moveTo>
                    <a:pt x="1" y="1"/>
                  </a:moveTo>
                  <a:lnTo>
                    <a:pt x="1" y="144"/>
                  </a:lnTo>
                  <a:lnTo>
                    <a:pt x="242138" y="144"/>
                  </a:lnTo>
                  <a:lnTo>
                    <a:pt x="2421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31"/>
            <p:cNvSpPr/>
            <p:nvPr/>
          </p:nvSpPr>
          <p:spPr>
            <a:xfrm>
              <a:off x="648788" y="4368069"/>
              <a:ext cx="7850146" cy="5058"/>
            </a:xfrm>
            <a:custGeom>
              <a:avLst/>
              <a:gdLst/>
              <a:ahLst/>
              <a:cxnLst/>
              <a:rect l="l" t="t" r="r" b="b"/>
              <a:pathLst>
                <a:path w="242139" h="156" extrusionOk="0">
                  <a:moveTo>
                    <a:pt x="1" y="1"/>
                  </a:moveTo>
                  <a:lnTo>
                    <a:pt x="1" y="155"/>
                  </a:lnTo>
                  <a:lnTo>
                    <a:pt x="242138" y="155"/>
                  </a:lnTo>
                  <a:lnTo>
                    <a:pt x="2421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10" name="Google Shape;710;p31"/>
          <p:cNvSpPr/>
          <p:nvPr/>
        </p:nvSpPr>
        <p:spPr>
          <a:xfrm rot="3211094">
            <a:off x="567185" y="4286472"/>
            <a:ext cx="112810" cy="112828"/>
          </a:xfrm>
          <a:custGeom>
            <a:avLst/>
            <a:gdLst/>
            <a:ahLst/>
            <a:cxnLst/>
            <a:rect l="l" t="t" r="r" b="b"/>
            <a:pathLst>
              <a:path w="6138" h="6139" extrusionOk="0">
                <a:moveTo>
                  <a:pt x="3069" y="0"/>
                </a:moveTo>
                <a:cubicBezTo>
                  <a:pt x="2625" y="513"/>
                  <a:pt x="2402" y="1024"/>
                  <a:pt x="2235" y="1535"/>
                </a:cubicBezTo>
                <a:cubicBezTo>
                  <a:pt x="2177" y="1722"/>
                  <a:pt x="2134" y="1909"/>
                  <a:pt x="2099" y="2097"/>
                </a:cubicBezTo>
                <a:cubicBezTo>
                  <a:pt x="1912" y="2131"/>
                  <a:pt x="1723" y="2173"/>
                  <a:pt x="1536" y="2233"/>
                </a:cubicBezTo>
                <a:cubicBezTo>
                  <a:pt x="1023" y="2398"/>
                  <a:pt x="512" y="2623"/>
                  <a:pt x="1" y="3070"/>
                </a:cubicBezTo>
                <a:cubicBezTo>
                  <a:pt x="512" y="3517"/>
                  <a:pt x="1023" y="3740"/>
                  <a:pt x="1536" y="3907"/>
                </a:cubicBezTo>
                <a:cubicBezTo>
                  <a:pt x="1722" y="3966"/>
                  <a:pt x="1909" y="4008"/>
                  <a:pt x="2096" y="4042"/>
                </a:cubicBezTo>
                <a:cubicBezTo>
                  <a:pt x="2132" y="4230"/>
                  <a:pt x="2173" y="4417"/>
                  <a:pt x="2232" y="4604"/>
                </a:cubicBezTo>
                <a:cubicBezTo>
                  <a:pt x="2399" y="5115"/>
                  <a:pt x="2622" y="5627"/>
                  <a:pt x="3069" y="6138"/>
                </a:cubicBezTo>
                <a:cubicBezTo>
                  <a:pt x="3517" y="5627"/>
                  <a:pt x="3741" y="5115"/>
                  <a:pt x="3906" y="4604"/>
                </a:cubicBezTo>
                <a:cubicBezTo>
                  <a:pt x="3966" y="4416"/>
                  <a:pt x="4008" y="4229"/>
                  <a:pt x="4042" y="4040"/>
                </a:cubicBezTo>
                <a:cubicBezTo>
                  <a:pt x="4230" y="4005"/>
                  <a:pt x="4416" y="3963"/>
                  <a:pt x="4604" y="3904"/>
                </a:cubicBezTo>
                <a:cubicBezTo>
                  <a:pt x="5115" y="3737"/>
                  <a:pt x="5626" y="3514"/>
                  <a:pt x="6138" y="3070"/>
                </a:cubicBezTo>
                <a:cubicBezTo>
                  <a:pt x="5626" y="2625"/>
                  <a:pt x="5115" y="2402"/>
                  <a:pt x="4604" y="2235"/>
                </a:cubicBezTo>
                <a:cubicBezTo>
                  <a:pt x="4416" y="2176"/>
                  <a:pt x="4228" y="2133"/>
                  <a:pt x="4040" y="2099"/>
                </a:cubicBezTo>
                <a:cubicBezTo>
                  <a:pt x="4005" y="1910"/>
                  <a:pt x="3963" y="1723"/>
                  <a:pt x="3904" y="1535"/>
                </a:cubicBezTo>
                <a:cubicBezTo>
                  <a:pt x="3738" y="1024"/>
                  <a:pt x="3514" y="513"/>
                  <a:pt x="306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1" name="Google Shape;711;p31"/>
          <p:cNvSpPr/>
          <p:nvPr/>
        </p:nvSpPr>
        <p:spPr>
          <a:xfrm rot="3211094">
            <a:off x="7572972" y="4626472"/>
            <a:ext cx="112810" cy="112828"/>
          </a:xfrm>
          <a:custGeom>
            <a:avLst/>
            <a:gdLst/>
            <a:ahLst/>
            <a:cxnLst/>
            <a:rect l="l" t="t" r="r" b="b"/>
            <a:pathLst>
              <a:path w="6138" h="6139" extrusionOk="0">
                <a:moveTo>
                  <a:pt x="3069" y="0"/>
                </a:moveTo>
                <a:cubicBezTo>
                  <a:pt x="2625" y="513"/>
                  <a:pt x="2402" y="1024"/>
                  <a:pt x="2235" y="1535"/>
                </a:cubicBezTo>
                <a:cubicBezTo>
                  <a:pt x="2177" y="1722"/>
                  <a:pt x="2134" y="1909"/>
                  <a:pt x="2099" y="2097"/>
                </a:cubicBezTo>
                <a:cubicBezTo>
                  <a:pt x="1912" y="2131"/>
                  <a:pt x="1723" y="2173"/>
                  <a:pt x="1536" y="2233"/>
                </a:cubicBezTo>
                <a:cubicBezTo>
                  <a:pt x="1023" y="2398"/>
                  <a:pt x="512" y="2623"/>
                  <a:pt x="1" y="3070"/>
                </a:cubicBezTo>
                <a:cubicBezTo>
                  <a:pt x="512" y="3517"/>
                  <a:pt x="1023" y="3740"/>
                  <a:pt x="1536" y="3907"/>
                </a:cubicBezTo>
                <a:cubicBezTo>
                  <a:pt x="1722" y="3966"/>
                  <a:pt x="1909" y="4008"/>
                  <a:pt x="2096" y="4042"/>
                </a:cubicBezTo>
                <a:cubicBezTo>
                  <a:pt x="2132" y="4230"/>
                  <a:pt x="2173" y="4417"/>
                  <a:pt x="2232" y="4604"/>
                </a:cubicBezTo>
                <a:cubicBezTo>
                  <a:pt x="2399" y="5115"/>
                  <a:pt x="2622" y="5627"/>
                  <a:pt x="3069" y="6138"/>
                </a:cubicBezTo>
                <a:cubicBezTo>
                  <a:pt x="3517" y="5627"/>
                  <a:pt x="3741" y="5115"/>
                  <a:pt x="3906" y="4604"/>
                </a:cubicBezTo>
                <a:cubicBezTo>
                  <a:pt x="3966" y="4416"/>
                  <a:pt x="4008" y="4229"/>
                  <a:pt x="4042" y="4040"/>
                </a:cubicBezTo>
                <a:cubicBezTo>
                  <a:pt x="4230" y="4005"/>
                  <a:pt x="4416" y="3963"/>
                  <a:pt x="4604" y="3904"/>
                </a:cubicBezTo>
                <a:cubicBezTo>
                  <a:pt x="5115" y="3737"/>
                  <a:pt x="5626" y="3514"/>
                  <a:pt x="6138" y="3070"/>
                </a:cubicBezTo>
                <a:cubicBezTo>
                  <a:pt x="5626" y="2625"/>
                  <a:pt x="5115" y="2402"/>
                  <a:pt x="4604" y="2235"/>
                </a:cubicBezTo>
                <a:cubicBezTo>
                  <a:pt x="4416" y="2176"/>
                  <a:pt x="4228" y="2133"/>
                  <a:pt x="4040" y="2099"/>
                </a:cubicBezTo>
                <a:cubicBezTo>
                  <a:pt x="4005" y="1910"/>
                  <a:pt x="3963" y="1723"/>
                  <a:pt x="3904" y="1535"/>
                </a:cubicBezTo>
                <a:cubicBezTo>
                  <a:pt x="3738" y="1024"/>
                  <a:pt x="3514" y="513"/>
                  <a:pt x="3069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2" name="Google Shape;712;p31"/>
          <p:cNvSpPr/>
          <p:nvPr/>
        </p:nvSpPr>
        <p:spPr>
          <a:xfrm rot="5400000">
            <a:off x="444246" y="671965"/>
            <a:ext cx="100451" cy="100451"/>
          </a:xfrm>
          <a:custGeom>
            <a:avLst/>
            <a:gdLst/>
            <a:ahLst/>
            <a:cxnLst/>
            <a:rect l="l" t="t" r="r" b="b"/>
            <a:pathLst>
              <a:path w="2835" h="2836" extrusionOk="0">
                <a:moveTo>
                  <a:pt x="1417" y="0"/>
                </a:moveTo>
                <a:cubicBezTo>
                  <a:pt x="635" y="0"/>
                  <a:pt x="0" y="635"/>
                  <a:pt x="0" y="1418"/>
                </a:cubicBezTo>
                <a:cubicBezTo>
                  <a:pt x="0" y="2200"/>
                  <a:pt x="635" y="2835"/>
                  <a:pt x="1417" y="2835"/>
                </a:cubicBezTo>
                <a:cubicBezTo>
                  <a:pt x="2200" y="2835"/>
                  <a:pt x="2835" y="2200"/>
                  <a:pt x="2835" y="1418"/>
                </a:cubicBezTo>
                <a:cubicBezTo>
                  <a:pt x="2835" y="635"/>
                  <a:pt x="2201" y="0"/>
                  <a:pt x="141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3" name="Google Shape;713;p31"/>
          <p:cNvSpPr/>
          <p:nvPr/>
        </p:nvSpPr>
        <p:spPr>
          <a:xfrm rot="7660645">
            <a:off x="8453494" y="636909"/>
            <a:ext cx="112800" cy="112818"/>
          </a:xfrm>
          <a:custGeom>
            <a:avLst/>
            <a:gdLst/>
            <a:ahLst/>
            <a:cxnLst/>
            <a:rect l="l" t="t" r="r" b="b"/>
            <a:pathLst>
              <a:path w="6138" h="6139" extrusionOk="0">
                <a:moveTo>
                  <a:pt x="3069" y="0"/>
                </a:moveTo>
                <a:cubicBezTo>
                  <a:pt x="2625" y="513"/>
                  <a:pt x="2402" y="1024"/>
                  <a:pt x="2235" y="1535"/>
                </a:cubicBezTo>
                <a:cubicBezTo>
                  <a:pt x="2177" y="1722"/>
                  <a:pt x="2134" y="1909"/>
                  <a:pt x="2099" y="2097"/>
                </a:cubicBezTo>
                <a:cubicBezTo>
                  <a:pt x="1912" y="2131"/>
                  <a:pt x="1723" y="2173"/>
                  <a:pt x="1536" y="2233"/>
                </a:cubicBezTo>
                <a:cubicBezTo>
                  <a:pt x="1023" y="2398"/>
                  <a:pt x="512" y="2623"/>
                  <a:pt x="1" y="3070"/>
                </a:cubicBezTo>
                <a:cubicBezTo>
                  <a:pt x="512" y="3517"/>
                  <a:pt x="1023" y="3740"/>
                  <a:pt x="1536" y="3907"/>
                </a:cubicBezTo>
                <a:cubicBezTo>
                  <a:pt x="1722" y="3966"/>
                  <a:pt x="1909" y="4008"/>
                  <a:pt x="2096" y="4042"/>
                </a:cubicBezTo>
                <a:cubicBezTo>
                  <a:pt x="2132" y="4230"/>
                  <a:pt x="2173" y="4417"/>
                  <a:pt x="2232" y="4604"/>
                </a:cubicBezTo>
                <a:cubicBezTo>
                  <a:pt x="2399" y="5115"/>
                  <a:pt x="2622" y="5627"/>
                  <a:pt x="3069" y="6138"/>
                </a:cubicBezTo>
                <a:cubicBezTo>
                  <a:pt x="3517" y="5627"/>
                  <a:pt x="3741" y="5115"/>
                  <a:pt x="3906" y="4604"/>
                </a:cubicBezTo>
                <a:cubicBezTo>
                  <a:pt x="3966" y="4416"/>
                  <a:pt x="4008" y="4229"/>
                  <a:pt x="4042" y="4040"/>
                </a:cubicBezTo>
                <a:cubicBezTo>
                  <a:pt x="4230" y="4005"/>
                  <a:pt x="4416" y="3963"/>
                  <a:pt x="4604" y="3904"/>
                </a:cubicBezTo>
                <a:cubicBezTo>
                  <a:pt x="5115" y="3737"/>
                  <a:pt x="5626" y="3514"/>
                  <a:pt x="6138" y="3070"/>
                </a:cubicBezTo>
                <a:cubicBezTo>
                  <a:pt x="5626" y="2625"/>
                  <a:pt x="5115" y="2402"/>
                  <a:pt x="4604" y="2235"/>
                </a:cubicBezTo>
                <a:cubicBezTo>
                  <a:pt x="4416" y="2176"/>
                  <a:pt x="4228" y="2133"/>
                  <a:pt x="4040" y="2099"/>
                </a:cubicBezTo>
                <a:cubicBezTo>
                  <a:pt x="4005" y="1910"/>
                  <a:pt x="3963" y="1723"/>
                  <a:pt x="3904" y="1535"/>
                </a:cubicBezTo>
                <a:cubicBezTo>
                  <a:pt x="3738" y="1024"/>
                  <a:pt x="3514" y="513"/>
                  <a:pt x="3069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4" name="Google Shape;714;p31"/>
          <p:cNvSpPr/>
          <p:nvPr/>
        </p:nvSpPr>
        <p:spPr>
          <a:xfrm rot="9899885">
            <a:off x="8598216" y="4430991"/>
            <a:ext cx="82005" cy="82047"/>
          </a:xfrm>
          <a:custGeom>
            <a:avLst/>
            <a:gdLst/>
            <a:ahLst/>
            <a:cxnLst/>
            <a:rect l="l" t="t" r="r" b="b"/>
            <a:pathLst>
              <a:path w="2835" h="2836" extrusionOk="0">
                <a:moveTo>
                  <a:pt x="1417" y="0"/>
                </a:moveTo>
                <a:cubicBezTo>
                  <a:pt x="635" y="0"/>
                  <a:pt x="0" y="635"/>
                  <a:pt x="0" y="1418"/>
                </a:cubicBezTo>
                <a:cubicBezTo>
                  <a:pt x="0" y="2200"/>
                  <a:pt x="635" y="2835"/>
                  <a:pt x="1417" y="2835"/>
                </a:cubicBezTo>
                <a:cubicBezTo>
                  <a:pt x="2200" y="2835"/>
                  <a:pt x="2835" y="2200"/>
                  <a:pt x="2835" y="1418"/>
                </a:cubicBezTo>
                <a:cubicBezTo>
                  <a:pt x="2835" y="635"/>
                  <a:pt x="2201" y="0"/>
                  <a:pt x="141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5" name="Google Shape;715;p31"/>
          <p:cNvSpPr/>
          <p:nvPr/>
        </p:nvSpPr>
        <p:spPr>
          <a:xfrm rot="5400000">
            <a:off x="8638275" y="694489"/>
            <a:ext cx="55424" cy="55423"/>
          </a:xfrm>
          <a:custGeom>
            <a:avLst/>
            <a:gdLst/>
            <a:ahLst/>
            <a:cxnLst/>
            <a:rect l="l" t="t" r="r" b="b"/>
            <a:pathLst>
              <a:path w="2835" h="2836" extrusionOk="0">
                <a:moveTo>
                  <a:pt x="1417" y="0"/>
                </a:moveTo>
                <a:cubicBezTo>
                  <a:pt x="635" y="0"/>
                  <a:pt x="0" y="635"/>
                  <a:pt x="0" y="1418"/>
                </a:cubicBezTo>
                <a:cubicBezTo>
                  <a:pt x="0" y="2200"/>
                  <a:pt x="635" y="2835"/>
                  <a:pt x="1417" y="2835"/>
                </a:cubicBezTo>
                <a:cubicBezTo>
                  <a:pt x="2200" y="2835"/>
                  <a:pt x="2835" y="2200"/>
                  <a:pt x="2835" y="1418"/>
                </a:cubicBezTo>
                <a:cubicBezTo>
                  <a:pt x="2835" y="635"/>
                  <a:pt x="2201" y="0"/>
                  <a:pt x="1417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16" name="Google Shape;716;p31"/>
          <p:cNvGrpSpPr/>
          <p:nvPr/>
        </p:nvGrpSpPr>
        <p:grpSpPr>
          <a:xfrm rot="909395">
            <a:off x="7272547" y="768712"/>
            <a:ext cx="1372106" cy="1429965"/>
            <a:chOff x="6206063" y="1258086"/>
            <a:chExt cx="2135403" cy="2225449"/>
          </a:xfrm>
        </p:grpSpPr>
        <p:sp>
          <p:nvSpPr>
            <p:cNvPr id="717" name="Google Shape;717;p31"/>
            <p:cNvSpPr/>
            <p:nvPr/>
          </p:nvSpPr>
          <p:spPr>
            <a:xfrm rot="1095387">
              <a:off x="6445900" y="1472199"/>
              <a:ext cx="1655728" cy="1797223"/>
            </a:xfrm>
            <a:custGeom>
              <a:avLst/>
              <a:gdLst/>
              <a:ahLst/>
              <a:cxnLst/>
              <a:rect l="l" t="t" r="r" b="b"/>
              <a:pathLst>
                <a:path w="35655" h="38702" extrusionOk="0">
                  <a:moveTo>
                    <a:pt x="10824" y="0"/>
                  </a:moveTo>
                  <a:cubicBezTo>
                    <a:pt x="9883" y="0"/>
                    <a:pt x="9119" y="763"/>
                    <a:pt x="9119" y="1705"/>
                  </a:cubicBezTo>
                  <a:lnTo>
                    <a:pt x="9119" y="12993"/>
                  </a:lnTo>
                  <a:cubicBezTo>
                    <a:pt x="8609" y="13052"/>
                    <a:pt x="8110" y="13159"/>
                    <a:pt x="7626" y="13309"/>
                  </a:cubicBezTo>
                  <a:cubicBezTo>
                    <a:pt x="7624" y="13303"/>
                    <a:pt x="7623" y="13298"/>
                    <a:pt x="7620" y="13291"/>
                  </a:cubicBezTo>
                  <a:cubicBezTo>
                    <a:pt x="7534" y="13066"/>
                    <a:pt x="7319" y="12927"/>
                    <a:pt x="7091" y="12927"/>
                  </a:cubicBezTo>
                  <a:cubicBezTo>
                    <a:pt x="7024" y="12927"/>
                    <a:pt x="6955" y="12939"/>
                    <a:pt x="6889" y="12964"/>
                  </a:cubicBezTo>
                  <a:cubicBezTo>
                    <a:pt x="2914" y="14481"/>
                    <a:pt x="73" y="18712"/>
                    <a:pt x="132" y="23025"/>
                  </a:cubicBezTo>
                  <a:lnTo>
                    <a:pt x="132" y="25524"/>
                  </a:lnTo>
                  <a:cubicBezTo>
                    <a:pt x="1" y="28582"/>
                    <a:pt x="1694" y="31325"/>
                    <a:pt x="3346" y="33671"/>
                  </a:cubicBezTo>
                  <a:lnTo>
                    <a:pt x="2675" y="36801"/>
                  </a:lnTo>
                  <a:cubicBezTo>
                    <a:pt x="2564" y="37318"/>
                    <a:pt x="2717" y="37850"/>
                    <a:pt x="3092" y="38234"/>
                  </a:cubicBezTo>
                  <a:cubicBezTo>
                    <a:pt x="3394" y="38542"/>
                    <a:pt x="3816" y="38702"/>
                    <a:pt x="4246" y="38702"/>
                  </a:cubicBezTo>
                  <a:lnTo>
                    <a:pt x="6119" y="38702"/>
                  </a:lnTo>
                  <a:cubicBezTo>
                    <a:pt x="6791" y="38702"/>
                    <a:pt x="7441" y="38420"/>
                    <a:pt x="7901" y="37929"/>
                  </a:cubicBezTo>
                  <a:lnTo>
                    <a:pt x="12319" y="33211"/>
                  </a:lnTo>
                  <a:lnTo>
                    <a:pt x="25994" y="33211"/>
                  </a:lnTo>
                  <a:cubicBezTo>
                    <a:pt x="27478" y="33211"/>
                    <a:pt x="28754" y="32601"/>
                    <a:pt x="29682" y="31443"/>
                  </a:cubicBezTo>
                  <a:cubicBezTo>
                    <a:pt x="30124" y="30893"/>
                    <a:pt x="30386" y="30342"/>
                    <a:pt x="30521" y="30008"/>
                  </a:cubicBezTo>
                  <a:cubicBezTo>
                    <a:pt x="34616" y="28742"/>
                    <a:pt x="35654" y="25023"/>
                    <a:pt x="35362" y="22020"/>
                  </a:cubicBezTo>
                  <a:cubicBezTo>
                    <a:pt x="35362" y="22013"/>
                    <a:pt x="35361" y="22006"/>
                    <a:pt x="35360" y="21999"/>
                  </a:cubicBezTo>
                  <a:cubicBezTo>
                    <a:pt x="35019" y="18070"/>
                    <a:pt x="32662" y="16336"/>
                    <a:pt x="30744" y="15573"/>
                  </a:cubicBezTo>
                  <a:cubicBezTo>
                    <a:pt x="29176" y="14949"/>
                    <a:pt x="27670" y="14865"/>
                    <a:pt x="27024" y="14865"/>
                  </a:cubicBezTo>
                  <a:cubicBezTo>
                    <a:pt x="27007" y="14865"/>
                    <a:pt x="26991" y="14865"/>
                    <a:pt x="26975" y="14865"/>
                  </a:cubicBezTo>
                  <a:cubicBezTo>
                    <a:pt x="26563" y="14424"/>
                    <a:pt x="26137" y="14014"/>
                    <a:pt x="25702" y="13639"/>
                  </a:cubicBezTo>
                  <a:cubicBezTo>
                    <a:pt x="26131" y="13329"/>
                    <a:pt x="26412" y="12825"/>
                    <a:pt x="26412" y="12256"/>
                  </a:cubicBezTo>
                  <a:lnTo>
                    <a:pt x="26412" y="1705"/>
                  </a:lnTo>
                  <a:cubicBezTo>
                    <a:pt x="26412" y="763"/>
                    <a:pt x="25648" y="0"/>
                    <a:pt x="24706" y="0"/>
                  </a:cubicBezTo>
                  <a:close/>
                </a:path>
              </a:pathLst>
            </a:custGeom>
            <a:solidFill>
              <a:schemeClr val="accent2"/>
            </a:solidFill>
            <a:ln w="1143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76200" dir="1800000" algn="bl" rotWithShape="0">
                <a:schemeClr val="lt2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31"/>
            <p:cNvSpPr/>
            <p:nvPr/>
          </p:nvSpPr>
          <p:spPr>
            <a:xfrm rot="1095387">
              <a:off x="6395021" y="1978781"/>
              <a:ext cx="1615792" cy="1253998"/>
            </a:xfrm>
            <a:custGeom>
              <a:avLst/>
              <a:gdLst/>
              <a:ahLst/>
              <a:cxnLst/>
              <a:rect l="l" t="t" r="r" b="b"/>
              <a:pathLst>
                <a:path w="34795" h="27004" extrusionOk="0">
                  <a:moveTo>
                    <a:pt x="17211" y="1"/>
                  </a:moveTo>
                  <a:cubicBezTo>
                    <a:pt x="13430" y="1"/>
                    <a:pt x="10613" y="1880"/>
                    <a:pt x="10613" y="1880"/>
                  </a:cubicBezTo>
                  <a:cubicBezTo>
                    <a:pt x="10241" y="1830"/>
                    <a:pt x="9872" y="1805"/>
                    <a:pt x="9508" y="1805"/>
                  </a:cubicBezTo>
                  <a:cubicBezTo>
                    <a:pt x="4302" y="1805"/>
                    <a:pt x="61" y="6751"/>
                    <a:pt x="133" y="11888"/>
                  </a:cubicBezTo>
                  <a:lnTo>
                    <a:pt x="133" y="14405"/>
                  </a:lnTo>
                  <a:cubicBezTo>
                    <a:pt x="0" y="17371"/>
                    <a:pt x="1735" y="20088"/>
                    <a:pt x="3386" y="22415"/>
                  </a:cubicBezTo>
                  <a:lnTo>
                    <a:pt x="2663" y="25788"/>
                  </a:lnTo>
                  <a:cubicBezTo>
                    <a:pt x="2529" y="26413"/>
                    <a:pt x="3006" y="27003"/>
                    <a:pt x="3646" y="27003"/>
                  </a:cubicBezTo>
                  <a:lnTo>
                    <a:pt x="5554" y="27003"/>
                  </a:lnTo>
                  <a:cubicBezTo>
                    <a:pt x="6072" y="27003"/>
                    <a:pt x="6567" y="26788"/>
                    <a:pt x="6922" y="26410"/>
                  </a:cubicBezTo>
                  <a:lnTo>
                    <a:pt x="11507" y="21514"/>
                  </a:lnTo>
                  <a:lnTo>
                    <a:pt x="25429" y="21514"/>
                  </a:lnTo>
                  <a:cubicBezTo>
                    <a:pt x="28624" y="21514"/>
                    <a:pt x="29525" y="18399"/>
                    <a:pt x="29525" y="18399"/>
                  </a:cubicBezTo>
                  <a:cubicBezTo>
                    <a:pt x="29525" y="18399"/>
                    <a:pt x="34794" y="17421"/>
                    <a:pt x="34231" y="10919"/>
                  </a:cubicBezTo>
                  <a:cubicBezTo>
                    <a:pt x="33687" y="4648"/>
                    <a:pt x="27732" y="4300"/>
                    <a:pt x="26420" y="4300"/>
                  </a:cubicBezTo>
                  <a:cubicBezTo>
                    <a:pt x="26256" y="4300"/>
                    <a:pt x="26165" y="4306"/>
                    <a:pt x="26165" y="4306"/>
                  </a:cubicBezTo>
                  <a:cubicBezTo>
                    <a:pt x="23141" y="971"/>
                    <a:pt x="19927" y="1"/>
                    <a:pt x="172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31"/>
            <p:cNvSpPr/>
            <p:nvPr/>
          </p:nvSpPr>
          <p:spPr>
            <a:xfrm rot="1095387">
              <a:off x="7054989" y="1523190"/>
              <a:ext cx="750430" cy="728279"/>
            </a:xfrm>
            <a:custGeom>
              <a:avLst/>
              <a:gdLst/>
              <a:ahLst/>
              <a:cxnLst/>
              <a:rect l="l" t="t" r="r" b="b"/>
              <a:pathLst>
                <a:path w="16160" h="15683" extrusionOk="0">
                  <a:moveTo>
                    <a:pt x="1139" y="0"/>
                  </a:moveTo>
                  <a:cubicBezTo>
                    <a:pt x="511" y="0"/>
                    <a:pt x="1" y="510"/>
                    <a:pt x="1" y="1139"/>
                  </a:cubicBezTo>
                  <a:lnTo>
                    <a:pt x="1" y="15037"/>
                  </a:lnTo>
                  <a:cubicBezTo>
                    <a:pt x="1" y="15427"/>
                    <a:pt x="319" y="15682"/>
                    <a:pt x="649" y="15682"/>
                  </a:cubicBezTo>
                  <a:cubicBezTo>
                    <a:pt x="811" y="15682"/>
                    <a:pt x="975" y="15621"/>
                    <a:pt x="1107" y="15485"/>
                  </a:cubicBezTo>
                  <a:lnTo>
                    <a:pt x="3672" y="12828"/>
                  </a:lnTo>
                  <a:lnTo>
                    <a:pt x="15021" y="12828"/>
                  </a:lnTo>
                  <a:cubicBezTo>
                    <a:pt x="15650" y="12828"/>
                    <a:pt x="16160" y="12318"/>
                    <a:pt x="16160" y="11689"/>
                  </a:cubicBezTo>
                  <a:lnTo>
                    <a:pt x="16160" y="1139"/>
                  </a:lnTo>
                  <a:cubicBezTo>
                    <a:pt x="16160" y="510"/>
                    <a:pt x="15650" y="0"/>
                    <a:pt x="150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31"/>
            <p:cNvSpPr/>
            <p:nvPr/>
          </p:nvSpPr>
          <p:spPr>
            <a:xfrm rot="1095387">
              <a:off x="7215376" y="1771132"/>
              <a:ext cx="92318" cy="92318"/>
            </a:xfrm>
            <a:custGeom>
              <a:avLst/>
              <a:gdLst/>
              <a:ahLst/>
              <a:cxnLst/>
              <a:rect l="l" t="t" r="r" b="b"/>
              <a:pathLst>
                <a:path w="1988" h="1988" extrusionOk="0">
                  <a:moveTo>
                    <a:pt x="387" y="1"/>
                  </a:moveTo>
                  <a:cubicBezTo>
                    <a:pt x="173" y="1"/>
                    <a:pt x="0" y="174"/>
                    <a:pt x="0" y="386"/>
                  </a:cubicBezTo>
                  <a:lnTo>
                    <a:pt x="0" y="1601"/>
                  </a:lnTo>
                  <a:cubicBezTo>
                    <a:pt x="0" y="1814"/>
                    <a:pt x="173" y="1987"/>
                    <a:pt x="387" y="1987"/>
                  </a:cubicBezTo>
                  <a:lnTo>
                    <a:pt x="1601" y="1987"/>
                  </a:lnTo>
                  <a:cubicBezTo>
                    <a:pt x="1814" y="1987"/>
                    <a:pt x="1988" y="1814"/>
                    <a:pt x="1987" y="1601"/>
                  </a:cubicBezTo>
                  <a:lnTo>
                    <a:pt x="1987" y="386"/>
                  </a:lnTo>
                  <a:cubicBezTo>
                    <a:pt x="1987" y="174"/>
                    <a:pt x="1814" y="1"/>
                    <a:pt x="160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31"/>
            <p:cNvSpPr/>
            <p:nvPr/>
          </p:nvSpPr>
          <p:spPr>
            <a:xfrm rot="1095387">
              <a:off x="7428424" y="1706641"/>
              <a:ext cx="92318" cy="92364"/>
            </a:xfrm>
            <a:custGeom>
              <a:avLst/>
              <a:gdLst/>
              <a:ahLst/>
              <a:cxnLst/>
              <a:rect l="l" t="t" r="r" b="b"/>
              <a:pathLst>
                <a:path w="1988" h="1989" extrusionOk="0">
                  <a:moveTo>
                    <a:pt x="387" y="1"/>
                  </a:moveTo>
                  <a:cubicBezTo>
                    <a:pt x="173" y="1"/>
                    <a:pt x="1" y="175"/>
                    <a:pt x="1" y="387"/>
                  </a:cubicBezTo>
                  <a:lnTo>
                    <a:pt x="1" y="1601"/>
                  </a:lnTo>
                  <a:cubicBezTo>
                    <a:pt x="1" y="1815"/>
                    <a:pt x="173" y="1988"/>
                    <a:pt x="387" y="1988"/>
                  </a:cubicBezTo>
                  <a:lnTo>
                    <a:pt x="1601" y="1988"/>
                  </a:lnTo>
                  <a:cubicBezTo>
                    <a:pt x="1815" y="1988"/>
                    <a:pt x="1988" y="1815"/>
                    <a:pt x="1988" y="1601"/>
                  </a:cubicBezTo>
                  <a:lnTo>
                    <a:pt x="1988" y="387"/>
                  </a:lnTo>
                  <a:cubicBezTo>
                    <a:pt x="1988" y="175"/>
                    <a:pt x="1815" y="1"/>
                    <a:pt x="16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31"/>
            <p:cNvSpPr/>
            <p:nvPr/>
          </p:nvSpPr>
          <p:spPr>
            <a:xfrm rot="1095387">
              <a:off x="7532646" y="1972123"/>
              <a:ext cx="92364" cy="92318"/>
            </a:xfrm>
            <a:custGeom>
              <a:avLst/>
              <a:gdLst/>
              <a:ahLst/>
              <a:cxnLst/>
              <a:rect l="l" t="t" r="r" b="b"/>
              <a:pathLst>
                <a:path w="1989" h="1988" extrusionOk="0">
                  <a:moveTo>
                    <a:pt x="387" y="0"/>
                  </a:moveTo>
                  <a:cubicBezTo>
                    <a:pt x="174" y="0"/>
                    <a:pt x="1" y="173"/>
                    <a:pt x="1" y="387"/>
                  </a:cubicBezTo>
                  <a:lnTo>
                    <a:pt x="1" y="1601"/>
                  </a:lnTo>
                  <a:cubicBezTo>
                    <a:pt x="1" y="1815"/>
                    <a:pt x="175" y="1988"/>
                    <a:pt x="387" y="1988"/>
                  </a:cubicBezTo>
                  <a:lnTo>
                    <a:pt x="1601" y="1988"/>
                  </a:lnTo>
                  <a:cubicBezTo>
                    <a:pt x="1815" y="1988"/>
                    <a:pt x="1988" y="1814"/>
                    <a:pt x="1988" y="1601"/>
                  </a:cubicBezTo>
                  <a:lnTo>
                    <a:pt x="1988" y="387"/>
                  </a:lnTo>
                  <a:cubicBezTo>
                    <a:pt x="1988" y="173"/>
                    <a:pt x="1815" y="0"/>
                    <a:pt x="16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31"/>
            <p:cNvSpPr/>
            <p:nvPr/>
          </p:nvSpPr>
          <p:spPr>
            <a:xfrm rot="1095387">
              <a:off x="6445900" y="1472199"/>
              <a:ext cx="1655728" cy="1797223"/>
            </a:xfrm>
            <a:custGeom>
              <a:avLst/>
              <a:gdLst/>
              <a:ahLst/>
              <a:cxnLst/>
              <a:rect l="l" t="t" r="r" b="b"/>
              <a:pathLst>
                <a:path w="35655" h="38702" extrusionOk="0">
                  <a:moveTo>
                    <a:pt x="24706" y="1134"/>
                  </a:moveTo>
                  <a:cubicBezTo>
                    <a:pt x="25021" y="1134"/>
                    <a:pt x="25277" y="1391"/>
                    <a:pt x="25277" y="1706"/>
                  </a:cubicBezTo>
                  <a:lnTo>
                    <a:pt x="25277" y="12256"/>
                  </a:lnTo>
                  <a:cubicBezTo>
                    <a:pt x="25277" y="12572"/>
                    <a:pt x="25021" y="12828"/>
                    <a:pt x="24706" y="12828"/>
                  </a:cubicBezTo>
                  <a:lnTo>
                    <a:pt x="13357" y="12828"/>
                  </a:lnTo>
                  <a:cubicBezTo>
                    <a:pt x="13204" y="12828"/>
                    <a:pt x="13057" y="12890"/>
                    <a:pt x="12950" y="13001"/>
                  </a:cubicBezTo>
                  <a:lnTo>
                    <a:pt x="10384" y="15658"/>
                  </a:lnTo>
                  <a:cubicBezTo>
                    <a:pt x="10376" y="15667"/>
                    <a:pt x="10360" y="15683"/>
                    <a:pt x="10333" y="15683"/>
                  </a:cubicBezTo>
                  <a:cubicBezTo>
                    <a:pt x="10324" y="15683"/>
                    <a:pt x="10313" y="15681"/>
                    <a:pt x="10301" y="15676"/>
                  </a:cubicBezTo>
                  <a:cubicBezTo>
                    <a:pt x="10283" y="15668"/>
                    <a:pt x="10272" y="15659"/>
                    <a:pt x="10265" y="15649"/>
                  </a:cubicBezTo>
                  <a:cubicBezTo>
                    <a:pt x="10264" y="15648"/>
                    <a:pt x="10264" y="15647"/>
                    <a:pt x="10263" y="15647"/>
                  </a:cubicBezTo>
                  <a:cubicBezTo>
                    <a:pt x="10253" y="15632"/>
                    <a:pt x="10252" y="15615"/>
                    <a:pt x="10252" y="15604"/>
                  </a:cubicBezTo>
                  <a:lnTo>
                    <a:pt x="10252" y="1706"/>
                  </a:lnTo>
                  <a:cubicBezTo>
                    <a:pt x="10252" y="1391"/>
                    <a:pt x="10509" y="1134"/>
                    <a:pt x="10824" y="1134"/>
                  </a:cubicBezTo>
                  <a:close/>
                  <a:moveTo>
                    <a:pt x="10824" y="0"/>
                  </a:moveTo>
                  <a:cubicBezTo>
                    <a:pt x="9883" y="0"/>
                    <a:pt x="9119" y="763"/>
                    <a:pt x="9119" y="1705"/>
                  </a:cubicBezTo>
                  <a:lnTo>
                    <a:pt x="9119" y="15604"/>
                  </a:lnTo>
                  <a:cubicBezTo>
                    <a:pt x="9119" y="15614"/>
                    <a:pt x="9120" y="15622"/>
                    <a:pt x="9120" y="15632"/>
                  </a:cubicBezTo>
                  <a:cubicBezTo>
                    <a:pt x="7740" y="16313"/>
                    <a:pt x="6704" y="17644"/>
                    <a:pt x="6432" y="19213"/>
                  </a:cubicBezTo>
                  <a:cubicBezTo>
                    <a:pt x="6238" y="20252"/>
                    <a:pt x="6323" y="21348"/>
                    <a:pt x="6589" y="22409"/>
                  </a:cubicBezTo>
                  <a:cubicBezTo>
                    <a:pt x="6457" y="22796"/>
                    <a:pt x="5990" y="23957"/>
                    <a:pt x="5052" y="24341"/>
                  </a:cubicBezTo>
                  <a:lnTo>
                    <a:pt x="3394" y="24161"/>
                  </a:lnTo>
                  <a:cubicBezTo>
                    <a:pt x="3373" y="24159"/>
                    <a:pt x="3352" y="24158"/>
                    <a:pt x="3332" y="24158"/>
                  </a:cubicBezTo>
                  <a:cubicBezTo>
                    <a:pt x="3039" y="24158"/>
                    <a:pt x="2791" y="24382"/>
                    <a:pt x="2767" y="24681"/>
                  </a:cubicBezTo>
                  <a:cubicBezTo>
                    <a:pt x="2743" y="24990"/>
                    <a:pt x="2986" y="25257"/>
                    <a:pt x="3294" y="25290"/>
                  </a:cubicBezTo>
                  <a:lnTo>
                    <a:pt x="4416" y="25413"/>
                  </a:lnTo>
                  <a:lnTo>
                    <a:pt x="4111" y="26634"/>
                  </a:lnTo>
                  <a:cubicBezTo>
                    <a:pt x="4035" y="26937"/>
                    <a:pt x="4208" y="27260"/>
                    <a:pt x="4512" y="27340"/>
                  </a:cubicBezTo>
                  <a:cubicBezTo>
                    <a:pt x="4560" y="27352"/>
                    <a:pt x="4609" y="27358"/>
                    <a:pt x="4656" y="27358"/>
                  </a:cubicBezTo>
                  <a:cubicBezTo>
                    <a:pt x="4911" y="27358"/>
                    <a:pt x="5141" y="27187"/>
                    <a:pt x="5206" y="26929"/>
                  </a:cubicBezTo>
                  <a:lnTo>
                    <a:pt x="5603" y="25338"/>
                  </a:lnTo>
                  <a:cubicBezTo>
                    <a:pt x="6284" y="25020"/>
                    <a:pt x="6771" y="24469"/>
                    <a:pt x="7104" y="23941"/>
                  </a:cubicBezTo>
                  <a:cubicBezTo>
                    <a:pt x="7551" y="24997"/>
                    <a:pt x="8145" y="25959"/>
                    <a:pt x="8774" y="26714"/>
                  </a:cubicBezTo>
                  <a:cubicBezTo>
                    <a:pt x="8886" y="26849"/>
                    <a:pt x="9048" y="26918"/>
                    <a:pt x="9210" y="26918"/>
                  </a:cubicBezTo>
                  <a:cubicBezTo>
                    <a:pt x="9338" y="26918"/>
                    <a:pt x="9467" y="26876"/>
                    <a:pt x="9574" y="26786"/>
                  </a:cubicBezTo>
                  <a:cubicBezTo>
                    <a:pt x="9813" y="26586"/>
                    <a:pt x="9846" y="26229"/>
                    <a:pt x="9646" y="25988"/>
                  </a:cubicBezTo>
                  <a:cubicBezTo>
                    <a:pt x="8069" y="24099"/>
                    <a:pt x="7204" y="21577"/>
                    <a:pt x="7546" y="19422"/>
                  </a:cubicBezTo>
                  <a:cubicBezTo>
                    <a:pt x="7775" y="18205"/>
                    <a:pt x="8508" y="17183"/>
                    <a:pt x="9675" y="16623"/>
                  </a:cubicBezTo>
                  <a:cubicBezTo>
                    <a:pt x="9759" y="16670"/>
                    <a:pt x="9975" y="16805"/>
                    <a:pt x="10331" y="16816"/>
                  </a:cubicBezTo>
                  <a:cubicBezTo>
                    <a:pt x="10349" y="16818"/>
                    <a:pt x="10368" y="16819"/>
                    <a:pt x="10387" y="16819"/>
                  </a:cubicBezTo>
                  <a:cubicBezTo>
                    <a:pt x="10769" y="16819"/>
                    <a:pt x="11256" y="16447"/>
                    <a:pt x="11526" y="16107"/>
                  </a:cubicBezTo>
                  <a:cubicBezTo>
                    <a:pt x="11585" y="16105"/>
                    <a:pt x="11644" y="16103"/>
                    <a:pt x="11702" y="16103"/>
                  </a:cubicBezTo>
                  <a:cubicBezTo>
                    <a:pt x="13714" y="16103"/>
                    <a:pt x="15061" y="17662"/>
                    <a:pt x="15074" y="17678"/>
                  </a:cubicBezTo>
                  <a:cubicBezTo>
                    <a:pt x="15187" y="17812"/>
                    <a:pt x="15347" y="17880"/>
                    <a:pt x="15509" y="17880"/>
                  </a:cubicBezTo>
                  <a:cubicBezTo>
                    <a:pt x="15638" y="17880"/>
                    <a:pt x="15767" y="17837"/>
                    <a:pt x="15873" y="17748"/>
                  </a:cubicBezTo>
                  <a:cubicBezTo>
                    <a:pt x="16113" y="17547"/>
                    <a:pt x="16144" y="17189"/>
                    <a:pt x="15943" y="16950"/>
                  </a:cubicBezTo>
                  <a:cubicBezTo>
                    <a:pt x="15880" y="16873"/>
                    <a:pt x="14606" y="15384"/>
                    <a:pt x="12557" y="15041"/>
                  </a:cubicBezTo>
                  <a:lnTo>
                    <a:pt x="13598" y="13962"/>
                  </a:lnTo>
                  <a:lnTo>
                    <a:pt x="24297" y="13962"/>
                  </a:lnTo>
                  <a:cubicBezTo>
                    <a:pt x="24752" y="14305"/>
                    <a:pt x="25198" y="14691"/>
                    <a:pt x="25632" y="15114"/>
                  </a:cubicBezTo>
                  <a:cubicBezTo>
                    <a:pt x="25284" y="15222"/>
                    <a:pt x="24878" y="15374"/>
                    <a:pt x="24460" y="15586"/>
                  </a:cubicBezTo>
                  <a:cubicBezTo>
                    <a:pt x="22932" y="16360"/>
                    <a:pt x="21973" y="17565"/>
                    <a:pt x="21686" y="19072"/>
                  </a:cubicBezTo>
                  <a:cubicBezTo>
                    <a:pt x="21636" y="19334"/>
                    <a:pt x="21770" y="19604"/>
                    <a:pt x="22014" y="19709"/>
                  </a:cubicBezTo>
                  <a:cubicBezTo>
                    <a:pt x="22090" y="19741"/>
                    <a:pt x="22167" y="19756"/>
                    <a:pt x="22241" y="19756"/>
                  </a:cubicBezTo>
                  <a:cubicBezTo>
                    <a:pt x="22508" y="19756"/>
                    <a:pt x="22746" y="19566"/>
                    <a:pt x="22797" y="19294"/>
                  </a:cubicBezTo>
                  <a:cubicBezTo>
                    <a:pt x="23083" y="17155"/>
                    <a:pt x="25695" y="16130"/>
                    <a:pt x="26786" y="16004"/>
                  </a:cubicBezTo>
                  <a:cubicBezTo>
                    <a:pt x="26817" y="16002"/>
                    <a:pt x="26883" y="16000"/>
                    <a:pt x="26978" y="16000"/>
                  </a:cubicBezTo>
                  <a:cubicBezTo>
                    <a:pt x="27504" y="16000"/>
                    <a:pt x="28922" y="16061"/>
                    <a:pt x="30358" y="16640"/>
                  </a:cubicBezTo>
                  <a:cubicBezTo>
                    <a:pt x="32436" y="17479"/>
                    <a:pt x="33695" y="19024"/>
                    <a:pt x="34113" y="21238"/>
                  </a:cubicBezTo>
                  <a:cubicBezTo>
                    <a:pt x="33912" y="21200"/>
                    <a:pt x="33719" y="21182"/>
                    <a:pt x="33534" y="21182"/>
                  </a:cubicBezTo>
                  <a:cubicBezTo>
                    <a:pt x="32683" y="21182"/>
                    <a:pt x="32000" y="21564"/>
                    <a:pt x="31433" y="22150"/>
                  </a:cubicBezTo>
                  <a:cubicBezTo>
                    <a:pt x="31211" y="22378"/>
                    <a:pt x="31236" y="22750"/>
                    <a:pt x="31481" y="22954"/>
                  </a:cubicBezTo>
                  <a:cubicBezTo>
                    <a:pt x="31584" y="23040"/>
                    <a:pt x="31709" y="23081"/>
                    <a:pt x="31833" y="23081"/>
                  </a:cubicBezTo>
                  <a:cubicBezTo>
                    <a:pt x="31990" y="23081"/>
                    <a:pt x="32145" y="23015"/>
                    <a:pt x="32255" y="22886"/>
                  </a:cubicBezTo>
                  <a:cubicBezTo>
                    <a:pt x="32457" y="22649"/>
                    <a:pt x="32630" y="22514"/>
                    <a:pt x="32879" y="22420"/>
                  </a:cubicBezTo>
                  <a:cubicBezTo>
                    <a:pt x="33074" y="22346"/>
                    <a:pt x="33281" y="22309"/>
                    <a:pt x="33497" y="22309"/>
                  </a:cubicBezTo>
                  <a:cubicBezTo>
                    <a:pt x="33738" y="22309"/>
                    <a:pt x="33991" y="22355"/>
                    <a:pt x="34255" y="22445"/>
                  </a:cubicBezTo>
                  <a:cubicBezTo>
                    <a:pt x="34486" y="26652"/>
                    <a:pt x="32052" y="28206"/>
                    <a:pt x="30757" y="28732"/>
                  </a:cubicBezTo>
                  <a:cubicBezTo>
                    <a:pt x="30892" y="24720"/>
                    <a:pt x="28870" y="23428"/>
                    <a:pt x="25630" y="22731"/>
                  </a:cubicBezTo>
                  <a:cubicBezTo>
                    <a:pt x="26904" y="21864"/>
                    <a:pt x="27261" y="20584"/>
                    <a:pt x="27279" y="20512"/>
                  </a:cubicBezTo>
                  <a:cubicBezTo>
                    <a:pt x="27360" y="20212"/>
                    <a:pt x="27180" y="19904"/>
                    <a:pt x="26880" y="19822"/>
                  </a:cubicBezTo>
                  <a:cubicBezTo>
                    <a:pt x="26830" y="19809"/>
                    <a:pt x="26781" y="19802"/>
                    <a:pt x="26732" y="19802"/>
                  </a:cubicBezTo>
                  <a:cubicBezTo>
                    <a:pt x="26483" y="19802"/>
                    <a:pt x="26254" y="19968"/>
                    <a:pt x="26184" y="20218"/>
                  </a:cubicBezTo>
                  <a:cubicBezTo>
                    <a:pt x="26166" y="20283"/>
                    <a:pt x="25734" y="21765"/>
                    <a:pt x="24017" y="22239"/>
                  </a:cubicBezTo>
                  <a:cubicBezTo>
                    <a:pt x="21713" y="21454"/>
                    <a:pt x="20235" y="20473"/>
                    <a:pt x="19882" y="18299"/>
                  </a:cubicBezTo>
                  <a:cubicBezTo>
                    <a:pt x="19837" y="18021"/>
                    <a:pt x="19596" y="17823"/>
                    <a:pt x="19323" y="17823"/>
                  </a:cubicBezTo>
                  <a:cubicBezTo>
                    <a:pt x="19293" y="17823"/>
                    <a:pt x="19262" y="17826"/>
                    <a:pt x="19231" y="17831"/>
                  </a:cubicBezTo>
                  <a:cubicBezTo>
                    <a:pt x="18922" y="17881"/>
                    <a:pt x="18712" y="18172"/>
                    <a:pt x="18762" y="18481"/>
                  </a:cubicBezTo>
                  <a:cubicBezTo>
                    <a:pt x="19216" y="21264"/>
                    <a:pt x="21138" y="22464"/>
                    <a:pt x="23794" y="23356"/>
                  </a:cubicBezTo>
                  <a:cubicBezTo>
                    <a:pt x="29090" y="24647"/>
                    <a:pt x="29915" y="25671"/>
                    <a:pt x="29542" y="29390"/>
                  </a:cubicBezTo>
                  <a:cubicBezTo>
                    <a:pt x="29474" y="29601"/>
                    <a:pt x="28628" y="32078"/>
                    <a:pt x="25994" y="32078"/>
                  </a:cubicBezTo>
                  <a:lnTo>
                    <a:pt x="12073" y="32078"/>
                  </a:lnTo>
                  <a:cubicBezTo>
                    <a:pt x="11917" y="32078"/>
                    <a:pt x="11767" y="32143"/>
                    <a:pt x="11659" y="32258"/>
                  </a:cubicBezTo>
                  <a:lnTo>
                    <a:pt x="7074" y="37155"/>
                  </a:lnTo>
                  <a:cubicBezTo>
                    <a:pt x="6827" y="37419"/>
                    <a:pt x="6481" y="37568"/>
                    <a:pt x="6119" y="37568"/>
                  </a:cubicBezTo>
                  <a:lnTo>
                    <a:pt x="4212" y="37568"/>
                  </a:lnTo>
                  <a:cubicBezTo>
                    <a:pt x="4031" y="37568"/>
                    <a:pt x="3921" y="37467"/>
                    <a:pt x="3871" y="37406"/>
                  </a:cubicBezTo>
                  <a:cubicBezTo>
                    <a:pt x="3822" y="37345"/>
                    <a:pt x="3746" y="37216"/>
                    <a:pt x="3783" y="37039"/>
                  </a:cubicBezTo>
                  <a:lnTo>
                    <a:pt x="4420" y="34069"/>
                  </a:lnTo>
                  <a:cubicBezTo>
                    <a:pt x="5302" y="33930"/>
                    <a:pt x="7200" y="33349"/>
                    <a:pt x="8207" y="30928"/>
                  </a:cubicBezTo>
                  <a:cubicBezTo>
                    <a:pt x="8328" y="30638"/>
                    <a:pt x="8192" y="30306"/>
                    <a:pt x="7903" y="30186"/>
                  </a:cubicBezTo>
                  <a:cubicBezTo>
                    <a:pt x="7831" y="30156"/>
                    <a:pt x="7758" y="30142"/>
                    <a:pt x="7685" y="30142"/>
                  </a:cubicBezTo>
                  <a:cubicBezTo>
                    <a:pt x="7463" y="30142"/>
                    <a:pt x="7252" y="30274"/>
                    <a:pt x="7161" y="30491"/>
                  </a:cubicBezTo>
                  <a:cubicBezTo>
                    <a:pt x="6351" y="32434"/>
                    <a:pt x="4849" y="32859"/>
                    <a:pt x="4228" y="32953"/>
                  </a:cubicBezTo>
                  <a:cubicBezTo>
                    <a:pt x="2696" y="30773"/>
                    <a:pt x="1146" y="28246"/>
                    <a:pt x="1265" y="25562"/>
                  </a:cubicBezTo>
                  <a:cubicBezTo>
                    <a:pt x="1265" y="25553"/>
                    <a:pt x="1265" y="25545"/>
                    <a:pt x="1265" y="25537"/>
                  </a:cubicBezTo>
                  <a:lnTo>
                    <a:pt x="1265" y="23020"/>
                  </a:lnTo>
                  <a:cubicBezTo>
                    <a:pt x="1265" y="23017"/>
                    <a:pt x="1265" y="23015"/>
                    <a:pt x="1265" y="23012"/>
                  </a:cubicBezTo>
                  <a:cubicBezTo>
                    <a:pt x="1212" y="19158"/>
                    <a:pt x="3746" y="15377"/>
                    <a:pt x="7293" y="14024"/>
                  </a:cubicBezTo>
                  <a:cubicBezTo>
                    <a:pt x="7585" y="13911"/>
                    <a:pt x="7732" y="13585"/>
                    <a:pt x="7621" y="13291"/>
                  </a:cubicBezTo>
                  <a:cubicBezTo>
                    <a:pt x="7534" y="13066"/>
                    <a:pt x="7319" y="12927"/>
                    <a:pt x="7091" y="12927"/>
                  </a:cubicBezTo>
                  <a:cubicBezTo>
                    <a:pt x="7024" y="12927"/>
                    <a:pt x="6955" y="12939"/>
                    <a:pt x="6889" y="12964"/>
                  </a:cubicBezTo>
                  <a:cubicBezTo>
                    <a:pt x="2914" y="14481"/>
                    <a:pt x="73" y="18712"/>
                    <a:pt x="132" y="23025"/>
                  </a:cubicBezTo>
                  <a:lnTo>
                    <a:pt x="132" y="25524"/>
                  </a:lnTo>
                  <a:cubicBezTo>
                    <a:pt x="1" y="28583"/>
                    <a:pt x="1695" y="31326"/>
                    <a:pt x="3347" y="33671"/>
                  </a:cubicBezTo>
                  <a:lnTo>
                    <a:pt x="2675" y="36801"/>
                  </a:lnTo>
                  <a:cubicBezTo>
                    <a:pt x="2564" y="37318"/>
                    <a:pt x="2717" y="37851"/>
                    <a:pt x="3092" y="38234"/>
                  </a:cubicBezTo>
                  <a:cubicBezTo>
                    <a:pt x="3395" y="38542"/>
                    <a:pt x="3816" y="38702"/>
                    <a:pt x="4246" y="38702"/>
                  </a:cubicBezTo>
                  <a:lnTo>
                    <a:pt x="6119" y="38702"/>
                  </a:lnTo>
                  <a:cubicBezTo>
                    <a:pt x="6791" y="38702"/>
                    <a:pt x="7441" y="38420"/>
                    <a:pt x="7901" y="37930"/>
                  </a:cubicBezTo>
                  <a:lnTo>
                    <a:pt x="12319" y="33212"/>
                  </a:lnTo>
                  <a:lnTo>
                    <a:pt x="25994" y="33212"/>
                  </a:lnTo>
                  <a:cubicBezTo>
                    <a:pt x="27478" y="33212"/>
                    <a:pt x="28754" y="32601"/>
                    <a:pt x="29683" y="31443"/>
                  </a:cubicBezTo>
                  <a:cubicBezTo>
                    <a:pt x="30124" y="30893"/>
                    <a:pt x="30387" y="30342"/>
                    <a:pt x="30521" y="30008"/>
                  </a:cubicBezTo>
                  <a:cubicBezTo>
                    <a:pt x="34616" y="28742"/>
                    <a:pt x="35654" y="25023"/>
                    <a:pt x="35362" y="22020"/>
                  </a:cubicBezTo>
                  <a:cubicBezTo>
                    <a:pt x="35362" y="22013"/>
                    <a:pt x="35361" y="22006"/>
                    <a:pt x="35360" y="21999"/>
                  </a:cubicBezTo>
                  <a:cubicBezTo>
                    <a:pt x="35019" y="18070"/>
                    <a:pt x="32662" y="16336"/>
                    <a:pt x="30744" y="15573"/>
                  </a:cubicBezTo>
                  <a:cubicBezTo>
                    <a:pt x="29176" y="14949"/>
                    <a:pt x="27670" y="14865"/>
                    <a:pt x="27024" y="14865"/>
                  </a:cubicBezTo>
                  <a:cubicBezTo>
                    <a:pt x="27007" y="14865"/>
                    <a:pt x="26991" y="14865"/>
                    <a:pt x="26975" y="14865"/>
                  </a:cubicBezTo>
                  <a:cubicBezTo>
                    <a:pt x="26563" y="14424"/>
                    <a:pt x="26137" y="14014"/>
                    <a:pt x="25702" y="13639"/>
                  </a:cubicBezTo>
                  <a:cubicBezTo>
                    <a:pt x="26131" y="13329"/>
                    <a:pt x="26412" y="12825"/>
                    <a:pt x="26412" y="12256"/>
                  </a:cubicBezTo>
                  <a:lnTo>
                    <a:pt x="26412" y="1705"/>
                  </a:lnTo>
                  <a:cubicBezTo>
                    <a:pt x="26412" y="763"/>
                    <a:pt x="25648" y="0"/>
                    <a:pt x="247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31"/>
            <p:cNvSpPr/>
            <p:nvPr/>
          </p:nvSpPr>
          <p:spPr>
            <a:xfrm rot="1095387">
              <a:off x="7301722" y="2827746"/>
              <a:ext cx="160442" cy="60508"/>
            </a:xfrm>
            <a:custGeom>
              <a:avLst/>
              <a:gdLst/>
              <a:ahLst/>
              <a:cxnLst/>
              <a:rect l="l" t="t" r="r" b="b"/>
              <a:pathLst>
                <a:path w="3455" h="1303" extrusionOk="0">
                  <a:moveTo>
                    <a:pt x="608" y="0"/>
                  </a:moveTo>
                  <a:cubicBezTo>
                    <a:pt x="333" y="0"/>
                    <a:pt x="92" y="201"/>
                    <a:pt x="49" y="481"/>
                  </a:cubicBezTo>
                  <a:cubicBezTo>
                    <a:pt x="1" y="790"/>
                    <a:pt x="214" y="1080"/>
                    <a:pt x="523" y="1128"/>
                  </a:cubicBezTo>
                  <a:cubicBezTo>
                    <a:pt x="1280" y="1243"/>
                    <a:pt x="2075" y="1303"/>
                    <a:pt x="2888" y="1303"/>
                  </a:cubicBezTo>
                  <a:cubicBezTo>
                    <a:pt x="3201" y="1303"/>
                    <a:pt x="3455" y="1048"/>
                    <a:pt x="3455" y="736"/>
                  </a:cubicBezTo>
                  <a:cubicBezTo>
                    <a:pt x="3455" y="423"/>
                    <a:pt x="3201" y="168"/>
                    <a:pt x="2888" y="168"/>
                  </a:cubicBezTo>
                  <a:cubicBezTo>
                    <a:pt x="2133" y="168"/>
                    <a:pt x="1395" y="115"/>
                    <a:pt x="695" y="7"/>
                  </a:cubicBezTo>
                  <a:cubicBezTo>
                    <a:pt x="666" y="2"/>
                    <a:pt x="637" y="0"/>
                    <a:pt x="6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31"/>
            <p:cNvSpPr/>
            <p:nvPr/>
          </p:nvSpPr>
          <p:spPr>
            <a:xfrm rot="1095387">
              <a:off x="6920234" y="2335203"/>
              <a:ext cx="397737" cy="468926"/>
            </a:xfrm>
            <a:custGeom>
              <a:avLst/>
              <a:gdLst/>
              <a:ahLst/>
              <a:cxnLst/>
              <a:rect l="l" t="t" r="r" b="b"/>
              <a:pathLst>
                <a:path w="8565" h="10098" extrusionOk="0">
                  <a:moveTo>
                    <a:pt x="628" y="1"/>
                  </a:moveTo>
                  <a:cubicBezTo>
                    <a:pt x="580" y="1"/>
                    <a:pt x="530" y="7"/>
                    <a:pt x="481" y="20"/>
                  </a:cubicBezTo>
                  <a:cubicBezTo>
                    <a:pt x="178" y="102"/>
                    <a:pt x="0" y="413"/>
                    <a:pt x="82" y="716"/>
                  </a:cubicBezTo>
                  <a:cubicBezTo>
                    <a:pt x="99" y="778"/>
                    <a:pt x="502" y="2242"/>
                    <a:pt x="1642" y="3989"/>
                  </a:cubicBezTo>
                  <a:cubicBezTo>
                    <a:pt x="2248" y="4918"/>
                    <a:pt x="3140" y="6032"/>
                    <a:pt x="4381" y="7035"/>
                  </a:cubicBezTo>
                  <a:cubicBezTo>
                    <a:pt x="3858" y="7474"/>
                    <a:pt x="3202" y="8232"/>
                    <a:pt x="2931" y="9403"/>
                  </a:cubicBezTo>
                  <a:cubicBezTo>
                    <a:pt x="2861" y="9709"/>
                    <a:pt x="3052" y="10012"/>
                    <a:pt x="3357" y="10082"/>
                  </a:cubicBezTo>
                  <a:cubicBezTo>
                    <a:pt x="3400" y="10093"/>
                    <a:pt x="3443" y="10097"/>
                    <a:pt x="3484" y="10097"/>
                  </a:cubicBezTo>
                  <a:cubicBezTo>
                    <a:pt x="3743" y="10097"/>
                    <a:pt x="3976" y="9920"/>
                    <a:pt x="4037" y="9658"/>
                  </a:cubicBezTo>
                  <a:cubicBezTo>
                    <a:pt x="4283" y="8592"/>
                    <a:pt x="4954" y="7991"/>
                    <a:pt x="5330" y="7731"/>
                  </a:cubicBezTo>
                  <a:cubicBezTo>
                    <a:pt x="6034" y="8195"/>
                    <a:pt x="6829" y="8615"/>
                    <a:pt x="7723" y="8953"/>
                  </a:cubicBezTo>
                  <a:cubicBezTo>
                    <a:pt x="7789" y="8977"/>
                    <a:pt x="7857" y="8990"/>
                    <a:pt x="7924" y="8990"/>
                  </a:cubicBezTo>
                  <a:cubicBezTo>
                    <a:pt x="8153" y="8990"/>
                    <a:pt x="8368" y="8849"/>
                    <a:pt x="8454" y="8623"/>
                  </a:cubicBezTo>
                  <a:cubicBezTo>
                    <a:pt x="8564" y="8330"/>
                    <a:pt x="8417" y="8003"/>
                    <a:pt x="8124" y="7892"/>
                  </a:cubicBezTo>
                  <a:cubicBezTo>
                    <a:pt x="5892" y="7052"/>
                    <a:pt x="3984" y="5501"/>
                    <a:pt x="2614" y="3403"/>
                  </a:cubicBezTo>
                  <a:cubicBezTo>
                    <a:pt x="1562" y="1802"/>
                    <a:pt x="1180" y="434"/>
                    <a:pt x="1176" y="419"/>
                  </a:cubicBezTo>
                  <a:cubicBezTo>
                    <a:pt x="1107" y="167"/>
                    <a:pt x="878" y="1"/>
                    <a:pt x="6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31"/>
            <p:cNvSpPr/>
            <p:nvPr/>
          </p:nvSpPr>
          <p:spPr>
            <a:xfrm rot="1095387">
              <a:off x="7206252" y="1546256"/>
              <a:ext cx="144978" cy="437720"/>
            </a:xfrm>
            <a:custGeom>
              <a:avLst/>
              <a:gdLst/>
              <a:ahLst/>
              <a:cxnLst/>
              <a:rect l="l" t="t" r="r" b="b"/>
              <a:pathLst>
                <a:path w="3122" h="9426" extrusionOk="0">
                  <a:moveTo>
                    <a:pt x="1988" y="5470"/>
                  </a:moveTo>
                  <a:lnTo>
                    <a:pt x="1988" y="6322"/>
                  </a:lnTo>
                  <a:lnTo>
                    <a:pt x="1134" y="6322"/>
                  </a:lnTo>
                  <a:lnTo>
                    <a:pt x="1134" y="5470"/>
                  </a:lnTo>
                  <a:close/>
                  <a:moveTo>
                    <a:pt x="1560" y="0"/>
                  </a:moveTo>
                  <a:cubicBezTo>
                    <a:pt x="1247" y="0"/>
                    <a:pt x="994" y="254"/>
                    <a:pt x="994" y="567"/>
                  </a:cubicBezTo>
                  <a:lnTo>
                    <a:pt x="994" y="4335"/>
                  </a:lnTo>
                  <a:lnTo>
                    <a:pt x="954" y="4335"/>
                  </a:lnTo>
                  <a:cubicBezTo>
                    <a:pt x="428" y="4335"/>
                    <a:pt x="1" y="4764"/>
                    <a:pt x="1" y="5288"/>
                  </a:cubicBezTo>
                  <a:lnTo>
                    <a:pt x="1" y="6503"/>
                  </a:lnTo>
                  <a:cubicBezTo>
                    <a:pt x="1" y="7029"/>
                    <a:pt x="428" y="7456"/>
                    <a:pt x="954" y="7456"/>
                  </a:cubicBezTo>
                  <a:lnTo>
                    <a:pt x="994" y="7456"/>
                  </a:lnTo>
                  <a:lnTo>
                    <a:pt x="994" y="8859"/>
                  </a:lnTo>
                  <a:cubicBezTo>
                    <a:pt x="994" y="9172"/>
                    <a:pt x="1247" y="9425"/>
                    <a:pt x="1560" y="9425"/>
                  </a:cubicBezTo>
                  <a:cubicBezTo>
                    <a:pt x="1874" y="9425"/>
                    <a:pt x="2127" y="9172"/>
                    <a:pt x="2127" y="8859"/>
                  </a:cubicBezTo>
                  <a:lnTo>
                    <a:pt x="2127" y="7456"/>
                  </a:lnTo>
                  <a:lnTo>
                    <a:pt x="2168" y="7456"/>
                  </a:lnTo>
                  <a:cubicBezTo>
                    <a:pt x="2693" y="7456"/>
                    <a:pt x="3121" y="7029"/>
                    <a:pt x="3121" y="6503"/>
                  </a:cubicBezTo>
                  <a:lnTo>
                    <a:pt x="3121" y="5288"/>
                  </a:lnTo>
                  <a:cubicBezTo>
                    <a:pt x="3121" y="4764"/>
                    <a:pt x="2693" y="4335"/>
                    <a:pt x="2168" y="4335"/>
                  </a:cubicBezTo>
                  <a:lnTo>
                    <a:pt x="2127" y="4335"/>
                  </a:lnTo>
                  <a:lnTo>
                    <a:pt x="2127" y="567"/>
                  </a:lnTo>
                  <a:cubicBezTo>
                    <a:pt x="2127" y="254"/>
                    <a:pt x="1874" y="0"/>
                    <a:pt x="15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31"/>
            <p:cNvSpPr/>
            <p:nvPr/>
          </p:nvSpPr>
          <p:spPr>
            <a:xfrm rot="1095387">
              <a:off x="7379216" y="1603309"/>
              <a:ext cx="144978" cy="437720"/>
            </a:xfrm>
            <a:custGeom>
              <a:avLst/>
              <a:gdLst/>
              <a:ahLst/>
              <a:cxnLst/>
              <a:rect l="l" t="t" r="r" b="b"/>
              <a:pathLst>
                <a:path w="3122" h="9426" extrusionOk="0">
                  <a:moveTo>
                    <a:pt x="1988" y="2715"/>
                  </a:moveTo>
                  <a:lnTo>
                    <a:pt x="1988" y="3567"/>
                  </a:lnTo>
                  <a:lnTo>
                    <a:pt x="1134" y="3567"/>
                  </a:lnTo>
                  <a:lnTo>
                    <a:pt x="1134" y="2715"/>
                  </a:lnTo>
                  <a:close/>
                  <a:moveTo>
                    <a:pt x="1561" y="0"/>
                  </a:moveTo>
                  <a:cubicBezTo>
                    <a:pt x="1247" y="0"/>
                    <a:pt x="994" y="254"/>
                    <a:pt x="994" y="567"/>
                  </a:cubicBezTo>
                  <a:lnTo>
                    <a:pt x="994" y="1580"/>
                  </a:lnTo>
                  <a:lnTo>
                    <a:pt x="954" y="1580"/>
                  </a:lnTo>
                  <a:cubicBezTo>
                    <a:pt x="428" y="1580"/>
                    <a:pt x="1" y="2007"/>
                    <a:pt x="1" y="2533"/>
                  </a:cubicBezTo>
                  <a:lnTo>
                    <a:pt x="1" y="3747"/>
                  </a:lnTo>
                  <a:cubicBezTo>
                    <a:pt x="1" y="4273"/>
                    <a:pt x="428" y="4701"/>
                    <a:pt x="954" y="4701"/>
                  </a:cubicBezTo>
                  <a:lnTo>
                    <a:pt x="994" y="4701"/>
                  </a:lnTo>
                  <a:lnTo>
                    <a:pt x="994" y="8859"/>
                  </a:lnTo>
                  <a:cubicBezTo>
                    <a:pt x="994" y="9172"/>
                    <a:pt x="1247" y="9425"/>
                    <a:pt x="1561" y="9425"/>
                  </a:cubicBezTo>
                  <a:cubicBezTo>
                    <a:pt x="1874" y="9425"/>
                    <a:pt x="2128" y="9172"/>
                    <a:pt x="2128" y="8859"/>
                  </a:cubicBezTo>
                  <a:lnTo>
                    <a:pt x="2128" y="4701"/>
                  </a:lnTo>
                  <a:lnTo>
                    <a:pt x="2168" y="4701"/>
                  </a:lnTo>
                  <a:cubicBezTo>
                    <a:pt x="2694" y="4701"/>
                    <a:pt x="3122" y="4273"/>
                    <a:pt x="3122" y="3747"/>
                  </a:cubicBezTo>
                  <a:lnTo>
                    <a:pt x="3122" y="2533"/>
                  </a:lnTo>
                  <a:cubicBezTo>
                    <a:pt x="3122" y="2007"/>
                    <a:pt x="2694" y="1580"/>
                    <a:pt x="2168" y="1580"/>
                  </a:cubicBezTo>
                  <a:lnTo>
                    <a:pt x="2128" y="1580"/>
                  </a:lnTo>
                  <a:lnTo>
                    <a:pt x="2128" y="567"/>
                  </a:lnTo>
                  <a:cubicBezTo>
                    <a:pt x="2128" y="254"/>
                    <a:pt x="1874" y="0"/>
                    <a:pt x="15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31"/>
            <p:cNvSpPr/>
            <p:nvPr/>
          </p:nvSpPr>
          <p:spPr>
            <a:xfrm rot="1095387">
              <a:off x="7552217" y="1660367"/>
              <a:ext cx="144931" cy="437766"/>
            </a:xfrm>
            <a:custGeom>
              <a:avLst/>
              <a:gdLst/>
              <a:ahLst/>
              <a:cxnLst/>
              <a:rect l="l" t="t" r="r" b="b"/>
              <a:pathLst>
                <a:path w="3121" h="9427" extrusionOk="0">
                  <a:moveTo>
                    <a:pt x="1987" y="7439"/>
                  </a:moveTo>
                  <a:lnTo>
                    <a:pt x="1987" y="8292"/>
                  </a:lnTo>
                  <a:lnTo>
                    <a:pt x="1135" y="8292"/>
                  </a:lnTo>
                  <a:lnTo>
                    <a:pt x="1135" y="7439"/>
                  </a:lnTo>
                  <a:close/>
                  <a:moveTo>
                    <a:pt x="1561" y="0"/>
                  </a:moveTo>
                  <a:cubicBezTo>
                    <a:pt x="1248" y="0"/>
                    <a:pt x="993" y="254"/>
                    <a:pt x="993" y="567"/>
                  </a:cubicBezTo>
                  <a:lnTo>
                    <a:pt x="993" y="6306"/>
                  </a:lnTo>
                  <a:lnTo>
                    <a:pt x="953" y="6306"/>
                  </a:lnTo>
                  <a:cubicBezTo>
                    <a:pt x="428" y="6306"/>
                    <a:pt x="0" y="6733"/>
                    <a:pt x="0" y="7259"/>
                  </a:cubicBezTo>
                  <a:lnTo>
                    <a:pt x="0" y="8473"/>
                  </a:lnTo>
                  <a:cubicBezTo>
                    <a:pt x="0" y="8999"/>
                    <a:pt x="428" y="9426"/>
                    <a:pt x="953" y="9426"/>
                  </a:cubicBezTo>
                  <a:lnTo>
                    <a:pt x="2167" y="9426"/>
                  </a:lnTo>
                  <a:cubicBezTo>
                    <a:pt x="2693" y="9426"/>
                    <a:pt x="3121" y="8999"/>
                    <a:pt x="3121" y="8473"/>
                  </a:cubicBezTo>
                  <a:lnTo>
                    <a:pt x="3121" y="7259"/>
                  </a:lnTo>
                  <a:cubicBezTo>
                    <a:pt x="3121" y="6733"/>
                    <a:pt x="2693" y="6306"/>
                    <a:pt x="2167" y="6306"/>
                  </a:cubicBezTo>
                  <a:lnTo>
                    <a:pt x="2128" y="6306"/>
                  </a:lnTo>
                  <a:lnTo>
                    <a:pt x="2128" y="567"/>
                  </a:lnTo>
                  <a:cubicBezTo>
                    <a:pt x="2128" y="254"/>
                    <a:pt x="1874" y="0"/>
                    <a:pt x="15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0" name="Google Shape;730;p32"/>
          <p:cNvGrpSpPr/>
          <p:nvPr/>
        </p:nvGrpSpPr>
        <p:grpSpPr>
          <a:xfrm>
            <a:off x="311036" y="279900"/>
            <a:ext cx="8496698" cy="4620823"/>
            <a:chOff x="311036" y="279900"/>
            <a:chExt cx="8496698" cy="4620823"/>
          </a:xfrm>
        </p:grpSpPr>
        <p:sp>
          <p:nvSpPr>
            <p:cNvPr id="731" name="Google Shape;731;p32"/>
            <p:cNvSpPr/>
            <p:nvPr/>
          </p:nvSpPr>
          <p:spPr>
            <a:xfrm>
              <a:off x="311814" y="4642854"/>
              <a:ext cx="8495531" cy="257869"/>
            </a:xfrm>
            <a:custGeom>
              <a:avLst/>
              <a:gdLst/>
              <a:ahLst/>
              <a:cxnLst/>
              <a:rect l="l" t="t" r="r" b="b"/>
              <a:pathLst>
                <a:path w="262046" h="7954" extrusionOk="0">
                  <a:moveTo>
                    <a:pt x="1739" y="1"/>
                  </a:moveTo>
                  <a:lnTo>
                    <a:pt x="1727" y="239"/>
                  </a:lnTo>
                  <a:lnTo>
                    <a:pt x="798" y="941"/>
                  </a:lnTo>
                  <a:lnTo>
                    <a:pt x="1" y="1453"/>
                  </a:lnTo>
                  <a:lnTo>
                    <a:pt x="1" y="2465"/>
                  </a:lnTo>
                  <a:lnTo>
                    <a:pt x="1917" y="2394"/>
                  </a:lnTo>
                  <a:lnTo>
                    <a:pt x="3870" y="2346"/>
                  </a:lnTo>
                  <a:lnTo>
                    <a:pt x="5823" y="2560"/>
                  </a:lnTo>
                  <a:lnTo>
                    <a:pt x="7728" y="2596"/>
                  </a:lnTo>
                  <a:lnTo>
                    <a:pt x="9323" y="2941"/>
                  </a:lnTo>
                  <a:lnTo>
                    <a:pt x="11097" y="3180"/>
                  </a:lnTo>
                  <a:lnTo>
                    <a:pt x="12645" y="3608"/>
                  </a:lnTo>
                  <a:lnTo>
                    <a:pt x="14181" y="4061"/>
                  </a:lnTo>
                  <a:lnTo>
                    <a:pt x="16229" y="4037"/>
                  </a:lnTo>
                  <a:lnTo>
                    <a:pt x="17919" y="4346"/>
                  </a:lnTo>
                  <a:lnTo>
                    <a:pt x="19574" y="4692"/>
                  </a:lnTo>
                  <a:lnTo>
                    <a:pt x="20884" y="5358"/>
                  </a:lnTo>
                  <a:lnTo>
                    <a:pt x="22587" y="5739"/>
                  </a:lnTo>
                  <a:lnTo>
                    <a:pt x="24456" y="5418"/>
                  </a:lnTo>
                  <a:lnTo>
                    <a:pt x="26230" y="5513"/>
                  </a:lnTo>
                  <a:lnTo>
                    <a:pt x="28004" y="5716"/>
                  </a:lnTo>
                  <a:lnTo>
                    <a:pt x="29742" y="5668"/>
                  </a:lnTo>
                  <a:lnTo>
                    <a:pt x="31564" y="5835"/>
                  </a:lnTo>
                  <a:lnTo>
                    <a:pt x="33469" y="5930"/>
                  </a:lnTo>
                  <a:lnTo>
                    <a:pt x="35041" y="6442"/>
                  </a:lnTo>
                  <a:lnTo>
                    <a:pt x="36779" y="6763"/>
                  </a:lnTo>
                  <a:lnTo>
                    <a:pt x="38565" y="7013"/>
                  </a:lnTo>
                  <a:lnTo>
                    <a:pt x="40446" y="7156"/>
                  </a:lnTo>
                  <a:lnTo>
                    <a:pt x="42351" y="7263"/>
                  </a:lnTo>
                  <a:lnTo>
                    <a:pt x="43982" y="7692"/>
                  </a:lnTo>
                  <a:lnTo>
                    <a:pt x="45744" y="7609"/>
                  </a:lnTo>
                  <a:lnTo>
                    <a:pt x="47518" y="7502"/>
                  </a:lnTo>
                  <a:lnTo>
                    <a:pt x="49292" y="7728"/>
                  </a:lnTo>
                  <a:lnTo>
                    <a:pt x="51066" y="7918"/>
                  </a:lnTo>
                  <a:lnTo>
                    <a:pt x="52840" y="7597"/>
                  </a:lnTo>
                  <a:lnTo>
                    <a:pt x="54543" y="7502"/>
                  </a:lnTo>
                  <a:lnTo>
                    <a:pt x="56424" y="7716"/>
                  </a:lnTo>
                  <a:lnTo>
                    <a:pt x="57913" y="7251"/>
                  </a:lnTo>
                  <a:lnTo>
                    <a:pt x="59651" y="7168"/>
                  </a:lnTo>
                  <a:lnTo>
                    <a:pt x="61211" y="6811"/>
                  </a:lnTo>
                  <a:lnTo>
                    <a:pt x="62818" y="6537"/>
                  </a:lnTo>
                  <a:lnTo>
                    <a:pt x="64532" y="6406"/>
                  </a:lnTo>
                  <a:lnTo>
                    <a:pt x="66152" y="6132"/>
                  </a:lnTo>
                  <a:lnTo>
                    <a:pt x="67878" y="6013"/>
                  </a:lnTo>
                  <a:lnTo>
                    <a:pt x="69414" y="5620"/>
                  </a:lnTo>
                  <a:lnTo>
                    <a:pt x="71033" y="5346"/>
                  </a:lnTo>
                  <a:lnTo>
                    <a:pt x="72950" y="5501"/>
                  </a:lnTo>
                  <a:lnTo>
                    <a:pt x="74474" y="5204"/>
                  </a:lnTo>
                  <a:lnTo>
                    <a:pt x="76248" y="5466"/>
                  </a:lnTo>
                  <a:lnTo>
                    <a:pt x="77796" y="5989"/>
                  </a:lnTo>
                  <a:lnTo>
                    <a:pt x="79427" y="6430"/>
                  </a:lnTo>
                  <a:lnTo>
                    <a:pt x="81594" y="6430"/>
                  </a:lnTo>
                  <a:lnTo>
                    <a:pt x="83166" y="6930"/>
                  </a:lnTo>
                  <a:lnTo>
                    <a:pt x="84773" y="7406"/>
                  </a:lnTo>
                  <a:lnTo>
                    <a:pt x="86571" y="7716"/>
                  </a:lnTo>
                  <a:lnTo>
                    <a:pt x="88369" y="7561"/>
                  </a:lnTo>
                  <a:lnTo>
                    <a:pt x="90155" y="7537"/>
                  </a:lnTo>
                  <a:lnTo>
                    <a:pt x="91953" y="7668"/>
                  </a:lnTo>
                  <a:lnTo>
                    <a:pt x="93750" y="7883"/>
                  </a:lnTo>
                  <a:lnTo>
                    <a:pt x="95548" y="7871"/>
                  </a:lnTo>
                  <a:lnTo>
                    <a:pt x="97346" y="7704"/>
                  </a:lnTo>
                  <a:lnTo>
                    <a:pt x="99132" y="7847"/>
                  </a:lnTo>
                  <a:lnTo>
                    <a:pt x="100930" y="7942"/>
                  </a:lnTo>
                  <a:lnTo>
                    <a:pt x="102728" y="7644"/>
                  </a:lnTo>
                  <a:lnTo>
                    <a:pt x="104526" y="7763"/>
                  </a:lnTo>
                  <a:lnTo>
                    <a:pt x="106335" y="7573"/>
                  </a:lnTo>
                  <a:lnTo>
                    <a:pt x="108133" y="7763"/>
                  </a:lnTo>
                  <a:lnTo>
                    <a:pt x="109931" y="7644"/>
                  </a:lnTo>
                  <a:lnTo>
                    <a:pt x="111729" y="7918"/>
                  </a:lnTo>
                  <a:lnTo>
                    <a:pt x="113550" y="7752"/>
                  </a:lnTo>
                  <a:lnTo>
                    <a:pt x="115253" y="7442"/>
                  </a:lnTo>
                  <a:lnTo>
                    <a:pt x="117134" y="7561"/>
                  </a:lnTo>
                  <a:lnTo>
                    <a:pt x="118765" y="7073"/>
                  </a:lnTo>
                  <a:lnTo>
                    <a:pt x="120599" y="7073"/>
                  </a:lnTo>
                  <a:lnTo>
                    <a:pt x="122337" y="6859"/>
                  </a:lnTo>
                  <a:lnTo>
                    <a:pt x="124266" y="7061"/>
                  </a:lnTo>
                  <a:lnTo>
                    <a:pt x="125969" y="6751"/>
                  </a:lnTo>
                  <a:lnTo>
                    <a:pt x="127767" y="6668"/>
                  </a:lnTo>
                  <a:lnTo>
                    <a:pt x="129410" y="6228"/>
                  </a:lnTo>
                  <a:lnTo>
                    <a:pt x="131172" y="6061"/>
                  </a:lnTo>
                  <a:lnTo>
                    <a:pt x="132958" y="5930"/>
                  </a:lnTo>
                  <a:lnTo>
                    <a:pt x="134755" y="5858"/>
                  </a:lnTo>
                  <a:lnTo>
                    <a:pt x="136494" y="5620"/>
                  </a:lnTo>
                  <a:lnTo>
                    <a:pt x="138339" y="5644"/>
                  </a:lnTo>
                  <a:lnTo>
                    <a:pt x="140220" y="5739"/>
                  </a:lnTo>
                  <a:lnTo>
                    <a:pt x="141959" y="5513"/>
                  </a:lnTo>
                  <a:lnTo>
                    <a:pt x="143626" y="5096"/>
                  </a:lnTo>
                  <a:lnTo>
                    <a:pt x="145519" y="4966"/>
                  </a:lnTo>
                  <a:lnTo>
                    <a:pt x="147031" y="5608"/>
                  </a:lnTo>
                  <a:lnTo>
                    <a:pt x="148781" y="5870"/>
                  </a:lnTo>
                  <a:lnTo>
                    <a:pt x="150615" y="6049"/>
                  </a:lnTo>
                  <a:lnTo>
                    <a:pt x="152543" y="6120"/>
                  </a:lnTo>
                  <a:lnTo>
                    <a:pt x="154175" y="6537"/>
                  </a:lnTo>
                  <a:lnTo>
                    <a:pt x="155877" y="6859"/>
                  </a:lnTo>
                  <a:lnTo>
                    <a:pt x="157461" y="7323"/>
                  </a:lnTo>
                  <a:lnTo>
                    <a:pt x="159270" y="7537"/>
                  </a:lnTo>
                  <a:lnTo>
                    <a:pt x="161104" y="7537"/>
                  </a:lnTo>
                  <a:lnTo>
                    <a:pt x="162914" y="7680"/>
                  </a:lnTo>
                  <a:lnTo>
                    <a:pt x="164521" y="7394"/>
                  </a:lnTo>
                  <a:lnTo>
                    <a:pt x="166140" y="7121"/>
                  </a:lnTo>
                  <a:lnTo>
                    <a:pt x="167760" y="6847"/>
                  </a:lnTo>
                  <a:lnTo>
                    <a:pt x="169224" y="6394"/>
                  </a:lnTo>
                  <a:lnTo>
                    <a:pt x="170784" y="6049"/>
                  </a:lnTo>
                  <a:lnTo>
                    <a:pt x="172653" y="6073"/>
                  </a:lnTo>
                  <a:lnTo>
                    <a:pt x="174272" y="5787"/>
                  </a:lnTo>
                  <a:lnTo>
                    <a:pt x="175892" y="5501"/>
                  </a:lnTo>
                  <a:lnTo>
                    <a:pt x="177439" y="5144"/>
                  </a:lnTo>
                  <a:lnTo>
                    <a:pt x="179249" y="5108"/>
                  </a:lnTo>
                  <a:lnTo>
                    <a:pt x="181071" y="4977"/>
                  </a:lnTo>
                  <a:lnTo>
                    <a:pt x="182892" y="5204"/>
                  </a:lnTo>
                  <a:lnTo>
                    <a:pt x="184714" y="5061"/>
                  </a:lnTo>
                  <a:lnTo>
                    <a:pt x="186548" y="5335"/>
                  </a:lnTo>
                  <a:lnTo>
                    <a:pt x="188369" y="5239"/>
                  </a:lnTo>
                  <a:lnTo>
                    <a:pt x="190203" y="5287"/>
                  </a:lnTo>
                  <a:lnTo>
                    <a:pt x="192013" y="5204"/>
                  </a:lnTo>
                  <a:lnTo>
                    <a:pt x="193822" y="4942"/>
                  </a:lnTo>
                  <a:lnTo>
                    <a:pt x="195632" y="5144"/>
                  </a:lnTo>
                  <a:lnTo>
                    <a:pt x="197442" y="4918"/>
                  </a:lnTo>
                  <a:lnTo>
                    <a:pt x="199264" y="4906"/>
                  </a:lnTo>
                  <a:lnTo>
                    <a:pt x="201073" y="5156"/>
                  </a:lnTo>
                  <a:lnTo>
                    <a:pt x="202895" y="5085"/>
                  </a:lnTo>
                  <a:lnTo>
                    <a:pt x="204705" y="4906"/>
                  </a:lnTo>
                  <a:lnTo>
                    <a:pt x="206550" y="5061"/>
                  </a:lnTo>
                  <a:lnTo>
                    <a:pt x="208241" y="5263"/>
                  </a:lnTo>
                  <a:lnTo>
                    <a:pt x="209848" y="5513"/>
                  </a:lnTo>
                  <a:lnTo>
                    <a:pt x="211420" y="5811"/>
                  </a:lnTo>
                  <a:lnTo>
                    <a:pt x="212896" y="6204"/>
                  </a:lnTo>
                  <a:lnTo>
                    <a:pt x="214230" y="6740"/>
                  </a:lnTo>
                  <a:lnTo>
                    <a:pt x="216182" y="6656"/>
                  </a:lnTo>
                  <a:lnTo>
                    <a:pt x="217444" y="7263"/>
                  </a:lnTo>
                  <a:lnTo>
                    <a:pt x="218933" y="7644"/>
                  </a:lnTo>
                  <a:lnTo>
                    <a:pt x="220802" y="7549"/>
                  </a:lnTo>
                  <a:lnTo>
                    <a:pt x="222528" y="7787"/>
                  </a:lnTo>
                  <a:lnTo>
                    <a:pt x="224350" y="7740"/>
                  </a:lnTo>
                  <a:lnTo>
                    <a:pt x="226160" y="7716"/>
                  </a:lnTo>
                  <a:lnTo>
                    <a:pt x="227970" y="7692"/>
                  </a:lnTo>
                  <a:lnTo>
                    <a:pt x="229779" y="7585"/>
                  </a:lnTo>
                  <a:lnTo>
                    <a:pt x="231601" y="7811"/>
                  </a:lnTo>
                  <a:lnTo>
                    <a:pt x="233411" y="7668"/>
                  </a:lnTo>
                  <a:lnTo>
                    <a:pt x="235232" y="7954"/>
                  </a:lnTo>
                  <a:lnTo>
                    <a:pt x="237042" y="7609"/>
                  </a:lnTo>
                  <a:lnTo>
                    <a:pt x="238804" y="7549"/>
                  </a:lnTo>
                  <a:lnTo>
                    <a:pt x="240626" y="7573"/>
                  </a:lnTo>
                  <a:lnTo>
                    <a:pt x="242352" y="7263"/>
                  </a:lnTo>
                  <a:lnTo>
                    <a:pt x="244186" y="7371"/>
                  </a:lnTo>
                  <a:lnTo>
                    <a:pt x="246007" y="7454"/>
                  </a:lnTo>
                  <a:lnTo>
                    <a:pt x="247817" y="7466"/>
                  </a:lnTo>
                  <a:lnTo>
                    <a:pt x="249520" y="7037"/>
                  </a:lnTo>
                  <a:lnTo>
                    <a:pt x="251365" y="7180"/>
                  </a:lnTo>
                  <a:lnTo>
                    <a:pt x="253139" y="7061"/>
                  </a:lnTo>
                  <a:lnTo>
                    <a:pt x="254842" y="7263"/>
                  </a:lnTo>
                  <a:lnTo>
                    <a:pt x="256652" y="7204"/>
                  </a:lnTo>
                  <a:lnTo>
                    <a:pt x="258414" y="7263"/>
                  </a:lnTo>
                  <a:lnTo>
                    <a:pt x="260093" y="7597"/>
                  </a:lnTo>
                  <a:lnTo>
                    <a:pt x="262045" y="7621"/>
                  </a:lnTo>
                  <a:lnTo>
                    <a:pt x="261890" y="6632"/>
                  </a:lnTo>
                  <a:lnTo>
                    <a:pt x="261676" y="6001"/>
                  </a:lnTo>
                  <a:lnTo>
                    <a:pt x="261581" y="5227"/>
                  </a:lnTo>
                  <a:lnTo>
                    <a:pt x="260938" y="4477"/>
                  </a:lnTo>
                  <a:lnTo>
                    <a:pt x="260438" y="3727"/>
                  </a:lnTo>
                  <a:lnTo>
                    <a:pt x="260104" y="2965"/>
                  </a:lnTo>
                  <a:lnTo>
                    <a:pt x="260045" y="2191"/>
                  </a:lnTo>
                  <a:lnTo>
                    <a:pt x="260533" y="1382"/>
                  </a:lnTo>
                  <a:lnTo>
                    <a:pt x="259747" y="644"/>
                  </a:lnTo>
                  <a:lnTo>
                    <a:pt x="2593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32"/>
            <p:cNvSpPr/>
            <p:nvPr/>
          </p:nvSpPr>
          <p:spPr>
            <a:xfrm>
              <a:off x="311036" y="279900"/>
              <a:ext cx="8496698" cy="4577996"/>
            </a:xfrm>
            <a:custGeom>
              <a:avLst/>
              <a:gdLst/>
              <a:ahLst/>
              <a:cxnLst/>
              <a:rect l="l" t="t" r="r" b="b"/>
              <a:pathLst>
                <a:path w="262082" h="141209" extrusionOk="0">
                  <a:moveTo>
                    <a:pt x="262069" y="12"/>
                  </a:moveTo>
                  <a:lnTo>
                    <a:pt x="256961" y="12"/>
                  </a:lnTo>
                  <a:lnTo>
                    <a:pt x="256961" y="2227"/>
                  </a:lnTo>
                  <a:cubicBezTo>
                    <a:pt x="258045" y="2822"/>
                    <a:pt x="258783" y="3989"/>
                    <a:pt x="258783" y="5323"/>
                  </a:cubicBezTo>
                  <a:cubicBezTo>
                    <a:pt x="258783" y="7263"/>
                    <a:pt x="257211" y="8847"/>
                    <a:pt x="255259" y="8847"/>
                  </a:cubicBezTo>
                  <a:cubicBezTo>
                    <a:pt x="253306" y="8847"/>
                    <a:pt x="251723" y="7263"/>
                    <a:pt x="251723" y="5323"/>
                  </a:cubicBezTo>
                  <a:cubicBezTo>
                    <a:pt x="251723" y="3989"/>
                    <a:pt x="252473" y="2822"/>
                    <a:pt x="253556" y="2227"/>
                  </a:cubicBezTo>
                  <a:lnTo>
                    <a:pt x="253556" y="12"/>
                  </a:lnTo>
                  <a:lnTo>
                    <a:pt x="245258" y="12"/>
                  </a:lnTo>
                  <a:lnTo>
                    <a:pt x="245258" y="2227"/>
                  </a:lnTo>
                  <a:cubicBezTo>
                    <a:pt x="246353" y="2822"/>
                    <a:pt x="247091" y="3989"/>
                    <a:pt x="247091" y="5323"/>
                  </a:cubicBezTo>
                  <a:cubicBezTo>
                    <a:pt x="247091" y="7263"/>
                    <a:pt x="245508" y="8847"/>
                    <a:pt x="243555" y="8847"/>
                  </a:cubicBezTo>
                  <a:cubicBezTo>
                    <a:pt x="241602" y="8847"/>
                    <a:pt x="240031" y="7263"/>
                    <a:pt x="240031" y="5323"/>
                  </a:cubicBezTo>
                  <a:cubicBezTo>
                    <a:pt x="240031" y="3989"/>
                    <a:pt x="240769" y="2822"/>
                    <a:pt x="241852" y="2227"/>
                  </a:cubicBezTo>
                  <a:lnTo>
                    <a:pt x="241852" y="12"/>
                  </a:lnTo>
                  <a:lnTo>
                    <a:pt x="233554" y="12"/>
                  </a:lnTo>
                  <a:lnTo>
                    <a:pt x="233554" y="2227"/>
                  </a:lnTo>
                  <a:cubicBezTo>
                    <a:pt x="234649" y="2822"/>
                    <a:pt x="235387" y="3989"/>
                    <a:pt x="235387" y="5323"/>
                  </a:cubicBezTo>
                  <a:cubicBezTo>
                    <a:pt x="235387" y="7263"/>
                    <a:pt x="233804" y="8847"/>
                    <a:pt x="231851" y="8847"/>
                  </a:cubicBezTo>
                  <a:cubicBezTo>
                    <a:pt x="229910" y="8847"/>
                    <a:pt x="228327" y="7263"/>
                    <a:pt x="228327" y="5323"/>
                  </a:cubicBezTo>
                  <a:cubicBezTo>
                    <a:pt x="228327" y="3989"/>
                    <a:pt x="229065" y="2822"/>
                    <a:pt x="230160" y="2227"/>
                  </a:cubicBezTo>
                  <a:lnTo>
                    <a:pt x="230160" y="12"/>
                  </a:lnTo>
                  <a:lnTo>
                    <a:pt x="221850" y="12"/>
                  </a:lnTo>
                  <a:lnTo>
                    <a:pt x="221850" y="2227"/>
                  </a:lnTo>
                  <a:cubicBezTo>
                    <a:pt x="222945" y="2822"/>
                    <a:pt x="223683" y="3989"/>
                    <a:pt x="223683" y="5323"/>
                  </a:cubicBezTo>
                  <a:cubicBezTo>
                    <a:pt x="223683" y="7263"/>
                    <a:pt x="222100" y="8847"/>
                    <a:pt x="220159" y="8847"/>
                  </a:cubicBezTo>
                  <a:cubicBezTo>
                    <a:pt x="218207" y="8847"/>
                    <a:pt x="216623" y="7263"/>
                    <a:pt x="216623" y="5323"/>
                  </a:cubicBezTo>
                  <a:cubicBezTo>
                    <a:pt x="216623" y="3989"/>
                    <a:pt x="217361" y="2822"/>
                    <a:pt x="218457" y="2227"/>
                  </a:cubicBezTo>
                  <a:lnTo>
                    <a:pt x="218457" y="12"/>
                  </a:lnTo>
                  <a:lnTo>
                    <a:pt x="210158" y="12"/>
                  </a:lnTo>
                  <a:lnTo>
                    <a:pt x="210158" y="2227"/>
                  </a:lnTo>
                  <a:cubicBezTo>
                    <a:pt x="211241" y="2822"/>
                    <a:pt x="211980" y="3989"/>
                    <a:pt x="211980" y="5323"/>
                  </a:cubicBezTo>
                  <a:cubicBezTo>
                    <a:pt x="211980" y="7263"/>
                    <a:pt x="210408" y="8847"/>
                    <a:pt x="208455" y="8847"/>
                  </a:cubicBezTo>
                  <a:cubicBezTo>
                    <a:pt x="206503" y="8847"/>
                    <a:pt x="204919" y="7263"/>
                    <a:pt x="204919" y="5323"/>
                  </a:cubicBezTo>
                  <a:cubicBezTo>
                    <a:pt x="204919" y="3989"/>
                    <a:pt x="205657" y="2822"/>
                    <a:pt x="206753" y="2227"/>
                  </a:cubicBezTo>
                  <a:lnTo>
                    <a:pt x="206753" y="12"/>
                  </a:lnTo>
                  <a:lnTo>
                    <a:pt x="198454" y="12"/>
                  </a:lnTo>
                  <a:lnTo>
                    <a:pt x="198454" y="2227"/>
                  </a:lnTo>
                  <a:cubicBezTo>
                    <a:pt x="199538" y="2822"/>
                    <a:pt x="200288" y="3989"/>
                    <a:pt x="200288" y="5323"/>
                  </a:cubicBezTo>
                  <a:cubicBezTo>
                    <a:pt x="200288" y="7263"/>
                    <a:pt x="198704" y="8847"/>
                    <a:pt x="196752" y="8847"/>
                  </a:cubicBezTo>
                  <a:cubicBezTo>
                    <a:pt x="194799" y="8847"/>
                    <a:pt x="193227" y="7263"/>
                    <a:pt x="193227" y="5323"/>
                  </a:cubicBezTo>
                  <a:cubicBezTo>
                    <a:pt x="193227" y="3989"/>
                    <a:pt x="193965" y="2822"/>
                    <a:pt x="195049" y="2227"/>
                  </a:cubicBezTo>
                  <a:lnTo>
                    <a:pt x="195049" y="12"/>
                  </a:lnTo>
                  <a:lnTo>
                    <a:pt x="185810" y="12"/>
                  </a:lnTo>
                  <a:lnTo>
                    <a:pt x="185810" y="2227"/>
                  </a:lnTo>
                  <a:cubicBezTo>
                    <a:pt x="186893" y="2822"/>
                    <a:pt x="187631" y="3989"/>
                    <a:pt x="187631" y="5323"/>
                  </a:cubicBezTo>
                  <a:cubicBezTo>
                    <a:pt x="187631" y="7263"/>
                    <a:pt x="186060" y="8847"/>
                    <a:pt x="184107" y="8847"/>
                  </a:cubicBezTo>
                  <a:cubicBezTo>
                    <a:pt x="182154" y="8847"/>
                    <a:pt x="180571" y="7263"/>
                    <a:pt x="180571" y="5323"/>
                  </a:cubicBezTo>
                  <a:cubicBezTo>
                    <a:pt x="180571" y="3989"/>
                    <a:pt x="181309" y="2822"/>
                    <a:pt x="182404" y="2227"/>
                  </a:cubicBezTo>
                  <a:lnTo>
                    <a:pt x="182404" y="12"/>
                  </a:lnTo>
                  <a:lnTo>
                    <a:pt x="174106" y="12"/>
                  </a:lnTo>
                  <a:lnTo>
                    <a:pt x="174106" y="2227"/>
                  </a:lnTo>
                  <a:cubicBezTo>
                    <a:pt x="175189" y="2822"/>
                    <a:pt x="175939" y="3989"/>
                    <a:pt x="175939" y="5323"/>
                  </a:cubicBezTo>
                  <a:cubicBezTo>
                    <a:pt x="175939" y="7263"/>
                    <a:pt x="174356" y="8847"/>
                    <a:pt x="172403" y="8847"/>
                  </a:cubicBezTo>
                  <a:cubicBezTo>
                    <a:pt x="170451" y="8847"/>
                    <a:pt x="168879" y="7263"/>
                    <a:pt x="168879" y="5323"/>
                  </a:cubicBezTo>
                  <a:cubicBezTo>
                    <a:pt x="168879" y="3989"/>
                    <a:pt x="169617" y="2822"/>
                    <a:pt x="170701" y="2227"/>
                  </a:cubicBezTo>
                  <a:lnTo>
                    <a:pt x="170701" y="12"/>
                  </a:lnTo>
                  <a:lnTo>
                    <a:pt x="162402" y="12"/>
                  </a:lnTo>
                  <a:lnTo>
                    <a:pt x="162402" y="2227"/>
                  </a:lnTo>
                  <a:cubicBezTo>
                    <a:pt x="163497" y="2822"/>
                    <a:pt x="164236" y="3989"/>
                    <a:pt x="164236" y="5323"/>
                  </a:cubicBezTo>
                  <a:cubicBezTo>
                    <a:pt x="164236" y="7263"/>
                    <a:pt x="162652" y="8847"/>
                    <a:pt x="160699" y="8847"/>
                  </a:cubicBezTo>
                  <a:cubicBezTo>
                    <a:pt x="158759" y="8847"/>
                    <a:pt x="157175" y="7263"/>
                    <a:pt x="157175" y="5323"/>
                  </a:cubicBezTo>
                  <a:cubicBezTo>
                    <a:pt x="157175" y="3989"/>
                    <a:pt x="157913" y="2822"/>
                    <a:pt x="159009" y="2227"/>
                  </a:cubicBezTo>
                  <a:lnTo>
                    <a:pt x="159009" y="12"/>
                  </a:lnTo>
                  <a:lnTo>
                    <a:pt x="150698" y="12"/>
                  </a:lnTo>
                  <a:lnTo>
                    <a:pt x="150698" y="2227"/>
                  </a:lnTo>
                  <a:cubicBezTo>
                    <a:pt x="151794" y="2822"/>
                    <a:pt x="152532" y="3989"/>
                    <a:pt x="152532" y="5323"/>
                  </a:cubicBezTo>
                  <a:cubicBezTo>
                    <a:pt x="152532" y="7263"/>
                    <a:pt x="150948" y="8847"/>
                    <a:pt x="149007" y="8847"/>
                  </a:cubicBezTo>
                  <a:cubicBezTo>
                    <a:pt x="147055" y="8847"/>
                    <a:pt x="145471" y="7263"/>
                    <a:pt x="145471" y="5323"/>
                  </a:cubicBezTo>
                  <a:cubicBezTo>
                    <a:pt x="145471" y="3989"/>
                    <a:pt x="146209" y="2822"/>
                    <a:pt x="147305" y="2227"/>
                  </a:cubicBezTo>
                  <a:lnTo>
                    <a:pt x="147305" y="12"/>
                  </a:lnTo>
                  <a:lnTo>
                    <a:pt x="139006" y="12"/>
                  </a:lnTo>
                  <a:lnTo>
                    <a:pt x="139006" y="2227"/>
                  </a:lnTo>
                  <a:cubicBezTo>
                    <a:pt x="140090" y="2822"/>
                    <a:pt x="140828" y="3989"/>
                    <a:pt x="140828" y="5323"/>
                  </a:cubicBezTo>
                  <a:cubicBezTo>
                    <a:pt x="140828" y="7263"/>
                    <a:pt x="139256" y="8847"/>
                    <a:pt x="137304" y="8847"/>
                  </a:cubicBezTo>
                  <a:cubicBezTo>
                    <a:pt x="135351" y="8847"/>
                    <a:pt x="133767" y="7263"/>
                    <a:pt x="133767" y="5323"/>
                  </a:cubicBezTo>
                  <a:cubicBezTo>
                    <a:pt x="133767" y="3989"/>
                    <a:pt x="134506" y="2822"/>
                    <a:pt x="135601" y="2227"/>
                  </a:cubicBezTo>
                  <a:lnTo>
                    <a:pt x="135601" y="12"/>
                  </a:lnTo>
                  <a:lnTo>
                    <a:pt x="127302" y="12"/>
                  </a:lnTo>
                  <a:lnTo>
                    <a:pt x="127302" y="2227"/>
                  </a:lnTo>
                  <a:cubicBezTo>
                    <a:pt x="128386" y="2822"/>
                    <a:pt x="129136" y="3989"/>
                    <a:pt x="129136" y="5323"/>
                  </a:cubicBezTo>
                  <a:cubicBezTo>
                    <a:pt x="129136" y="7263"/>
                    <a:pt x="127552" y="8847"/>
                    <a:pt x="125600" y="8847"/>
                  </a:cubicBezTo>
                  <a:cubicBezTo>
                    <a:pt x="123647" y="8847"/>
                    <a:pt x="122076" y="7263"/>
                    <a:pt x="122076" y="5323"/>
                  </a:cubicBezTo>
                  <a:cubicBezTo>
                    <a:pt x="122076" y="3989"/>
                    <a:pt x="122814" y="2822"/>
                    <a:pt x="123897" y="2227"/>
                  </a:cubicBezTo>
                  <a:lnTo>
                    <a:pt x="123897" y="12"/>
                  </a:lnTo>
                  <a:lnTo>
                    <a:pt x="115599" y="12"/>
                  </a:lnTo>
                  <a:lnTo>
                    <a:pt x="115599" y="2227"/>
                  </a:lnTo>
                  <a:cubicBezTo>
                    <a:pt x="116694" y="2822"/>
                    <a:pt x="117432" y="3989"/>
                    <a:pt x="117432" y="5323"/>
                  </a:cubicBezTo>
                  <a:cubicBezTo>
                    <a:pt x="117432" y="7263"/>
                    <a:pt x="115849" y="8847"/>
                    <a:pt x="113896" y="8847"/>
                  </a:cubicBezTo>
                  <a:cubicBezTo>
                    <a:pt x="111955" y="8847"/>
                    <a:pt x="110372" y="7263"/>
                    <a:pt x="110372" y="5323"/>
                  </a:cubicBezTo>
                  <a:cubicBezTo>
                    <a:pt x="110372" y="3989"/>
                    <a:pt x="111110" y="2822"/>
                    <a:pt x="112205" y="2227"/>
                  </a:cubicBezTo>
                  <a:lnTo>
                    <a:pt x="112205" y="12"/>
                  </a:lnTo>
                  <a:lnTo>
                    <a:pt x="103895" y="12"/>
                  </a:lnTo>
                  <a:lnTo>
                    <a:pt x="103895" y="2227"/>
                  </a:lnTo>
                  <a:cubicBezTo>
                    <a:pt x="104990" y="2822"/>
                    <a:pt x="105728" y="3989"/>
                    <a:pt x="105728" y="5323"/>
                  </a:cubicBezTo>
                  <a:cubicBezTo>
                    <a:pt x="105728" y="7263"/>
                    <a:pt x="104145" y="8847"/>
                    <a:pt x="102204" y="8847"/>
                  </a:cubicBezTo>
                  <a:cubicBezTo>
                    <a:pt x="100632" y="8847"/>
                    <a:pt x="99311" y="7835"/>
                    <a:pt x="98846" y="6418"/>
                  </a:cubicBezTo>
                  <a:lnTo>
                    <a:pt x="98811" y="4323"/>
                  </a:lnTo>
                  <a:cubicBezTo>
                    <a:pt x="99073" y="3418"/>
                    <a:pt x="99692" y="2668"/>
                    <a:pt x="100501" y="2227"/>
                  </a:cubicBezTo>
                  <a:lnTo>
                    <a:pt x="100501" y="12"/>
                  </a:lnTo>
                  <a:lnTo>
                    <a:pt x="91953" y="12"/>
                  </a:lnTo>
                  <a:lnTo>
                    <a:pt x="91953" y="2227"/>
                  </a:lnTo>
                  <a:cubicBezTo>
                    <a:pt x="93048" y="2822"/>
                    <a:pt x="93786" y="3989"/>
                    <a:pt x="93786" y="5323"/>
                  </a:cubicBezTo>
                  <a:cubicBezTo>
                    <a:pt x="93786" y="7263"/>
                    <a:pt x="92203" y="8847"/>
                    <a:pt x="90250" y="8847"/>
                  </a:cubicBezTo>
                  <a:cubicBezTo>
                    <a:pt x="88309" y="8847"/>
                    <a:pt x="86726" y="7263"/>
                    <a:pt x="86726" y="5323"/>
                  </a:cubicBezTo>
                  <a:cubicBezTo>
                    <a:pt x="86726" y="3989"/>
                    <a:pt x="87464" y="2822"/>
                    <a:pt x="88559" y="2227"/>
                  </a:cubicBezTo>
                  <a:lnTo>
                    <a:pt x="88559" y="12"/>
                  </a:lnTo>
                  <a:lnTo>
                    <a:pt x="80249" y="12"/>
                  </a:lnTo>
                  <a:lnTo>
                    <a:pt x="80249" y="2227"/>
                  </a:lnTo>
                  <a:cubicBezTo>
                    <a:pt x="81344" y="2822"/>
                    <a:pt x="82082" y="3989"/>
                    <a:pt x="82082" y="5323"/>
                  </a:cubicBezTo>
                  <a:cubicBezTo>
                    <a:pt x="82082" y="7263"/>
                    <a:pt x="80499" y="8847"/>
                    <a:pt x="78558" y="8847"/>
                  </a:cubicBezTo>
                  <a:cubicBezTo>
                    <a:pt x="76606" y="8847"/>
                    <a:pt x="75022" y="7263"/>
                    <a:pt x="75022" y="5323"/>
                  </a:cubicBezTo>
                  <a:cubicBezTo>
                    <a:pt x="75022" y="3989"/>
                    <a:pt x="75760" y="2822"/>
                    <a:pt x="76856" y="2227"/>
                  </a:cubicBezTo>
                  <a:lnTo>
                    <a:pt x="76856" y="12"/>
                  </a:lnTo>
                  <a:lnTo>
                    <a:pt x="68557" y="12"/>
                  </a:lnTo>
                  <a:lnTo>
                    <a:pt x="68557" y="2227"/>
                  </a:lnTo>
                  <a:cubicBezTo>
                    <a:pt x="69640" y="2822"/>
                    <a:pt x="70379" y="3989"/>
                    <a:pt x="70379" y="5323"/>
                  </a:cubicBezTo>
                  <a:cubicBezTo>
                    <a:pt x="70379" y="7263"/>
                    <a:pt x="68807" y="8847"/>
                    <a:pt x="66854" y="8847"/>
                  </a:cubicBezTo>
                  <a:cubicBezTo>
                    <a:pt x="64902" y="8847"/>
                    <a:pt x="63318" y="7263"/>
                    <a:pt x="63318" y="5323"/>
                  </a:cubicBezTo>
                  <a:cubicBezTo>
                    <a:pt x="63318" y="3989"/>
                    <a:pt x="64068" y="2822"/>
                    <a:pt x="65152" y="2227"/>
                  </a:cubicBezTo>
                  <a:lnTo>
                    <a:pt x="65152" y="12"/>
                  </a:lnTo>
                  <a:lnTo>
                    <a:pt x="56853" y="12"/>
                  </a:lnTo>
                  <a:lnTo>
                    <a:pt x="56853" y="2227"/>
                  </a:lnTo>
                  <a:cubicBezTo>
                    <a:pt x="57948" y="2822"/>
                    <a:pt x="58687" y="3989"/>
                    <a:pt x="58687" y="5323"/>
                  </a:cubicBezTo>
                  <a:cubicBezTo>
                    <a:pt x="58687" y="7263"/>
                    <a:pt x="57103" y="8847"/>
                    <a:pt x="55150" y="8847"/>
                  </a:cubicBezTo>
                  <a:cubicBezTo>
                    <a:pt x="53198" y="8847"/>
                    <a:pt x="51626" y="7263"/>
                    <a:pt x="51626" y="5323"/>
                  </a:cubicBezTo>
                  <a:cubicBezTo>
                    <a:pt x="51626" y="3989"/>
                    <a:pt x="52364" y="2822"/>
                    <a:pt x="53448" y="2227"/>
                  </a:cubicBezTo>
                  <a:lnTo>
                    <a:pt x="53448" y="12"/>
                  </a:lnTo>
                  <a:lnTo>
                    <a:pt x="45149" y="12"/>
                  </a:lnTo>
                  <a:lnTo>
                    <a:pt x="45149" y="2227"/>
                  </a:lnTo>
                  <a:cubicBezTo>
                    <a:pt x="46245" y="2822"/>
                    <a:pt x="46983" y="3989"/>
                    <a:pt x="46983" y="5323"/>
                  </a:cubicBezTo>
                  <a:cubicBezTo>
                    <a:pt x="46983" y="7263"/>
                    <a:pt x="45399" y="8847"/>
                    <a:pt x="43447" y="8847"/>
                  </a:cubicBezTo>
                  <a:cubicBezTo>
                    <a:pt x="41506" y="8847"/>
                    <a:pt x="39922" y="7263"/>
                    <a:pt x="39922" y="5323"/>
                  </a:cubicBezTo>
                  <a:cubicBezTo>
                    <a:pt x="39922" y="3989"/>
                    <a:pt x="40661" y="2822"/>
                    <a:pt x="41756" y="2227"/>
                  </a:cubicBezTo>
                  <a:lnTo>
                    <a:pt x="41756" y="12"/>
                  </a:lnTo>
                  <a:lnTo>
                    <a:pt x="33445" y="12"/>
                  </a:lnTo>
                  <a:lnTo>
                    <a:pt x="33445" y="2227"/>
                  </a:lnTo>
                  <a:cubicBezTo>
                    <a:pt x="34541" y="2822"/>
                    <a:pt x="35279" y="3989"/>
                    <a:pt x="35279" y="5323"/>
                  </a:cubicBezTo>
                  <a:cubicBezTo>
                    <a:pt x="35279" y="7263"/>
                    <a:pt x="33695" y="8847"/>
                    <a:pt x="31755" y="8847"/>
                  </a:cubicBezTo>
                  <a:cubicBezTo>
                    <a:pt x="29802" y="8847"/>
                    <a:pt x="28219" y="7263"/>
                    <a:pt x="28219" y="5323"/>
                  </a:cubicBezTo>
                  <a:cubicBezTo>
                    <a:pt x="28219" y="3989"/>
                    <a:pt x="28957" y="2822"/>
                    <a:pt x="30052" y="2227"/>
                  </a:cubicBezTo>
                  <a:lnTo>
                    <a:pt x="30052" y="12"/>
                  </a:lnTo>
                  <a:lnTo>
                    <a:pt x="21753" y="12"/>
                  </a:lnTo>
                  <a:lnTo>
                    <a:pt x="21753" y="2227"/>
                  </a:lnTo>
                  <a:cubicBezTo>
                    <a:pt x="22837" y="2822"/>
                    <a:pt x="23575" y="3989"/>
                    <a:pt x="23575" y="5323"/>
                  </a:cubicBezTo>
                  <a:cubicBezTo>
                    <a:pt x="23575" y="7263"/>
                    <a:pt x="22003" y="8847"/>
                    <a:pt x="20051" y="8847"/>
                  </a:cubicBezTo>
                  <a:cubicBezTo>
                    <a:pt x="18098" y="8847"/>
                    <a:pt x="16515" y="7263"/>
                    <a:pt x="16515" y="5323"/>
                  </a:cubicBezTo>
                  <a:cubicBezTo>
                    <a:pt x="16515" y="3989"/>
                    <a:pt x="17265" y="2822"/>
                    <a:pt x="18348" y="2227"/>
                  </a:cubicBezTo>
                  <a:lnTo>
                    <a:pt x="18348" y="12"/>
                  </a:lnTo>
                  <a:lnTo>
                    <a:pt x="10050" y="12"/>
                  </a:lnTo>
                  <a:lnTo>
                    <a:pt x="10050" y="2227"/>
                  </a:lnTo>
                  <a:cubicBezTo>
                    <a:pt x="11145" y="2822"/>
                    <a:pt x="11883" y="3989"/>
                    <a:pt x="11883" y="5323"/>
                  </a:cubicBezTo>
                  <a:cubicBezTo>
                    <a:pt x="11883" y="7263"/>
                    <a:pt x="10300" y="8847"/>
                    <a:pt x="8347" y="8847"/>
                  </a:cubicBezTo>
                  <a:cubicBezTo>
                    <a:pt x="6394" y="8847"/>
                    <a:pt x="4823" y="7263"/>
                    <a:pt x="4823" y="5323"/>
                  </a:cubicBezTo>
                  <a:cubicBezTo>
                    <a:pt x="4823" y="3989"/>
                    <a:pt x="5561" y="2822"/>
                    <a:pt x="6644" y="2227"/>
                  </a:cubicBezTo>
                  <a:lnTo>
                    <a:pt x="6644" y="12"/>
                  </a:lnTo>
                  <a:lnTo>
                    <a:pt x="239" y="12"/>
                  </a:lnTo>
                  <a:lnTo>
                    <a:pt x="239" y="110550"/>
                  </a:lnTo>
                  <a:lnTo>
                    <a:pt x="1" y="136267"/>
                  </a:lnTo>
                  <a:lnTo>
                    <a:pt x="7811" y="134767"/>
                  </a:lnTo>
                  <a:lnTo>
                    <a:pt x="22718" y="137839"/>
                  </a:lnTo>
                  <a:lnTo>
                    <a:pt x="29814" y="137839"/>
                  </a:lnTo>
                  <a:lnTo>
                    <a:pt x="44006" y="139982"/>
                  </a:lnTo>
                  <a:lnTo>
                    <a:pt x="54662" y="139982"/>
                  </a:lnTo>
                  <a:lnTo>
                    <a:pt x="74534" y="137375"/>
                  </a:lnTo>
                  <a:lnTo>
                    <a:pt x="86595" y="139982"/>
                  </a:lnTo>
                  <a:lnTo>
                    <a:pt x="113574" y="139982"/>
                  </a:lnTo>
                  <a:lnTo>
                    <a:pt x="145519" y="137375"/>
                  </a:lnTo>
                  <a:lnTo>
                    <a:pt x="161128" y="139982"/>
                  </a:lnTo>
                  <a:lnTo>
                    <a:pt x="177463" y="137375"/>
                  </a:lnTo>
                  <a:lnTo>
                    <a:pt x="206562" y="137375"/>
                  </a:lnTo>
                  <a:lnTo>
                    <a:pt x="220755" y="139982"/>
                  </a:lnTo>
                  <a:lnTo>
                    <a:pt x="237090" y="139982"/>
                  </a:lnTo>
                  <a:lnTo>
                    <a:pt x="253175" y="139268"/>
                  </a:lnTo>
                  <a:lnTo>
                    <a:pt x="261926" y="141208"/>
                  </a:lnTo>
                  <a:lnTo>
                    <a:pt x="262081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32"/>
            <p:cNvSpPr/>
            <p:nvPr/>
          </p:nvSpPr>
          <p:spPr>
            <a:xfrm>
              <a:off x="636825" y="1219860"/>
              <a:ext cx="7850114" cy="4668"/>
            </a:xfrm>
            <a:custGeom>
              <a:avLst/>
              <a:gdLst/>
              <a:ahLst/>
              <a:cxnLst/>
              <a:rect l="l" t="t" r="r" b="b"/>
              <a:pathLst>
                <a:path w="242138" h="144" extrusionOk="0">
                  <a:moveTo>
                    <a:pt x="1" y="0"/>
                  </a:moveTo>
                  <a:lnTo>
                    <a:pt x="1" y="143"/>
                  </a:lnTo>
                  <a:lnTo>
                    <a:pt x="242138" y="143"/>
                  </a:lnTo>
                  <a:lnTo>
                    <a:pt x="2421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32"/>
            <p:cNvSpPr/>
            <p:nvPr/>
          </p:nvSpPr>
          <p:spPr>
            <a:xfrm>
              <a:off x="636825" y="1534074"/>
              <a:ext cx="7850114" cy="4636"/>
            </a:xfrm>
            <a:custGeom>
              <a:avLst/>
              <a:gdLst/>
              <a:ahLst/>
              <a:cxnLst/>
              <a:rect l="l" t="t" r="r" b="b"/>
              <a:pathLst>
                <a:path w="242138" h="143" extrusionOk="0">
                  <a:moveTo>
                    <a:pt x="1" y="0"/>
                  </a:moveTo>
                  <a:lnTo>
                    <a:pt x="1" y="143"/>
                  </a:lnTo>
                  <a:lnTo>
                    <a:pt x="242138" y="143"/>
                  </a:lnTo>
                  <a:lnTo>
                    <a:pt x="2421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32"/>
            <p:cNvSpPr/>
            <p:nvPr/>
          </p:nvSpPr>
          <p:spPr>
            <a:xfrm>
              <a:off x="636825" y="1848257"/>
              <a:ext cx="7850114" cy="5058"/>
            </a:xfrm>
            <a:custGeom>
              <a:avLst/>
              <a:gdLst/>
              <a:ahLst/>
              <a:cxnLst/>
              <a:rect l="l" t="t" r="r" b="b"/>
              <a:pathLst>
                <a:path w="242138" h="156" extrusionOk="0">
                  <a:moveTo>
                    <a:pt x="1" y="1"/>
                  </a:moveTo>
                  <a:lnTo>
                    <a:pt x="1" y="156"/>
                  </a:lnTo>
                  <a:lnTo>
                    <a:pt x="242138" y="156"/>
                  </a:lnTo>
                  <a:lnTo>
                    <a:pt x="2421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32"/>
            <p:cNvSpPr/>
            <p:nvPr/>
          </p:nvSpPr>
          <p:spPr>
            <a:xfrm>
              <a:off x="636825" y="2162860"/>
              <a:ext cx="7850114" cy="4668"/>
            </a:xfrm>
            <a:custGeom>
              <a:avLst/>
              <a:gdLst/>
              <a:ahLst/>
              <a:cxnLst/>
              <a:rect l="l" t="t" r="r" b="b"/>
              <a:pathLst>
                <a:path w="242138" h="144" extrusionOk="0">
                  <a:moveTo>
                    <a:pt x="1" y="0"/>
                  </a:moveTo>
                  <a:lnTo>
                    <a:pt x="1" y="143"/>
                  </a:lnTo>
                  <a:lnTo>
                    <a:pt x="242138" y="143"/>
                  </a:lnTo>
                  <a:lnTo>
                    <a:pt x="2421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32"/>
            <p:cNvSpPr/>
            <p:nvPr/>
          </p:nvSpPr>
          <p:spPr>
            <a:xfrm>
              <a:off x="636825" y="2477075"/>
              <a:ext cx="7850114" cy="5025"/>
            </a:xfrm>
            <a:custGeom>
              <a:avLst/>
              <a:gdLst/>
              <a:ahLst/>
              <a:cxnLst/>
              <a:rect l="l" t="t" r="r" b="b"/>
              <a:pathLst>
                <a:path w="242138" h="155" extrusionOk="0">
                  <a:moveTo>
                    <a:pt x="1" y="0"/>
                  </a:moveTo>
                  <a:lnTo>
                    <a:pt x="1" y="155"/>
                  </a:lnTo>
                  <a:lnTo>
                    <a:pt x="242138" y="155"/>
                  </a:lnTo>
                  <a:lnTo>
                    <a:pt x="2421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32"/>
            <p:cNvSpPr/>
            <p:nvPr/>
          </p:nvSpPr>
          <p:spPr>
            <a:xfrm>
              <a:off x="636825" y="2791646"/>
              <a:ext cx="7850114" cy="4668"/>
            </a:xfrm>
            <a:custGeom>
              <a:avLst/>
              <a:gdLst/>
              <a:ahLst/>
              <a:cxnLst/>
              <a:rect l="l" t="t" r="r" b="b"/>
              <a:pathLst>
                <a:path w="242138" h="144" extrusionOk="0">
                  <a:moveTo>
                    <a:pt x="1" y="1"/>
                  </a:moveTo>
                  <a:lnTo>
                    <a:pt x="1" y="143"/>
                  </a:lnTo>
                  <a:lnTo>
                    <a:pt x="242138" y="143"/>
                  </a:lnTo>
                  <a:lnTo>
                    <a:pt x="2421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32"/>
            <p:cNvSpPr/>
            <p:nvPr/>
          </p:nvSpPr>
          <p:spPr>
            <a:xfrm>
              <a:off x="648788" y="3110497"/>
              <a:ext cx="7850146" cy="5025"/>
            </a:xfrm>
            <a:custGeom>
              <a:avLst/>
              <a:gdLst/>
              <a:ahLst/>
              <a:cxnLst/>
              <a:rect l="l" t="t" r="r" b="b"/>
              <a:pathLst>
                <a:path w="242139" h="155" extrusionOk="0">
                  <a:moveTo>
                    <a:pt x="1" y="0"/>
                  </a:moveTo>
                  <a:lnTo>
                    <a:pt x="1" y="155"/>
                  </a:lnTo>
                  <a:lnTo>
                    <a:pt x="242138" y="155"/>
                  </a:lnTo>
                  <a:lnTo>
                    <a:pt x="2421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32"/>
            <p:cNvSpPr/>
            <p:nvPr/>
          </p:nvSpPr>
          <p:spPr>
            <a:xfrm>
              <a:off x="648788" y="3425068"/>
              <a:ext cx="7850146" cy="4668"/>
            </a:xfrm>
            <a:custGeom>
              <a:avLst/>
              <a:gdLst/>
              <a:ahLst/>
              <a:cxnLst/>
              <a:rect l="l" t="t" r="r" b="b"/>
              <a:pathLst>
                <a:path w="242139" h="144" extrusionOk="0">
                  <a:moveTo>
                    <a:pt x="1" y="1"/>
                  </a:moveTo>
                  <a:lnTo>
                    <a:pt x="1" y="144"/>
                  </a:lnTo>
                  <a:lnTo>
                    <a:pt x="242138" y="144"/>
                  </a:lnTo>
                  <a:lnTo>
                    <a:pt x="2421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32"/>
            <p:cNvSpPr/>
            <p:nvPr/>
          </p:nvSpPr>
          <p:spPr>
            <a:xfrm>
              <a:off x="648788" y="3739283"/>
              <a:ext cx="7850146" cy="5058"/>
            </a:xfrm>
            <a:custGeom>
              <a:avLst/>
              <a:gdLst/>
              <a:ahLst/>
              <a:cxnLst/>
              <a:rect l="l" t="t" r="r" b="b"/>
              <a:pathLst>
                <a:path w="242139" h="156" extrusionOk="0">
                  <a:moveTo>
                    <a:pt x="1" y="0"/>
                  </a:moveTo>
                  <a:lnTo>
                    <a:pt x="1" y="155"/>
                  </a:lnTo>
                  <a:lnTo>
                    <a:pt x="242138" y="155"/>
                  </a:lnTo>
                  <a:lnTo>
                    <a:pt x="2421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32"/>
            <p:cNvSpPr/>
            <p:nvPr/>
          </p:nvSpPr>
          <p:spPr>
            <a:xfrm>
              <a:off x="648788" y="4053854"/>
              <a:ext cx="7850146" cy="4668"/>
            </a:xfrm>
            <a:custGeom>
              <a:avLst/>
              <a:gdLst/>
              <a:ahLst/>
              <a:cxnLst/>
              <a:rect l="l" t="t" r="r" b="b"/>
              <a:pathLst>
                <a:path w="242139" h="144" extrusionOk="0">
                  <a:moveTo>
                    <a:pt x="1" y="1"/>
                  </a:moveTo>
                  <a:lnTo>
                    <a:pt x="1" y="144"/>
                  </a:lnTo>
                  <a:lnTo>
                    <a:pt x="242138" y="144"/>
                  </a:lnTo>
                  <a:lnTo>
                    <a:pt x="2421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32"/>
            <p:cNvSpPr/>
            <p:nvPr/>
          </p:nvSpPr>
          <p:spPr>
            <a:xfrm>
              <a:off x="648788" y="4368069"/>
              <a:ext cx="7850146" cy="5058"/>
            </a:xfrm>
            <a:custGeom>
              <a:avLst/>
              <a:gdLst/>
              <a:ahLst/>
              <a:cxnLst/>
              <a:rect l="l" t="t" r="r" b="b"/>
              <a:pathLst>
                <a:path w="242139" h="156" extrusionOk="0">
                  <a:moveTo>
                    <a:pt x="1" y="1"/>
                  </a:moveTo>
                  <a:lnTo>
                    <a:pt x="1" y="155"/>
                  </a:lnTo>
                  <a:lnTo>
                    <a:pt x="242138" y="155"/>
                  </a:lnTo>
                  <a:lnTo>
                    <a:pt x="2421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44" name="Google Shape;744;p32"/>
          <p:cNvSpPr/>
          <p:nvPr/>
        </p:nvSpPr>
        <p:spPr>
          <a:xfrm rot="3211094">
            <a:off x="567185" y="4286472"/>
            <a:ext cx="112810" cy="112828"/>
          </a:xfrm>
          <a:custGeom>
            <a:avLst/>
            <a:gdLst/>
            <a:ahLst/>
            <a:cxnLst/>
            <a:rect l="l" t="t" r="r" b="b"/>
            <a:pathLst>
              <a:path w="6138" h="6139" extrusionOk="0">
                <a:moveTo>
                  <a:pt x="3069" y="0"/>
                </a:moveTo>
                <a:cubicBezTo>
                  <a:pt x="2625" y="513"/>
                  <a:pt x="2402" y="1024"/>
                  <a:pt x="2235" y="1535"/>
                </a:cubicBezTo>
                <a:cubicBezTo>
                  <a:pt x="2177" y="1722"/>
                  <a:pt x="2134" y="1909"/>
                  <a:pt x="2099" y="2097"/>
                </a:cubicBezTo>
                <a:cubicBezTo>
                  <a:pt x="1912" y="2131"/>
                  <a:pt x="1723" y="2173"/>
                  <a:pt x="1536" y="2233"/>
                </a:cubicBezTo>
                <a:cubicBezTo>
                  <a:pt x="1023" y="2398"/>
                  <a:pt x="512" y="2623"/>
                  <a:pt x="1" y="3070"/>
                </a:cubicBezTo>
                <a:cubicBezTo>
                  <a:pt x="512" y="3517"/>
                  <a:pt x="1023" y="3740"/>
                  <a:pt x="1536" y="3907"/>
                </a:cubicBezTo>
                <a:cubicBezTo>
                  <a:pt x="1722" y="3966"/>
                  <a:pt x="1909" y="4008"/>
                  <a:pt x="2096" y="4042"/>
                </a:cubicBezTo>
                <a:cubicBezTo>
                  <a:pt x="2132" y="4230"/>
                  <a:pt x="2173" y="4417"/>
                  <a:pt x="2232" y="4604"/>
                </a:cubicBezTo>
                <a:cubicBezTo>
                  <a:pt x="2399" y="5115"/>
                  <a:pt x="2622" y="5627"/>
                  <a:pt x="3069" y="6138"/>
                </a:cubicBezTo>
                <a:cubicBezTo>
                  <a:pt x="3517" y="5627"/>
                  <a:pt x="3741" y="5115"/>
                  <a:pt x="3906" y="4604"/>
                </a:cubicBezTo>
                <a:cubicBezTo>
                  <a:pt x="3966" y="4416"/>
                  <a:pt x="4008" y="4229"/>
                  <a:pt x="4042" y="4040"/>
                </a:cubicBezTo>
                <a:cubicBezTo>
                  <a:pt x="4230" y="4005"/>
                  <a:pt x="4416" y="3963"/>
                  <a:pt x="4604" y="3904"/>
                </a:cubicBezTo>
                <a:cubicBezTo>
                  <a:pt x="5115" y="3737"/>
                  <a:pt x="5626" y="3514"/>
                  <a:pt x="6138" y="3070"/>
                </a:cubicBezTo>
                <a:cubicBezTo>
                  <a:pt x="5626" y="2625"/>
                  <a:pt x="5115" y="2402"/>
                  <a:pt x="4604" y="2235"/>
                </a:cubicBezTo>
                <a:cubicBezTo>
                  <a:pt x="4416" y="2176"/>
                  <a:pt x="4228" y="2133"/>
                  <a:pt x="4040" y="2099"/>
                </a:cubicBezTo>
                <a:cubicBezTo>
                  <a:pt x="4005" y="1910"/>
                  <a:pt x="3963" y="1723"/>
                  <a:pt x="3904" y="1535"/>
                </a:cubicBezTo>
                <a:cubicBezTo>
                  <a:pt x="3738" y="1024"/>
                  <a:pt x="3514" y="513"/>
                  <a:pt x="3069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5" name="Google Shape;745;p32"/>
          <p:cNvSpPr/>
          <p:nvPr/>
        </p:nvSpPr>
        <p:spPr>
          <a:xfrm rot="3211094">
            <a:off x="1904822" y="636897"/>
            <a:ext cx="112810" cy="112828"/>
          </a:xfrm>
          <a:custGeom>
            <a:avLst/>
            <a:gdLst/>
            <a:ahLst/>
            <a:cxnLst/>
            <a:rect l="l" t="t" r="r" b="b"/>
            <a:pathLst>
              <a:path w="6138" h="6139" extrusionOk="0">
                <a:moveTo>
                  <a:pt x="3069" y="0"/>
                </a:moveTo>
                <a:cubicBezTo>
                  <a:pt x="2625" y="513"/>
                  <a:pt x="2402" y="1024"/>
                  <a:pt x="2235" y="1535"/>
                </a:cubicBezTo>
                <a:cubicBezTo>
                  <a:pt x="2177" y="1722"/>
                  <a:pt x="2134" y="1909"/>
                  <a:pt x="2099" y="2097"/>
                </a:cubicBezTo>
                <a:cubicBezTo>
                  <a:pt x="1912" y="2131"/>
                  <a:pt x="1723" y="2173"/>
                  <a:pt x="1536" y="2233"/>
                </a:cubicBezTo>
                <a:cubicBezTo>
                  <a:pt x="1023" y="2398"/>
                  <a:pt x="512" y="2623"/>
                  <a:pt x="1" y="3070"/>
                </a:cubicBezTo>
                <a:cubicBezTo>
                  <a:pt x="512" y="3517"/>
                  <a:pt x="1023" y="3740"/>
                  <a:pt x="1536" y="3907"/>
                </a:cubicBezTo>
                <a:cubicBezTo>
                  <a:pt x="1722" y="3966"/>
                  <a:pt x="1909" y="4008"/>
                  <a:pt x="2096" y="4042"/>
                </a:cubicBezTo>
                <a:cubicBezTo>
                  <a:pt x="2132" y="4230"/>
                  <a:pt x="2173" y="4417"/>
                  <a:pt x="2232" y="4604"/>
                </a:cubicBezTo>
                <a:cubicBezTo>
                  <a:pt x="2399" y="5115"/>
                  <a:pt x="2622" y="5627"/>
                  <a:pt x="3069" y="6138"/>
                </a:cubicBezTo>
                <a:cubicBezTo>
                  <a:pt x="3517" y="5627"/>
                  <a:pt x="3741" y="5115"/>
                  <a:pt x="3906" y="4604"/>
                </a:cubicBezTo>
                <a:cubicBezTo>
                  <a:pt x="3966" y="4416"/>
                  <a:pt x="4008" y="4229"/>
                  <a:pt x="4042" y="4040"/>
                </a:cubicBezTo>
                <a:cubicBezTo>
                  <a:pt x="4230" y="4005"/>
                  <a:pt x="4416" y="3963"/>
                  <a:pt x="4604" y="3904"/>
                </a:cubicBezTo>
                <a:cubicBezTo>
                  <a:pt x="5115" y="3737"/>
                  <a:pt x="5626" y="3514"/>
                  <a:pt x="6138" y="3070"/>
                </a:cubicBezTo>
                <a:cubicBezTo>
                  <a:pt x="5626" y="2625"/>
                  <a:pt x="5115" y="2402"/>
                  <a:pt x="4604" y="2235"/>
                </a:cubicBezTo>
                <a:cubicBezTo>
                  <a:pt x="4416" y="2176"/>
                  <a:pt x="4228" y="2133"/>
                  <a:pt x="4040" y="2099"/>
                </a:cubicBezTo>
                <a:cubicBezTo>
                  <a:pt x="4005" y="1910"/>
                  <a:pt x="3963" y="1723"/>
                  <a:pt x="3904" y="1535"/>
                </a:cubicBezTo>
                <a:cubicBezTo>
                  <a:pt x="3738" y="1024"/>
                  <a:pt x="3514" y="513"/>
                  <a:pt x="3069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6" name="Google Shape;746;p32"/>
          <p:cNvSpPr/>
          <p:nvPr/>
        </p:nvSpPr>
        <p:spPr>
          <a:xfrm rot="5400000">
            <a:off x="5627084" y="4553765"/>
            <a:ext cx="100451" cy="100451"/>
          </a:xfrm>
          <a:custGeom>
            <a:avLst/>
            <a:gdLst/>
            <a:ahLst/>
            <a:cxnLst/>
            <a:rect l="l" t="t" r="r" b="b"/>
            <a:pathLst>
              <a:path w="2835" h="2836" extrusionOk="0">
                <a:moveTo>
                  <a:pt x="1417" y="0"/>
                </a:moveTo>
                <a:cubicBezTo>
                  <a:pt x="635" y="0"/>
                  <a:pt x="0" y="635"/>
                  <a:pt x="0" y="1418"/>
                </a:cubicBezTo>
                <a:cubicBezTo>
                  <a:pt x="0" y="2200"/>
                  <a:pt x="635" y="2835"/>
                  <a:pt x="1417" y="2835"/>
                </a:cubicBezTo>
                <a:cubicBezTo>
                  <a:pt x="2200" y="2835"/>
                  <a:pt x="2835" y="2200"/>
                  <a:pt x="2835" y="1418"/>
                </a:cubicBezTo>
                <a:cubicBezTo>
                  <a:pt x="2835" y="635"/>
                  <a:pt x="2201" y="0"/>
                  <a:pt x="141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7" name="Google Shape;747;p32"/>
          <p:cNvSpPr/>
          <p:nvPr/>
        </p:nvSpPr>
        <p:spPr>
          <a:xfrm rot="7660645">
            <a:off x="8453494" y="636909"/>
            <a:ext cx="112800" cy="112818"/>
          </a:xfrm>
          <a:custGeom>
            <a:avLst/>
            <a:gdLst/>
            <a:ahLst/>
            <a:cxnLst/>
            <a:rect l="l" t="t" r="r" b="b"/>
            <a:pathLst>
              <a:path w="6138" h="6139" extrusionOk="0">
                <a:moveTo>
                  <a:pt x="3069" y="0"/>
                </a:moveTo>
                <a:cubicBezTo>
                  <a:pt x="2625" y="513"/>
                  <a:pt x="2402" y="1024"/>
                  <a:pt x="2235" y="1535"/>
                </a:cubicBezTo>
                <a:cubicBezTo>
                  <a:pt x="2177" y="1722"/>
                  <a:pt x="2134" y="1909"/>
                  <a:pt x="2099" y="2097"/>
                </a:cubicBezTo>
                <a:cubicBezTo>
                  <a:pt x="1912" y="2131"/>
                  <a:pt x="1723" y="2173"/>
                  <a:pt x="1536" y="2233"/>
                </a:cubicBezTo>
                <a:cubicBezTo>
                  <a:pt x="1023" y="2398"/>
                  <a:pt x="512" y="2623"/>
                  <a:pt x="1" y="3070"/>
                </a:cubicBezTo>
                <a:cubicBezTo>
                  <a:pt x="512" y="3517"/>
                  <a:pt x="1023" y="3740"/>
                  <a:pt x="1536" y="3907"/>
                </a:cubicBezTo>
                <a:cubicBezTo>
                  <a:pt x="1722" y="3966"/>
                  <a:pt x="1909" y="4008"/>
                  <a:pt x="2096" y="4042"/>
                </a:cubicBezTo>
                <a:cubicBezTo>
                  <a:pt x="2132" y="4230"/>
                  <a:pt x="2173" y="4417"/>
                  <a:pt x="2232" y="4604"/>
                </a:cubicBezTo>
                <a:cubicBezTo>
                  <a:pt x="2399" y="5115"/>
                  <a:pt x="2622" y="5627"/>
                  <a:pt x="3069" y="6138"/>
                </a:cubicBezTo>
                <a:cubicBezTo>
                  <a:pt x="3517" y="5627"/>
                  <a:pt x="3741" y="5115"/>
                  <a:pt x="3906" y="4604"/>
                </a:cubicBezTo>
                <a:cubicBezTo>
                  <a:pt x="3966" y="4416"/>
                  <a:pt x="4008" y="4229"/>
                  <a:pt x="4042" y="4040"/>
                </a:cubicBezTo>
                <a:cubicBezTo>
                  <a:pt x="4230" y="4005"/>
                  <a:pt x="4416" y="3963"/>
                  <a:pt x="4604" y="3904"/>
                </a:cubicBezTo>
                <a:cubicBezTo>
                  <a:pt x="5115" y="3737"/>
                  <a:pt x="5626" y="3514"/>
                  <a:pt x="6138" y="3070"/>
                </a:cubicBezTo>
                <a:cubicBezTo>
                  <a:pt x="5626" y="2625"/>
                  <a:pt x="5115" y="2402"/>
                  <a:pt x="4604" y="2235"/>
                </a:cubicBezTo>
                <a:cubicBezTo>
                  <a:pt x="4416" y="2176"/>
                  <a:pt x="4228" y="2133"/>
                  <a:pt x="4040" y="2099"/>
                </a:cubicBezTo>
                <a:cubicBezTo>
                  <a:pt x="4005" y="1910"/>
                  <a:pt x="3963" y="1723"/>
                  <a:pt x="3904" y="1535"/>
                </a:cubicBezTo>
                <a:cubicBezTo>
                  <a:pt x="3738" y="1024"/>
                  <a:pt x="3514" y="513"/>
                  <a:pt x="3069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8" name="Google Shape;748;p32"/>
          <p:cNvSpPr/>
          <p:nvPr/>
        </p:nvSpPr>
        <p:spPr>
          <a:xfrm rot="9899885">
            <a:off x="2264866" y="548716"/>
            <a:ext cx="82005" cy="82047"/>
          </a:xfrm>
          <a:custGeom>
            <a:avLst/>
            <a:gdLst/>
            <a:ahLst/>
            <a:cxnLst/>
            <a:rect l="l" t="t" r="r" b="b"/>
            <a:pathLst>
              <a:path w="2835" h="2836" extrusionOk="0">
                <a:moveTo>
                  <a:pt x="1417" y="0"/>
                </a:moveTo>
                <a:cubicBezTo>
                  <a:pt x="635" y="0"/>
                  <a:pt x="0" y="635"/>
                  <a:pt x="0" y="1418"/>
                </a:cubicBezTo>
                <a:cubicBezTo>
                  <a:pt x="0" y="2200"/>
                  <a:pt x="635" y="2835"/>
                  <a:pt x="1417" y="2835"/>
                </a:cubicBezTo>
                <a:cubicBezTo>
                  <a:pt x="2200" y="2835"/>
                  <a:pt x="2835" y="2200"/>
                  <a:pt x="2835" y="1418"/>
                </a:cubicBezTo>
                <a:cubicBezTo>
                  <a:pt x="2835" y="635"/>
                  <a:pt x="2201" y="0"/>
                  <a:pt x="141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9" name="Google Shape;749;p32"/>
          <p:cNvSpPr/>
          <p:nvPr/>
        </p:nvSpPr>
        <p:spPr>
          <a:xfrm rot="5400000">
            <a:off x="1639725" y="665589"/>
            <a:ext cx="55424" cy="55423"/>
          </a:xfrm>
          <a:custGeom>
            <a:avLst/>
            <a:gdLst/>
            <a:ahLst/>
            <a:cxnLst/>
            <a:rect l="l" t="t" r="r" b="b"/>
            <a:pathLst>
              <a:path w="2835" h="2836" extrusionOk="0">
                <a:moveTo>
                  <a:pt x="1417" y="0"/>
                </a:moveTo>
                <a:cubicBezTo>
                  <a:pt x="635" y="0"/>
                  <a:pt x="0" y="635"/>
                  <a:pt x="0" y="1418"/>
                </a:cubicBezTo>
                <a:cubicBezTo>
                  <a:pt x="0" y="2200"/>
                  <a:pt x="635" y="2835"/>
                  <a:pt x="1417" y="2835"/>
                </a:cubicBezTo>
                <a:cubicBezTo>
                  <a:pt x="2200" y="2835"/>
                  <a:pt x="2835" y="2200"/>
                  <a:pt x="2835" y="1418"/>
                </a:cubicBezTo>
                <a:cubicBezTo>
                  <a:pt x="2835" y="635"/>
                  <a:pt x="2201" y="0"/>
                  <a:pt x="1417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0" name="Google Shape;750;p32"/>
          <p:cNvSpPr/>
          <p:nvPr/>
        </p:nvSpPr>
        <p:spPr>
          <a:xfrm rot="3211094">
            <a:off x="719585" y="4438872"/>
            <a:ext cx="112810" cy="112828"/>
          </a:xfrm>
          <a:custGeom>
            <a:avLst/>
            <a:gdLst/>
            <a:ahLst/>
            <a:cxnLst/>
            <a:rect l="l" t="t" r="r" b="b"/>
            <a:pathLst>
              <a:path w="6138" h="6139" extrusionOk="0">
                <a:moveTo>
                  <a:pt x="3069" y="0"/>
                </a:moveTo>
                <a:cubicBezTo>
                  <a:pt x="2625" y="513"/>
                  <a:pt x="2402" y="1024"/>
                  <a:pt x="2235" y="1535"/>
                </a:cubicBezTo>
                <a:cubicBezTo>
                  <a:pt x="2177" y="1722"/>
                  <a:pt x="2134" y="1909"/>
                  <a:pt x="2099" y="2097"/>
                </a:cubicBezTo>
                <a:cubicBezTo>
                  <a:pt x="1912" y="2131"/>
                  <a:pt x="1723" y="2173"/>
                  <a:pt x="1536" y="2233"/>
                </a:cubicBezTo>
                <a:cubicBezTo>
                  <a:pt x="1023" y="2398"/>
                  <a:pt x="512" y="2623"/>
                  <a:pt x="1" y="3070"/>
                </a:cubicBezTo>
                <a:cubicBezTo>
                  <a:pt x="512" y="3517"/>
                  <a:pt x="1023" y="3740"/>
                  <a:pt x="1536" y="3907"/>
                </a:cubicBezTo>
                <a:cubicBezTo>
                  <a:pt x="1722" y="3966"/>
                  <a:pt x="1909" y="4008"/>
                  <a:pt x="2096" y="4042"/>
                </a:cubicBezTo>
                <a:cubicBezTo>
                  <a:pt x="2132" y="4230"/>
                  <a:pt x="2173" y="4417"/>
                  <a:pt x="2232" y="4604"/>
                </a:cubicBezTo>
                <a:cubicBezTo>
                  <a:pt x="2399" y="5115"/>
                  <a:pt x="2622" y="5627"/>
                  <a:pt x="3069" y="6138"/>
                </a:cubicBezTo>
                <a:cubicBezTo>
                  <a:pt x="3517" y="5627"/>
                  <a:pt x="3741" y="5115"/>
                  <a:pt x="3906" y="4604"/>
                </a:cubicBezTo>
                <a:cubicBezTo>
                  <a:pt x="3966" y="4416"/>
                  <a:pt x="4008" y="4229"/>
                  <a:pt x="4042" y="4040"/>
                </a:cubicBezTo>
                <a:cubicBezTo>
                  <a:pt x="4230" y="4005"/>
                  <a:pt x="4416" y="3963"/>
                  <a:pt x="4604" y="3904"/>
                </a:cubicBezTo>
                <a:cubicBezTo>
                  <a:pt x="5115" y="3737"/>
                  <a:pt x="5626" y="3514"/>
                  <a:pt x="6138" y="3070"/>
                </a:cubicBezTo>
                <a:cubicBezTo>
                  <a:pt x="5626" y="2625"/>
                  <a:pt x="5115" y="2402"/>
                  <a:pt x="4604" y="2235"/>
                </a:cubicBezTo>
                <a:cubicBezTo>
                  <a:pt x="4416" y="2176"/>
                  <a:pt x="4228" y="2133"/>
                  <a:pt x="4040" y="2099"/>
                </a:cubicBezTo>
                <a:cubicBezTo>
                  <a:pt x="4005" y="1910"/>
                  <a:pt x="3963" y="1723"/>
                  <a:pt x="3904" y="1535"/>
                </a:cubicBezTo>
                <a:cubicBezTo>
                  <a:pt x="3738" y="1024"/>
                  <a:pt x="3514" y="513"/>
                  <a:pt x="306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51" name="Google Shape;751;p32"/>
          <p:cNvGrpSpPr/>
          <p:nvPr/>
        </p:nvGrpSpPr>
        <p:grpSpPr>
          <a:xfrm rot="-323456">
            <a:off x="585853" y="788252"/>
            <a:ext cx="1436392" cy="1485061"/>
            <a:chOff x="1082169" y="2497002"/>
            <a:chExt cx="1663996" cy="1720378"/>
          </a:xfrm>
        </p:grpSpPr>
        <p:sp>
          <p:nvSpPr>
            <p:cNvPr id="752" name="Google Shape;752;p32"/>
            <p:cNvSpPr/>
            <p:nvPr/>
          </p:nvSpPr>
          <p:spPr>
            <a:xfrm rot="-1002475">
              <a:off x="1255753" y="2656719"/>
              <a:ext cx="1316828" cy="1400943"/>
            </a:xfrm>
            <a:custGeom>
              <a:avLst/>
              <a:gdLst/>
              <a:ahLst/>
              <a:cxnLst/>
              <a:rect l="l" t="t" r="r" b="b"/>
              <a:pathLst>
                <a:path w="33267" h="35392" extrusionOk="0">
                  <a:moveTo>
                    <a:pt x="16501" y="1"/>
                  </a:moveTo>
                  <a:cubicBezTo>
                    <a:pt x="15873" y="110"/>
                    <a:pt x="14762" y="293"/>
                    <a:pt x="14762" y="293"/>
                  </a:cubicBezTo>
                  <a:cubicBezTo>
                    <a:pt x="12749" y="761"/>
                    <a:pt x="10902" y="1778"/>
                    <a:pt x="9405" y="3270"/>
                  </a:cubicBezTo>
                  <a:cubicBezTo>
                    <a:pt x="7289" y="5379"/>
                    <a:pt x="6118" y="8189"/>
                    <a:pt x="6108" y="11183"/>
                  </a:cubicBezTo>
                  <a:cubicBezTo>
                    <a:pt x="6102" y="13317"/>
                    <a:pt x="6696" y="15394"/>
                    <a:pt x="7829" y="17192"/>
                  </a:cubicBezTo>
                  <a:cubicBezTo>
                    <a:pt x="8647" y="18490"/>
                    <a:pt x="9079" y="19998"/>
                    <a:pt x="9079" y="21552"/>
                  </a:cubicBezTo>
                  <a:lnTo>
                    <a:pt x="9079" y="24669"/>
                  </a:lnTo>
                  <a:lnTo>
                    <a:pt x="9118" y="25929"/>
                  </a:lnTo>
                  <a:lnTo>
                    <a:pt x="9079" y="26273"/>
                  </a:lnTo>
                  <a:lnTo>
                    <a:pt x="9079" y="28907"/>
                  </a:lnTo>
                  <a:cubicBezTo>
                    <a:pt x="9079" y="29271"/>
                    <a:pt x="8783" y="29566"/>
                    <a:pt x="8418" y="29566"/>
                  </a:cubicBezTo>
                  <a:lnTo>
                    <a:pt x="5260" y="29566"/>
                  </a:lnTo>
                  <a:cubicBezTo>
                    <a:pt x="2360" y="29566"/>
                    <a:pt x="1" y="31925"/>
                    <a:pt x="1" y="34825"/>
                  </a:cubicBezTo>
                  <a:cubicBezTo>
                    <a:pt x="1" y="35137"/>
                    <a:pt x="254" y="35392"/>
                    <a:pt x="568" y="35392"/>
                  </a:cubicBezTo>
                  <a:cubicBezTo>
                    <a:pt x="881" y="35392"/>
                    <a:pt x="1134" y="35137"/>
                    <a:pt x="1134" y="34825"/>
                  </a:cubicBezTo>
                  <a:lnTo>
                    <a:pt x="1134" y="34824"/>
                  </a:lnTo>
                  <a:lnTo>
                    <a:pt x="32132" y="34824"/>
                  </a:lnTo>
                  <a:cubicBezTo>
                    <a:pt x="32132" y="35137"/>
                    <a:pt x="32386" y="35392"/>
                    <a:pt x="32700" y="35392"/>
                  </a:cubicBezTo>
                  <a:cubicBezTo>
                    <a:pt x="33012" y="35392"/>
                    <a:pt x="33266" y="35137"/>
                    <a:pt x="33266" y="34824"/>
                  </a:cubicBezTo>
                  <a:cubicBezTo>
                    <a:pt x="33266" y="33420"/>
                    <a:pt x="32719" y="32099"/>
                    <a:pt x="31726" y="31107"/>
                  </a:cubicBezTo>
                  <a:cubicBezTo>
                    <a:pt x="30734" y="30114"/>
                    <a:pt x="29413" y="29567"/>
                    <a:pt x="28007" y="29567"/>
                  </a:cubicBezTo>
                  <a:lnTo>
                    <a:pt x="20189" y="29567"/>
                  </a:lnTo>
                  <a:cubicBezTo>
                    <a:pt x="19825" y="29567"/>
                    <a:pt x="19528" y="29271"/>
                    <a:pt x="19528" y="28907"/>
                  </a:cubicBezTo>
                  <a:lnTo>
                    <a:pt x="19528" y="25916"/>
                  </a:lnTo>
                  <a:cubicBezTo>
                    <a:pt x="19528" y="25553"/>
                    <a:pt x="19825" y="25256"/>
                    <a:pt x="20189" y="25256"/>
                  </a:cubicBezTo>
                  <a:cubicBezTo>
                    <a:pt x="20502" y="25256"/>
                    <a:pt x="20756" y="25003"/>
                    <a:pt x="20756" y="24689"/>
                  </a:cubicBezTo>
                  <a:lnTo>
                    <a:pt x="22273" y="24689"/>
                  </a:lnTo>
                  <a:cubicBezTo>
                    <a:pt x="22273" y="25003"/>
                    <a:pt x="22527" y="25256"/>
                    <a:pt x="22840" y="25256"/>
                  </a:cubicBezTo>
                  <a:lnTo>
                    <a:pt x="24457" y="25256"/>
                  </a:lnTo>
                  <a:cubicBezTo>
                    <a:pt x="26005" y="25256"/>
                    <a:pt x="27282" y="24094"/>
                    <a:pt x="27428" y="22553"/>
                  </a:cubicBezTo>
                  <a:lnTo>
                    <a:pt x="27777" y="18874"/>
                  </a:lnTo>
                  <a:lnTo>
                    <a:pt x="28243" y="18874"/>
                  </a:lnTo>
                  <a:cubicBezTo>
                    <a:pt x="28800" y="18874"/>
                    <a:pt x="29307" y="18590"/>
                    <a:pt x="29600" y="18115"/>
                  </a:cubicBezTo>
                  <a:cubicBezTo>
                    <a:pt x="29891" y="17639"/>
                    <a:pt x="29914" y="17059"/>
                    <a:pt x="29663" y="16563"/>
                  </a:cubicBezTo>
                  <a:lnTo>
                    <a:pt x="28544" y="14356"/>
                  </a:lnTo>
                  <a:lnTo>
                    <a:pt x="28546" y="11219"/>
                  </a:lnTo>
                  <a:cubicBezTo>
                    <a:pt x="28546" y="5964"/>
                    <a:pt x="24928" y="1470"/>
                    <a:pt x="20024" y="330"/>
                  </a:cubicBezTo>
                  <a:cubicBezTo>
                    <a:pt x="18622" y="4"/>
                    <a:pt x="19051" y="233"/>
                    <a:pt x="18416" y="58"/>
                  </a:cubicBezTo>
                  <a:cubicBezTo>
                    <a:pt x="18414" y="58"/>
                    <a:pt x="18412" y="59"/>
                    <a:pt x="18409" y="59"/>
                  </a:cubicBezTo>
                  <a:cubicBezTo>
                    <a:pt x="18347" y="59"/>
                    <a:pt x="18049" y="1"/>
                    <a:pt x="18007" y="1"/>
                  </a:cubicBezTo>
                  <a:close/>
                </a:path>
              </a:pathLst>
            </a:custGeom>
            <a:solidFill>
              <a:schemeClr val="accent2"/>
            </a:solidFill>
            <a:ln w="1143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76200" dir="1800000" algn="bl" rotWithShape="0">
                <a:schemeClr val="lt2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32"/>
            <p:cNvSpPr/>
            <p:nvPr/>
          </p:nvSpPr>
          <p:spPr>
            <a:xfrm rot="-1002475">
              <a:off x="1278198" y="2679168"/>
              <a:ext cx="1271901" cy="1356055"/>
            </a:xfrm>
            <a:custGeom>
              <a:avLst/>
              <a:gdLst/>
              <a:ahLst/>
              <a:cxnLst/>
              <a:rect l="l" t="t" r="r" b="b"/>
              <a:pathLst>
                <a:path w="32132" h="34258" extrusionOk="0">
                  <a:moveTo>
                    <a:pt x="16761" y="0"/>
                  </a:moveTo>
                  <a:cubicBezTo>
                    <a:pt x="10884" y="0"/>
                    <a:pt x="6127" y="4741"/>
                    <a:pt x="6108" y="10618"/>
                  </a:cubicBezTo>
                  <a:cubicBezTo>
                    <a:pt x="6102" y="12715"/>
                    <a:pt x="6701" y="14672"/>
                    <a:pt x="7741" y="16323"/>
                  </a:cubicBezTo>
                  <a:cubicBezTo>
                    <a:pt x="8620" y="17718"/>
                    <a:pt x="9079" y="19337"/>
                    <a:pt x="9079" y="20986"/>
                  </a:cubicBezTo>
                  <a:lnTo>
                    <a:pt x="9079" y="28340"/>
                  </a:lnTo>
                  <a:cubicBezTo>
                    <a:pt x="9079" y="29017"/>
                    <a:pt x="8529" y="29567"/>
                    <a:pt x="7851" y="29567"/>
                  </a:cubicBezTo>
                  <a:lnTo>
                    <a:pt x="4693" y="29567"/>
                  </a:lnTo>
                  <a:cubicBezTo>
                    <a:pt x="2101" y="29567"/>
                    <a:pt x="1" y="31667"/>
                    <a:pt x="1" y="34258"/>
                  </a:cubicBezTo>
                  <a:lnTo>
                    <a:pt x="32131" y="34258"/>
                  </a:lnTo>
                  <a:cubicBezTo>
                    <a:pt x="32131" y="31667"/>
                    <a:pt x="30032" y="29567"/>
                    <a:pt x="27440" y="29567"/>
                  </a:cubicBezTo>
                  <a:lnTo>
                    <a:pt x="19622" y="29567"/>
                  </a:lnTo>
                  <a:cubicBezTo>
                    <a:pt x="18944" y="29567"/>
                    <a:pt x="18395" y="29017"/>
                    <a:pt x="18395" y="28339"/>
                  </a:cubicBezTo>
                  <a:lnTo>
                    <a:pt x="18395" y="25349"/>
                  </a:lnTo>
                  <a:cubicBezTo>
                    <a:pt x="18395" y="24671"/>
                    <a:pt x="18944" y="24122"/>
                    <a:pt x="19622" y="24122"/>
                  </a:cubicBezTo>
                  <a:lnTo>
                    <a:pt x="23890" y="24122"/>
                  </a:lnTo>
                  <a:cubicBezTo>
                    <a:pt x="25137" y="24122"/>
                    <a:pt x="26179" y="23174"/>
                    <a:pt x="26297" y="21933"/>
                  </a:cubicBezTo>
                  <a:lnTo>
                    <a:pt x="26694" y="17739"/>
                  </a:lnTo>
                  <a:lnTo>
                    <a:pt x="27676" y="17739"/>
                  </a:lnTo>
                  <a:cubicBezTo>
                    <a:pt x="28440" y="17739"/>
                    <a:pt x="28935" y="16934"/>
                    <a:pt x="28590" y="16252"/>
                  </a:cubicBezTo>
                  <a:lnTo>
                    <a:pt x="27410" y="13924"/>
                  </a:lnTo>
                  <a:lnTo>
                    <a:pt x="27412" y="10652"/>
                  </a:lnTo>
                  <a:cubicBezTo>
                    <a:pt x="27412" y="4770"/>
                    <a:pt x="22643" y="1"/>
                    <a:pt x="167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32"/>
            <p:cNvSpPr/>
            <p:nvPr/>
          </p:nvSpPr>
          <p:spPr>
            <a:xfrm rot="-1002475">
              <a:off x="1517787" y="2809192"/>
              <a:ext cx="566046" cy="422120"/>
            </a:xfrm>
            <a:custGeom>
              <a:avLst/>
              <a:gdLst/>
              <a:ahLst/>
              <a:cxnLst/>
              <a:rect l="l" t="t" r="r" b="b"/>
              <a:pathLst>
                <a:path w="14300" h="10664" extrusionOk="0">
                  <a:moveTo>
                    <a:pt x="7108" y="1"/>
                  </a:moveTo>
                  <a:cubicBezTo>
                    <a:pt x="3183" y="1"/>
                    <a:pt x="0" y="3182"/>
                    <a:pt x="0" y="7109"/>
                  </a:cubicBezTo>
                  <a:lnTo>
                    <a:pt x="0" y="9508"/>
                  </a:lnTo>
                  <a:cubicBezTo>
                    <a:pt x="0" y="10145"/>
                    <a:pt x="517" y="10663"/>
                    <a:pt x="1156" y="10663"/>
                  </a:cubicBezTo>
                  <a:lnTo>
                    <a:pt x="2112" y="10663"/>
                  </a:lnTo>
                  <a:cubicBezTo>
                    <a:pt x="2499" y="10663"/>
                    <a:pt x="2860" y="10469"/>
                    <a:pt x="3074" y="10148"/>
                  </a:cubicBezTo>
                  <a:lnTo>
                    <a:pt x="3929" y="8864"/>
                  </a:lnTo>
                  <a:lnTo>
                    <a:pt x="9030" y="8864"/>
                  </a:lnTo>
                  <a:cubicBezTo>
                    <a:pt x="10564" y="8864"/>
                    <a:pt x="11809" y="7620"/>
                    <a:pt x="11809" y="6085"/>
                  </a:cubicBezTo>
                  <a:cubicBezTo>
                    <a:pt x="13184" y="6085"/>
                    <a:pt x="14300" y="4969"/>
                    <a:pt x="14300" y="3594"/>
                  </a:cubicBezTo>
                  <a:cubicBezTo>
                    <a:pt x="14300" y="1609"/>
                    <a:pt x="12691" y="1"/>
                    <a:pt x="1070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32"/>
            <p:cNvSpPr/>
            <p:nvPr/>
          </p:nvSpPr>
          <p:spPr>
            <a:xfrm rot="-1002475">
              <a:off x="2105720" y="3486731"/>
              <a:ext cx="588727" cy="446107"/>
            </a:xfrm>
            <a:custGeom>
              <a:avLst/>
              <a:gdLst/>
              <a:ahLst/>
              <a:cxnLst/>
              <a:rect l="l" t="t" r="r" b="b"/>
              <a:pathLst>
                <a:path w="14873" h="11270" extrusionOk="0">
                  <a:moveTo>
                    <a:pt x="1795" y="1"/>
                  </a:moveTo>
                  <a:cubicBezTo>
                    <a:pt x="805" y="1"/>
                    <a:pt x="1" y="805"/>
                    <a:pt x="1" y="1794"/>
                  </a:cubicBezTo>
                  <a:lnTo>
                    <a:pt x="1" y="4785"/>
                  </a:lnTo>
                  <a:cubicBezTo>
                    <a:pt x="1" y="5774"/>
                    <a:pt x="805" y="6578"/>
                    <a:pt x="1795" y="6578"/>
                  </a:cubicBezTo>
                  <a:lnTo>
                    <a:pt x="9613" y="6578"/>
                  </a:lnTo>
                  <a:cubicBezTo>
                    <a:pt x="10716" y="6578"/>
                    <a:pt x="11751" y="7008"/>
                    <a:pt x="12531" y="7787"/>
                  </a:cubicBezTo>
                  <a:cubicBezTo>
                    <a:pt x="13309" y="8565"/>
                    <a:pt x="13739" y="9601"/>
                    <a:pt x="13739" y="10703"/>
                  </a:cubicBezTo>
                  <a:cubicBezTo>
                    <a:pt x="13739" y="11016"/>
                    <a:pt x="13992" y="11270"/>
                    <a:pt x="14306" y="11270"/>
                  </a:cubicBezTo>
                  <a:cubicBezTo>
                    <a:pt x="14619" y="11270"/>
                    <a:pt x="14872" y="11016"/>
                    <a:pt x="14872" y="10703"/>
                  </a:cubicBezTo>
                  <a:cubicBezTo>
                    <a:pt x="14872" y="9297"/>
                    <a:pt x="14325" y="7977"/>
                    <a:pt x="13332" y="6985"/>
                  </a:cubicBezTo>
                  <a:cubicBezTo>
                    <a:pt x="12339" y="5992"/>
                    <a:pt x="11019" y="5445"/>
                    <a:pt x="9613" y="5445"/>
                  </a:cubicBezTo>
                  <a:lnTo>
                    <a:pt x="1795" y="5445"/>
                  </a:lnTo>
                  <a:cubicBezTo>
                    <a:pt x="1431" y="5445"/>
                    <a:pt x="1134" y="5149"/>
                    <a:pt x="1134" y="4785"/>
                  </a:cubicBezTo>
                  <a:lnTo>
                    <a:pt x="1134" y="1794"/>
                  </a:lnTo>
                  <a:cubicBezTo>
                    <a:pt x="1134" y="1431"/>
                    <a:pt x="1431" y="1134"/>
                    <a:pt x="1795" y="1134"/>
                  </a:cubicBezTo>
                  <a:cubicBezTo>
                    <a:pt x="2108" y="1134"/>
                    <a:pt x="2362" y="881"/>
                    <a:pt x="2362" y="567"/>
                  </a:cubicBezTo>
                  <a:cubicBezTo>
                    <a:pt x="2362" y="254"/>
                    <a:pt x="2108" y="1"/>
                    <a:pt x="17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32"/>
            <p:cNvSpPr/>
            <p:nvPr/>
          </p:nvSpPr>
          <p:spPr>
            <a:xfrm rot="-1002475">
              <a:off x="1258555" y="2675798"/>
              <a:ext cx="1184104" cy="1400943"/>
            </a:xfrm>
            <a:custGeom>
              <a:avLst/>
              <a:gdLst/>
              <a:ahLst/>
              <a:cxnLst/>
              <a:rect l="l" t="t" r="r" b="b"/>
              <a:pathLst>
                <a:path w="29914" h="35392" extrusionOk="0">
                  <a:moveTo>
                    <a:pt x="16501" y="1"/>
                  </a:moveTo>
                  <a:cubicBezTo>
                    <a:pt x="15873" y="110"/>
                    <a:pt x="14762" y="294"/>
                    <a:pt x="14760" y="294"/>
                  </a:cubicBezTo>
                  <a:cubicBezTo>
                    <a:pt x="12748" y="761"/>
                    <a:pt x="10901" y="1778"/>
                    <a:pt x="9404" y="3270"/>
                  </a:cubicBezTo>
                  <a:cubicBezTo>
                    <a:pt x="7288" y="5380"/>
                    <a:pt x="6118" y="8190"/>
                    <a:pt x="6108" y="11184"/>
                  </a:cubicBezTo>
                  <a:cubicBezTo>
                    <a:pt x="6101" y="13318"/>
                    <a:pt x="6696" y="15395"/>
                    <a:pt x="7829" y="17192"/>
                  </a:cubicBezTo>
                  <a:cubicBezTo>
                    <a:pt x="8647" y="18491"/>
                    <a:pt x="9078" y="19998"/>
                    <a:pt x="9078" y="21553"/>
                  </a:cubicBezTo>
                  <a:lnTo>
                    <a:pt x="9078" y="24671"/>
                  </a:lnTo>
                  <a:lnTo>
                    <a:pt x="9117" y="25929"/>
                  </a:lnTo>
                  <a:lnTo>
                    <a:pt x="9078" y="26273"/>
                  </a:lnTo>
                  <a:lnTo>
                    <a:pt x="9078" y="28907"/>
                  </a:lnTo>
                  <a:cubicBezTo>
                    <a:pt x="9078" y="29271"/>
                    <a:pt x="8783" y="29567"/>
                    <a:pt x="8418" y="29567"/>
                  </a:cubicBezTo>
                  <a:lnTo>
                    <a:pt x="5259" y="29567"/>
                  </a:lnTo>
                  <a:cubicBezTo>
                    <a:pt x="2359" y="29567"/>
                    <a:pt x="1" y="31926"/>
                    <a:pt x="1" y="34825"/>
                  </a:cubicBezTo>
                  <a:cubicBezTo>
                    <a:pt x="1" y="35138"/>
                    <a:pt x="254" y="35392"/>
                    <a:pt x="568" y="35392"/>
                  </a:cubicBezTo>
                  <a:cubicBezTo>
                    <a:pt x="881" y="35392"/>
                    <a:pt x="1134" y="35138"/>
                    <a:pt x="1134" y="34825"/>
                  </a:cubicBezTo>
                  <a:cubicBezTo>
                    <a:pt x="1134" y="32551"/>
                    <a:pt x="2984" y="30700"/>
                    <a:pt x="5259" y="30700"/>
                  </a:cubicBezTo>
                  <a:lnTo>
                    <a:pt x="8418" y="30700"/>
                  </a:lnTo>
                  <a:cubicBezTo>
                    <a:pt x="9407" y="30700"/>
                    <a:pt x="10213" y="29896"/>
                    <a:pt x="10213" y="28907"/>
                  </a:cubicBezTo>
                  <a:lnTo>
                    <a:pt x="10213" y="27408"/>
                  </a:lnTo>
                  <a:lnTo>
                    <a:pt x="10213" y="25804"/>
                  </a:lnTo>
                  <a:lnTo>
                    <a:pt x="10213" y="21553"/>
                  </a:lnTo>
                  <a:cubicBezTo>
                    <a:pt x="10213" y="19785"/>
                    <a:pt x="9719" y="18068"/>
                    <a:pt x="8787" y="16587"/>
                  </a:cubicBezTo>
                  <a:cubicBezTo>
                    <a:pt x="7770" y="14973"/>
                    <a:pt x="7236" y="13105"/>
                    <a:pt x="7242" y="11187"/>
                  </a:cubicBezTo>
                  <a:cubicBezTo>
                    <a:pt x="7250" y="8496"/>
                    <a:pt x="8303" y="5970"/>
                    <a:pt x="10204" y="4074"/>
                  </a:cubicBezTo>
                  <a:cubicBezTo>
                    <a:pt x="12105" y="2181"/>
                    <a:pt x="14630" y="1137"/>
                    <a:pt x="17318" y="1134"/>
                  </a:cubicBezTo>
                  <a:lnTo>
                    <a:pt x="17337" y="1134"/>
                  </a:lnTo>
                  <a:cubicBezTo>
                    <a:pt x="22893" y="1140"/>
                    <a:pt x="27411" y="5662"/>
                    <a:pt x="27411" y="11219"/>
                  </a:cubicBezTo>
                  <a:lnTo>
                    <a:pt x="27409" y="14491"/>
                  </a:lnTo>
                  <a:cubicBezTo>
                    <a:pt x="27409" y="14580"/>
                    <a:pt x="27430" y="14668"/>
                    <a:pt x="27471" y="14748"/>
                  </a:cubicBezTo>
                  <a:lnTo>
                    <a:pt x="28651" y="17076"/>
                  </a:lnTo>
                  <a:cubicBezTo>
                    <a:pt x="28755" y="17282"/>
                    <a:pt x="28673" y="17456"/>
                    <a:pt x="28633" y="17522"/>
                  </a:cubicBezTo>
                  <a:cubicBezTo>
                    <a:pt x="28593" y="17587"/>
                    <a:pt x="28474" y="17740"/>
                    <a:pt x="28242" y="17740"/>
                  </a:cubicBezTo>
                  <a:lnTo>
                    <a:pt x="27261" y="17740"/>
                  </a:lnTo>
                  <a:cubicBezTo>
                    <a:pt x="26969" y="17740"/>
                    <a:pt x="26724" y="17963"/>
                    <a:pt x="26697" y="18254"/>
                  </a:cubicBezTo>
                  <a:lnTo>
                    <a:pt x="26299" y="22446"/>
                  </a:lnTo>
                  <a:cubicBezTo>
                    <a:pt x="26209" y="23402"/>
                    <a:pt x="25417" y="24123"/>
                    <a:pt x="24457" y="24123"/>
                  </a:cubicBezTo>
                  <a:lnTo>
                    <a:pt x="22840" y="24123"/>
                  </a:lnTo>
                  <a:cubicBezTo>
                    <a:pt x="22526" y="24123"/>
                    <a:pt x="22273" y="24377"/>
                    <a:pt x="22273" y="24689"/>
                  </a:cubicBezTo>
                  <a:cubicBezTo>
                    <a:pt x="22273" y="25003"/>
                    <a:pt x="22526" y="25257"/>
                    <a:pt x="22840" y="25257"/>
                  </a:cubicBezTo>
                  <a:lnTo>
                    <a:pt x="24457" y="25257"/>
                  </a:lnTo>
                  <a:cubicBezTo>
                    <a:pt x="26005" y="25257"/>
                    <a:pt x="27282" y="24094"/>
                    <a:pt x="27428" y="22553"/>
                  </a:cubicBezTo>
                  <a:lnTo>
                    <a:pt x="27777" y="18874"/>
                  </a:lnTo>
                  <a:lnTo>
                    <a:pt x="28242" y="18874"/>
                  </a:lnTo>
                  <a:cubicBezTo>
                    <a:pt x="28800" y="18874"/>
                    <a:pt x="29307" y="18590"/>
                    <a:pt x="29600" y="18115"/>
                  </a:cubicBezTo>
                  <a:cubicBezTo>
                    <a:pt x="29891" y="17639"/>
                    <a:pt x="29914" y="17060"/>
                    <a:pt x="29661" y="16563"/>
                  </a:cubicBezTo>
                  <a:lnTo>
                    <a:pt x="28544" y="14356"/>
                  </a:lnTo>
                  <a:lnTo>
                    <a:pt x="28546" y="11219"/>
                  </a:lnTo>
                  <a:cubicBezTo>
                    <a:pt x="28546" y="5964"/>
                    <a:pt x="24928" y="1470"/>
                    <a:pt x="20024" y="330"/>
                  </a:cubicBezTo>
                  <a:cubicBezTo>
                    <a:pt x="18622" y="4"/>
                    <a:pt x="19051" y="234"/>
                    <a:pt x="18416" y="58"/>
                  </a:cubicBezTo>
                  <a:cubicBezTo>
                    <a:pt x="18414" y="58"/>
                    <a:pt x="18412" y="59"/>
                    <a:pt x="18409" y="59"/>
                  </a:cubicBezTo>
                  <a:cubicBezTo>
                    <a:pt x="18347" y="59"/>
                    <a:pt x="18049" y="1"/>
                    <a:pt x="180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32"/>
            <p:cNvSpPr/>
            <p:nvPr/>
          </p:nvSpPr>
          <p:spPr>
            <a:xfrm rot="-1002475">
              <a:off x="1495332" y="2786710"/>
              <a:ext cx="610933" cy="467007"/>
            </a:xfrm>
            <a:custGeom>
              <a:avLst/>
              <a:gdLst/>
              <a:ahLst/>
              <a:cxnLst/>
              <a:rect l="l" t="t" r="r" b="b"/>
              <a:pathLst>
                <a:path w="15434" h="11798" extrusionOk="0">
                  <a:moveTo>
                    <a:pt x="9688" y="1"/>
                  </a:moveTo>
                  <a:cubicBezTo>
                    <a:pt x="9374" y="1"/>
                    <a:pt x="9121" y="254"/>
                    <a:pt x="9121" y="568"/>
                  </a:cubicBezTo>
                  <a:cubicBezTo>
                    <a:pt x="9121" y="881"/>
                    <a:pt x="9374" y="1134"/>
                    <a:pt x="9688" y="1134"/>
                  </a:cubicBezTo>
                  <a:lnTo>
                    <a:pt x="11274" y="1134"/>
                  </a:lnTo>
                  <a:cubicBezTo>
                    <a:pt x="12943" y="1134"/>
                    <a:pt x="14300" y="2492"/>
                    <a:pt x="14300" y="4161"/>
                  </a:cubicBezTo>
                  <a:cubicBezTo>
                    <a:pt x="14300" y="5030"/>
                    <a:pt x="13721" y="5767"/>
                    <a:pt x="12928" y="6005"/>
                  </a:cubicBezTo>
                  <a:cubicBezTo>
                    <a:pt x="12879" y="5505"/>
                    <a:pt x="12725" y="4834"/>
                    <a:pt x="12287" y="4314"/>
                  </a:cubicBezTo>
                  <a:cubicBezTo>
                    <a:pt x="12486" y="3967"/>
                    <a:pt x="12579" y="3582"/>
                    <a:pt x="12560" y="3174"/>
                  </a:cubicBezTo>
                  <a:cubicBezTo>
                    <a:pt x="12547" y="2870"/>
                    <a:pt x="12299" y="2633"/>
                    <a:pt x="11995" y="2633"/>
                  </a:cubicBezTo>
                  <a:cubicBezTo>
                    <a:pt x="11986" y="2633"/>
                    <a:pt x="11977" y="2633"/>
                    <a:pt x="11968" y="2633"/>
                  </a:cubicBezTo>
                  <a:cubicBezTo>
                    <a:pt x="11655" y="2648"/>
                    <a:pt x="11413" y="2913"/>
                    <a:pt x="11428" y="3225"/>
                  </a:cubicBezTo>
                  <a:cubicBezTo>
                    <a:pt x="11443" y="3572"/>
                    <a:pt x="11289" y="3872"/>
                    <a:pt x="10956" y="4140"/>
                  </a:cubicBezTo>
                  <a:cubicBezTo>
                    <a:pt x="10668" y="4372"/>
                    <a:pt x="10358" y="4483"/>
                    <a:pt x="10348" y="4487"/>
                  </a:cubicBezTo>
                  <a:cubicBezTo>
                    <a:pt x="10052" y="4588"/>
                    <a:pt x="9894" y="4909"/>
                    <a:pt x="9994" y="5204"/>
                  </a:cubicBezTo>
                  <a:cubicBezTo>
                    <a:pt x="10073" y="5441"/>
                    <a:pt x="10294" y="5591"/>
                    <a:pt x="10531" y="5591"/>
                  </a:cubicBezTo>
                  <a:cubicBezTo>
                    <a:pt x="10591" y="5591"/>
                    <a:pt x="10651" y="5581"/>
                    <a:pt x="10712" y="5560"/>
                  </a:cubicBezTo>
                  <a:cubicBezTo>
                    <a:pt x="10755" y="5546"/>
                    <a:pt x="11110" y="5421"/>
                    <a:pt x="11498" y="5150"/>
                  </a:cubicBezTo>
                  <a:cubicBezTo>
                    <a:pt x="11809" y="5617"/>
                    <a:pt x="11834" y="6323"/>
                    <a:pt x="11810" y="6602"/>
                  </a:cubicBezTo>
                  <a:cubicBezTo>
                    <a:pt x="11810" y="6610"/>
                    <a:pt x="11810" y="6617"/>
                    <a:pt x="11809" y="6626"/>
                  </a:cubicBezTo>
                  <a:cubicBezTo>
                    <a:pt x="11809" y="6634"/>
                    <a:pt x="11808" y="6644"/>
                    <a:pt x="11808" y="6653"/>
                  </a:cubicBezTo>
                  <a:cubicBezTo>
                    <a:pt x="11808" y="7872"/>
                    <a:pt x="10816" y="8864"/>
                    <a:pt x="9597" y="8864"/>
                  </a:cubicBezTo>
                  <a:lnTo>
                    <a:pt x="4495" y="8864"/>
                  </a:lnTo>
                  <a:cubicBezTo>
                    <a:pt x="4305" y="8864"/>
                    <a:pt x="4128" y="8960"/>
                    <a:pt x="4023" y="9118"/>
                  </a:cubicBezTo>
                  <a:lnTo>
                    <a:pt x="3168" y="10401"/>
                  </a:lnTo>
                  <a:cubicBezTo>
                    <a:pt x="3058" y="10566"/>
                    <a:pt x="2876" y="10663"/>
                    <a:pt x="2678" y="10663"/>
                  </a:cubicBezTo>
                  <a:lnTo>
                    <a:pt x="1722" y="10663"/>
                  </a:lnTo>
                  <a:cubicBezTo>
                    <a:pt x="1397" y="10663"/>
                    <a:pt x="1133" y="10399"/>
                    <a:pt x="1133" y="10076"/>
                  </a:cubicBezTo>
                  <a:lnTo>
                    <a:pt x="1133" y="7677"/>
                  </a:lnTo>
                  <a:cubicBezTo>
                    <a:pt x="1133" y="6032"/>
                    <a:pt x="1746" y="4459"/>
                    <a:pt x="2858" y="3249"/>
                  </a:cubicBezTo>
                  <a:cubicBezTo>
                    <a:pt x="3964" y="2047"/>
                    <a:pt x="5466" y="1305"/>
                    <a:pt x="7085" y="1160"/>
                  </a:cubicBezTo>
                  <a:cubicBezTo>
                    <a:pt x="7399" y="1133"/>
                    <a:pt x="7628" y="858"/>
                    <a:pt x="7601" y="547"/>
                  </a:cubicBezTo>
                  <a:cubicBezTo>
                    <a:pt x="7574" y="252"/>
                    <a:pt x="7328" y="30"/>
                    <a:pt x="7039" y="30"/>
                  </a:cubicBezTo>
                  <a:cubicBezTo>
                    <a:pt x="7022" y="30"/>
                    <a:pt x="7004" y="31"/>
                    <a:pt x="6986" y="32"/>
                  </a:cubicBezTo>
                  <a:cubicBezTo>
                    <a:pt x="5084" y="201"/>
                    <a:pt x="3321" y="1071"/>
                    <a:pt x="2025" y="2483"/>
                  </a:cubicBezTo>
                  <a:cubicBezTo>
                    <a:pt x="719" y="3902"/>
                    <a:pt x="1" y="5747"/>
                    <a:pt x="1" y="7677"/>
                  </a:cubicBezTo>
                  <a:lnTo>
                    <a:pt x="1" y="10076"/>
                  </a:lnTo>
                  <a:cubicBezTo>
                    <a:pt x="1" y="11025"/>
                    <a:pt x="773" y="11798"/>
                    <a:pt x="1722" y="11798"/>
                  </a:cubicBezTo>
                  <a:lnTo>
                    <a:pt x="2679" y="11798"/>
                  </a:lnTo>
                  <a:cubicBezTo>
                    <a:pt x="3256" y="11798"/>
                    <a:pt x="3793" y="11511"/>
                    <a:pt x="4112" y="11030"/>
                  </a:cubicBezTo>
                  <a:lnTo>
                    <a:pt x="4800" y="9999"/>
                  </a:lnTo>
                  <a:lnTo>
                    <a:pt x="9597" y="9999"/>
                  </a:lnTo>
                  <a:cubicBezTo>
                    <a:pt x="11264" y="9999"/>
                    <a:pt x="12650" y="8772"/>
                    <a:pt x="12902" y="7175"/>
                  </a:cubicBezTo>
                  <a:cubicBezTo>
                    <a:pt x="14338" y="6924"/>
                    <a:pt x="15434" y="5668"/>
                    <a:pt x="15434" y="4162"/>
                  </a:cubicBezTo>
                  <a:cubicBezTo>
                    <a:pt x="15434" y="1868"/>
                    <a:pt x="13568" y="1"/>
                    <a:pt x="112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32"/>
            <p:cNvSpPr/>
            <p:nvPr/>
          </p:nvSpPr>
          <p:spPr>
            <a:xfrm rot="-1002475">
              <a:off x="1625186" y="3048514"/>
              <a:ext cx="134822" cy="82453"/>
            </a:xfrm>
            <a:custGeom>
              <a:avLst/>
              <a:gdLst/>
              <a:ahLst/>
              <a:cxnLst/>
              <a:rect l="l" t="t" r="r" b="b"/>
              <a:pathLst>
                <a:path w="3406" h="2083" extrusionOk="0">
                  <a:moveTo>
                    <a:pt x="2760" y="1"/>
                  </a:moveTo>
                  <a:cubicBezTo>
                    <a:pt x="2547" y="1"/>
                    <a:pt x="2344" y="121"/>
                    <a:pt x="2247" y="325"/>
                  </a:cubicBezTo>
                  <a:cubicBezTo>
                    <a:pt x="2098" y="638"/>
                    <a:pt x="1822" y="830"/>
                    <a:pt x="1402" y="911"/>
                  </a:cubicBezTo>
                  <a:cubicBezTo>
                    <a:pt x="1247" y="940"/>
                    <a:pt x="1100" y="949"/>
                    <a:pt x="981" y="949"/>
                  </a:cubicBezTo>
                  <a:cubicBezTo>
                    <a:pt x="817" y="949"/>
                    <a:pt x="706" y="933"/>
                    <a:pt x="701" y="931"/>
                  </a:cubicBezTo>
                  <a:cubicBezTo>
                    <a:pt x="670" y="927"/>
                    <a:pt x="640" y="924"/>
                    <a:pt x="610" y="924"/>
                  </a:cubicBezTo>
                  <a:cubicBezTo>
                    <a:pt x="338" y="924"/>
                    <a:pt x="97" y="1121"/>
                    <a:pt x="51" y="1400"/>
                  </a:cubicBezTo>
                  <a:cubicBezTo>
                    <a:pt x="1" y="1708"/>
                    <a:pt x="210" y="2000"/>
                    <a:pt x="519" y="2050"/>
                  </a:cubicBezTo>
                  <a:cubicBezTo>
                    <a:pt x="549" y="2056"/>
                    <a:pt x="726" y="2083"/>
                    <a:pt x="980" y="2083"/>
                  </a:cubicBezTo>
                  <a:cubicBezTo>
                    <a:pt x="1150" y="2083"/>
                    <a:pt x="1354" y="2071"/>
                    <a:pt x="1573" y="2033"/>
                  </a:cubicBezTo>
                  <a:cubicBezTo>
                    <a:pt x="2373" y="1890"/>
                    <a:pt x="2959" y="1468"/>
                    <a:pt x="3272" y="811"/>
                  </a:cubicBezTo>
                  <a:cubicBezTo>
                    <a:pt x="3406" y="528"/>
                    <a:pt x="3285" y="190"/>
                    <a:pt x="3002" y="56"/>
                  </a:cubicBezTo>
                  <a:cubicBezTo>
                    <a:pt x="2924" y="19"/>
                    <a:pt x="2841" y="1"/>
                    <a:pt x="27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5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3" r:id="rId3"/>
    <p:sldLayoutId id="2147483658" r:id="rId4"/>
    <p:sldLayoutId id="2147483659" r:id="rId5"/>
    <p:sldLayoutId id="2147483660" r:id="rId6"/>
    <p:sldLayoutId id="2147483664" r:id="rId7"/>
    <p:sldLayoutId id="2147483669" r:id="rId8"/>
    <p:sldLayoutId id="2147483670" r:id="rId9"/>
    <p:sldLayoutId id="2147483672" r:id="rId10"/>
    <p:sldLayoutId id="2147483676" r:id="rId11"/>
    <p:sldLayoutId id="2147483677" r:id="rId12"/>
    <p:sldLayoutId id="2147483678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49">
          <p15:clr>
            <a:srgbClr val="EA4335"/>
          </p15:clr>
        </p15:guide>
        <p15:guide id="2" pos="5311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90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slide" Target="slide12.xml"/><Relationship Id="rId3" Type="http://schemas.openxmlformats.org/officeDocument/2006/relationships/slide" Target="slide10.xml"/><Relationship Id="rId7" Type="http://schemas.openxmlformats.org/officeDocument/2006/relationships/slide" Target="slide3.xml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.png"/><Relationship Id="rId11" Type="http://schemas.openxmlformats.org/officeDocument/2006/relationships/image" Target="../media/image30.png"/><Relationship Id="rId5" Type="http://schemas.openxmlformats.org/officeDocument/2006/relationships/slide" Target="slide14.xml"/><Relationship Id="rId10" Type="http://schemas.openxmlformats.org/officeDocument/2006/relationships/slide" Target="slide9.xml"/><Relationship Id="rId4" Type="http://schemas.openxmlformats.org/officeDocument/2006/relationships/slide" Target="slide12.xml"/><Relationship Id="rId9" Type="http://schemas.openxmlformats.org/officeDocument/2006/relationships/image" Target="../media/image3.png"/><Relationship Id="rId14" Type="http://schemas.openxmlformats.org/officeDocument/2006/relationships/image" Target="../media/image4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brain-and-artificial-neural-networks-differences-and-similarities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aiforsocialgood.ca/blog/the-distinction-between-artificial-intelligence-and-human-brain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mailto:24bcs11076@cuchd.in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Relationship Id="rId4" Type="http://schemas.openxmlformats.org/officeDocument/2006/relationships/hyperlink" Target="mailto:24bcs10751@cuchd.i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36"/>
          <p:cNvSpPr txBox="1">
            <a:spLocks noGrp="1"/>
          </p:cNvSpPr>
          <p:nvPr>
            <p:ph type="subTitle" idx="1"/>
          </p:nvPr>
        </p:nvSpPr>
        <p:spPr>
          <a:xfrm>
            <a:off x="811923" y="3000637"/>
            <a:ext cx="4553033" cy="44626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A Deep Dive into Intelligence—Biological vs. Artificial</a:t>
            </a:r>
            <a:endParaRPr sz="1400" dirty="0"/>
          </a:p>
        </p:txBody>
      </p:sp>
      <p:grpSp>
        <p:nvGrpSpPr>
          <p:cNvPr id="770" name="Google Shape;770;p36"/>
          <p:cNvGrpSpPr/>
          <p:nvPr/>
        </p:nvGrpSpPr>
        <p:grpSpPr>
          <a:xfrm rot="-385157">
            <a:off x="7953943" y="3939121"/>
            <a:ext cx="683023" cy="709528"/>
            <a:chOff x="5444627" y="3145162"/>
            <a:chExt cx="1273831" cy="1254384"/>
          </a:xfrm>
        </p:grpSpPr>
        <p:sp>
          <p:nvSpPr>
            <p:cNvPr id="771" name="Google Shape;771;p36"/>
            <p:cNvSpPr/>
            <p:nvPr/>
          </p:nvSpPr>
          <p:spPr>
            <a:xfrm>
              <a:off x="5453128" y="3145162"/>
              <a:ext cx="1256845" cy="1254384"/>
            </a:xfrm>
            <a:custGeom>
              <a:avLst/>
              <a:gdLst/>
              <a:ahLst/>
              <a:cxnLst/>
              <a:rect l="l" t="t" r="r" b="b"/>
              <a:pathLst>
                <a:path w="5618" h="5607" extrusionOk="0">
                  <a:moveTo>
                    <a:pt x="2182" y="1"/>
                  </a:moveTo>
                  <a:cubicBezTo>
                    <a:pt x="1763" y="1"/>
                    <a:pt x="1391" y="249"/>
                    <a:pt x="1285" y="629"/>
                  </a:cubicBezTo>
                  <a:cubicBezTo>
                    <a:pt x="1199" y="940"/>
                    <a:pt x="727" y="1013"/>
                    <a:pt x="612" y="1566"/>
                  </a:cubicBezTo>
                  <a:cubicBezTo>
                    <a:pt x="612" y="1567"/>
                    <a:pt x="611" y="1568"/>
                    <a:pt x="611" y="1569"/>
                  </a:cubicBezTo>
                  <a:cubicBezTo>
                    <a:pt x="541" y="1907"/>
                    <a:pt x="679" y="1968"/>
                    <a:pt x="358" y="2531"/>
                  </a:cubicBezTo>
                  <a:cubicBezTo>
                    <a:pt x="183" y="2838"/>
                    <a:pt x="1" y="3156"/>
                    <a:pt x="192" y="3829"/>
                  </a:cubicBezTo>
                  <a:cubicBezTo>
                    <a:pt x="270" y="4104"/>
                    <a:pt x="473" y="4338"/>
                    <a:pt x="656" y="4563"/>
                  </a:cubicBezTo>
                  <a:cubicBezTo>
                    <a:pt x="672" y="4583"/>
                    <a:pt x="695" y="4594"/>
                    <a:pt x="719" y="4594"/>
                  </a:cubicBezTo>
                  <a:cubicBezTo>
                    <a:pt x="737" y="4594"/>
                    <a:pt x="756" y="4588"/>
                    <a:pt x="771" y="4576"/>
                  </a:cubicBezTo>
                  <a:cubicBezTo>
                    <a:pt x="809" y="4625"/>
                    <a:pt x="847" y="4674"/>
                    <a:pt x="883" y="4725"/>
                  </a:cubicBezTo>
                  <a:cubicBezTo>
                    <a:pt x="846" y="4751"/>
                    <a:pt x="837" y="4801"/>
                    <a:pt x="861" y="4839"/>
                  </a:cubicBezTo>
                  <a:cubicBezTo>
                    <a:pt x="950" y="4973"/>
                    <a:pt x="945" y="4996"/>
                    <a:pt x="1008" y="5079"/>
                  </a:cubicBezTo>
                  <a:cubicBezTo>
                    <a:pt x="1008" y="5079"/>
                    <a:pt x="1009" y="5080"/>
                    <a:pt x="1009" y="5080"/>
                  </a:cubicBezTo>
                  <a:cubicBezTo>
                    <a:pt x="1263" y="5417"/>
                    <a:pt x="1830" y="5536"/>
                    <a:pt x="2310" y="5601"/>
                  </a:cubicBezTo>
                  <a:cubicBezTo>
                    <a:pt x="2333" y="5604"/>
                    <a:pt x="2356" y="5606"/>
                    <a:pt x="2379" y="5606"/>
                  </a:cubicBezTo>
                  <a:cubicBezTo>
                    <a:pt x="2552" y="5606"/>
                    <a:pt x="2714" y="5519"/>
                    <a:pt x="2810" y="5374"/>
                  </a:cubicBezTo>
                  <a:cubicBezTo>
                    <a:pt x="2905" y="5519"/>
                    <a:pt x="3066" y="5606"/>
                    <a:pt x="3239" y="5606"/>
                  </a:cubicBezTo>
                  <a:cubicBezTo>
                    <a:pt x="3262" y="5606"/>
                    <a:pt x="3285" y="5604"/>
                    <a:pt x="3308" y="5601"/>
                  </a:cubicBezTo>
                  <a:cubicBezTo>
                    <a:pt x="3788" y="5536"/>
                    <a:pt x="4355" y="5417"/>
                    <a:pt x="4609" y="5080"/>
                  </a:cubicBezTo>
                  <a:cubicBezTo>
                    <a:pt x="4609" y="5080"/>
                    <a:pt x="4610" y="5079"/>
                    <a:pt x="4610" y="5079"/>
                  </a:cubicBezTo>
                  <a:cubicBezTo>
                    <a:pt x="4709" y="4950"/>
                    <a:pt x="4653" y="4944"/>
                    <a:pt x="5011" y="4505"/>
                  </a:cubicBezTo>
                  <a:cubicBezTo>
                    <a:pt x="5176" y="4301"/>
                    <a:pt x="5355" y="4081"/>
                    <a:pt x="5426" y="3829"/>
                  </a:cubicBezTo>
                  <a:cubicBezTo>
                    <a:pt x="5617" y="3156"/>
                    <a:pt x="5436" y="2838"/>
                    <a:pt x="5260" y="2531"/>
                  </a:cubicBezTo>
                  <a:cubicBezTo>
                    <a:pt x="4940" y="1969"/>
                    <a:pt x="5077" y="1907"/>
                    <a:pt x="5007" y="1569"/>
                  </a:cubicBezTo>
                  <a:cubicBezTo>
                    <a:pt x="5007" y="1568"/>
                    <a:pt x="5007" y="1567"/>
                    <a:pt x="5007" y="1566"/>
                  </a:cubicBezTo>
                  <a:cubicBezTo>
                    <a:pt x="4983" y="1454"/>
                    <a:pt x="4943" y="1352"/>
                    <a:pt x="4886" y="1261"/>
                  </a:cubicBezTo>
                  <a:cubicBezTo>
                    <a:pt x="4870" y="1236"/>
                    <a:pt x="4844" y="1223"/>
                    <a:pt x="4817" y="1223"/>
                  </a:cubicBezTo>
                  <a:cubicBezTo>
                    <a:pt x="4802" y="1223"/>
                    <a:pt x="4787" y="1227"/>
                    <a:pt x="4773" y="1236"/>
                  </a:cubicBezTo>
                  <a:cubicBezTo>
                    <a:pt x="4772" y="1236"/>
                    <a:pt x="4771" y="1237"/>
                    <a:pt x="4770" y="1238"/>
                  </a:cubicBezTo>
                  <a:cubicBezTo>
                    <a:pt x="4730" y="1188"/>
                    <a:pt x="4687" y="1143"/>
                    <a:pt x="4643" y="1102"/>
                  </a:cubicBezTo>
                  <a:lnTo>
                    <a:pt x="4644" y="1102"/>
                  </a:lnTo>
                  <a:cubicBezTo>
                    <a:pt x="4673" y="1067"/>
                    <a:pt x="4669" y="1015"/>
                    <a:pt x="4634" y="985"/>
                  </a:cubicBezTo>
                  <a:cubicBezTo>
                    <a:pt x="4503" y="872"/>
                    <a:pt x="4375" y="779"/>
                    <a:pt x="4333" y="630"/>
                  </a:cubicBezTo>
                  <a:cubicBezTo>
                    <a:pt x="4227" y="249"/>
                    <a:pt x="3855" y="1"/>
                    <a:pt x="3437" y="1"/>
                  </a:cubicBezTo>
                  <a:cubicBezTo>
                    <a:pt x="3362" y="1"/>
                    <a:pt x="3287" y="9"/>
                    <a:pt x="3211" y="25"/>
                  </a:cubicBezTo>
                  <a:cubicBezTo>
                    <a:pt x="3040" y="61"/>
                    <a:pt x="2895" y="174"/>
                    <a:pt x="2810" y="320"/>
                  </a:cubicBezTo>
                  <a:cubicBezTo>
                    <a:pt x="2724" y="174"/>
                    <a:pt x="2578" y="61"/>
                    <a:pt x="2408" y="25"/>
                  </a:cubicBezTo>
                  <a:cubicBezTo>
                    <a:pt x="2332" y="9"/>
                    <a:pt x="2257" y="1"/>
                    <a:pt x="2182" y="1"/>
                  </a:cubicBezTo>
                  <a:close/>
                </a:path>
              </a:pathLst>
            </a:custGeom>
            <a:solidFill>
              <a:schemeClr val="accent2"/>
            </a:solidFill>
            <a:ln w="1143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76200" dir="1800000" algn="bl" rotWithShape="0">
                <a:schemeClr val="lt2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36"/>
            <p:cNvSpPr/>
            <p:nvPr/>
          </p:nvSpPr>
          <p:spPr>
            <a:xfrm>
              <a:off x="5444627" y="3163506"/>
              <a:ext cx="637371" cy="1217471"/>
            </a:xfrm>
            <a:custGeom>
              <a:avLst/>
              <a:gdLst/>
              <a:ahLst/>
              <a:cxnLst/>
              <a:rect l="l" t="t" r="r" b="b"/>
              <a:pathLst>
                <a:path w="2849" h="5442" extrusionOk="0">
                  <a:moveTo>
                    <a:pt x="2217" y="1"/>
                  </a:moveTo>
                  <a:cubicBezTo>
                    <a:pt x="1827" y="1"/>
                    <a:pt x="1496" y="236"/>
                    <a:pt x="1403" y="569"/>
                  </a:cubicBezTo>
                  <a:cubicBezTo>
                    <a:pt x="1291" y="970"/>
                    <a:pt x="706" y="982"/>
                    <a:pt x="706" y="1740"/>
                  </a:cubicBezTo>
                  <a:cubicBezTo>
                    <a:pt x="706" y="2539"/>
                    <a:pt x="0" y="2637"/>
                    <a:pt x="308" y="3724"/>
                  </a:cubicBezTo>
                  <a:cubicBezTo>
                    <a:pt x="425" y="4135"/>
                    <a:pt x="842" y="4447"/>
                    <a:pt x="1059" y="4865"/>
                  </a:cubicBezTo>
                  <a:cubicBezTo>
                    <a:pt x="1264" y="5258"/>
                    <a:pt x="1930" y="5379"/>
                    <a:pt x="2359" y="5437"/>
                  </a:cubicBezTo>
                  <a:cubicBezTo>
                    <a:pt x="2379" y="5440"/>
                    <a:pt x="2399" y="5442"/>
                    <a:pt x="2419" y="5442"/>
                  </a:cubicBezTo>
                  <a:cubicBezTo>
                    <a:pt x="2653" y="5442"/>
                    <a:pt x="2849" y="5253"/>
                    <a:pt x="2849" y="5011"/>
                  </a:cubicBezTo>
                  <a:lnTo>
                    <a:pt x="2849" y="532"/>
                  </a:lnTo>
                  <a:cubicBezTo>
                    <a:pt x="2845" y="294"/>
                    <a:pt x="2661" y="74"/>
                    <a:pt x="2428" y="23"/>
                  </a:cubicBezTo>
                  <a:cubicBezTo>
                    <a:pt x="2357" y="8"/>
                    <a:pt x="2286" y="1"/>
                    <a:pt x="22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36"/>
            <p:cNvSpPr/>
            <p:nvPr/>
          </p:nvSpPr>
          <p:spPr>
            <a:xfrm>
              <a:off x="6081086" y="3163506"/>
              <a:ext cx="637371" cy="1217471"/>
            </a:xfrm>
            <a:custGeom>
              <a:avLst/>
              <a:gdLst/>
              <a:ahLst/>
              <a:cxnLst/>
              <a:rect l="l" t="t" r="r" b="b"/>
              <a:pathLst>
                <a:path w="2849" h="5442" extrusionOk="0">
                  <a:moveTo>
                    <a:pt x="632" y="1"/>
                  </a:moveTo>
                  <a:cubicBezTo>
                    <a:pt x="563" y="1"/>
                    <a:pt x="492" y="8"/>
                    <a:pt x="421" y="23"/>
                  </a:cubicBezTo>
                  <a:cubicBezTo>
                    <a:pt x="189" y="74"/>
                    <a:pt x="5" y="294"/>
                    <a:pt x="0" y="532"/>
                  </a:cubicBezTo>
                  <a:lnTo>
                    <a:pt x="0" y="5011"/>
                  </a:lnTo>
                  <a:cubicBezTo>
                    <a:pt x="0" y="5253"/>
                    <a:pt x="197" y="5442"/>
                    <a:pt x="431" y="5442"/>
                  </a:cubicBezTo>
                  <a:cubicBezTo>
                    <a:pt x="451" y="5442"/>
                    <a:pt x="471" y="5440"/>
                    <a:pt x="491" y="5437"/>
                  </a:cubicBezTo>
                  <a:cubicBezTo>
                    <a:pt x="919" y="5379"/>
                    <a:pt x="1586" y="5258"/>
                    <a:pt x="1790" y="4865"/>
                  </a:cubicBezTo>
                  <a:cubicBezTo>
                    <a:pt x="2008" y="4447"/>
                    <a:pt x="2425" y="4135"/>
                    <a:pt x="2541" y="3724"/>
                  </a:cubicBezTo>
                  <a:cubicBezTo>
                    <a:pt x="2849" y="2637"/>
                    <a:pt x="2143" y="2539"/>
                    <a:pt x="2143" y="1740"/>
                  </a:cubicBezTo>
                  <a:cubicBezTo>
                    <a:pt x="2143" y="982"/>
                    <a:pt x="1558" y="970"/>
                    <a:pt x="1447" y="569"/>
                  </a:cubicBezTo>
                  <a:cubicBezTo>
                    <a:pt x="1354" y="236"/>
                    <a:pt x="1022" y="1"/>
                    <a:pt x="6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36"/>
            <p:cNvSpPr/>
            <p:nvPr/>
          </p:nvSpPr>
          <p:spPr>
            <a:xfrm>
              <a:off x="5453128" y="3145162"/>
              <a:ext cx="1045432" cy="1037154"/>
            </a:xfrm>
            <a:custGeom>
              <a:avLst/>
              <a:gdLst/>
              <a:ahLst/>
              <a:cxnLst/>
              <a:rect l="l" t="t" r="r" b="b"/>
              <a:pathLst>
                <a:path w="4673" h="4636" extrusionOk="0">
                  <a:moveTo>
                    <a:pt x="2181" y="0"/>
                  </a:moveTo>
                  <a:cubicBezTo>
                    <a:pt x="1763" y="0"/>
                    <a:pt x="1391" y="250"/>
                    <a:pt x="1285" y="629"/>
                  </a:cubicBezTo>
                  <a:cubicBezTo>
                    <a:pt x="1198" y="940"/>
                    <a:pt x="727" y="1012"/>
                    <a:pt x="612" y="1565"/>
                  </a:cubicBezTo>
                  <a:cubicBezTo>
                    <a:pt x="611" y="1566"/>
                    <a:pt x="611" y="1567"/>
                    <a:pt x="611" y="1569"/>
                  </a:cubicBezTo>
                  <a:cubicBezTo>
                    <a:pt x="541" y="1906"/>
                    <a:pt x="679" y="1967"/>
                    <a:pt x="358" y="2530"/>
                  </a:cubicBezTo>
                  <a:cubicBezTo>
                    <a:pt x="182" y="2838"/>
                    <a:pt x="1" y="3155"/>
                    <a:pt x="192" y="3828"/>
                  </a:cubicBezTo>
                  <a:cubicBezTo>
                    <a:pt x="269" y="4103"/>
                    <a:pt x="473" y="4337"/>
                    <a:pt x="655" y="4563"/>
                  </a:cubicBezTo>
                  <a:cubicBezTo>
                    <a:pt x="671" y="4583"/>
                    <a:pt x="695" y="4593"/>
                    <a:pt x="719" y="4593"/>
                  </a:cubicBezTo>
                  <a:cubicBezTo>
                    <a:pt x="737" y="4593"/>
                    <a:pt x="756" y="4587"/>
                    <a:pt x="771" y="4575"/>
                  </a:cubicBezTo>
                  <a:cubicBezTo>
                    <a:pt x="805" y="4546"/>
                    <a:pt x="812" y="4495"/>
                    <a:pt x="782" y="4459"/>
                  </a:cubicBezTo>
                  <a:cubicBezTo>
                    <a:pt x="742" y="4408"/>
                    <a:pt x="705" y="4363"/>
                    <a:pt x="661" y="4308"/>
                  </a:cubicBezTo>
                  <a:lnTo>
                    <a:pt x="661" y="4308"/>
                  </a:lnTo>
                  <a:cubicBezTo>
                    <a:pt x="688" y="4312"/>
                    <a:pt x="719" y="4314"/>
                    <a:pt x="751" y="4314"/>
                  </a:cubicBezTo>
                  <a:cubicBezTo>
                    <a:pt x="880" y="4314"/>
                    <a:pt x="1040" y="4280"/>
                    <a:pt x="1234" y="4180"/>
                  </a:cubicBezTo>
                  <a:cubicBezTo>
                    <a:pt x="1274" y="4159"/>
                    <a:pt x="1289" y="4109"/>
                    <a:pt x="1269" y="4069"/>
                  </a:cubicBezTo>
                  <a:cubicBezTo>
                    <a:pt x="1254" y="4041"/>
                    <a:pt x="1225" y="4025"/>
                    <a:pt x="1196" y="4025"/>
                  </a:cubicBezTo>
                  <a:cubicBezTo>
                    <a:pt x="1183" y="4025"/>
                    <a:pt x="1171" y="4028"/>
                    <a:pt x="1159" y="4034"/>
                  </a:cubicBezTo>
                  <a:cubicBezTo>
                    <a:pt x="990" y="4122"/>
                    <a:pt x="855" y="4150"/>
                    <a:pt x="750" y="4150"/>
                  </a:cubicBezTo>
                  <a:cubicBezTo>
                    <a:pt x="585" y="4150"/>
                    <a:pt x="498" y="4078"/>
                    <a:pt x="479" y="4060"/>
                  </a:cubicBezTo>
                  <a:cubicBezTo>
                    <a:pt x="422" y="3971"/>
                    <a:pt x="377" y="3879"/>
                    <a:pt x="350" y="3784"/>
                  </a:cubicBezTo>
                  <a:cubicBezTo>
                    <a:pt x="178" y="3177"/>
                    <a:pt x="335" y="2903"/>
                    <a:pt x="501" y="2611"/>
                  </a:cubicBezTo>
                  <a:cubicBezTo>
                    <a:pt x="585" y="2464"/>
                    <a:pt x="671" y="2313"/>
                    <a:pt x="717" y="2120"/>
                  </a:cubicBezTo>
                  <a:cubicBezTo>
                    <a:pt x="800" y="2274"/>
                    <a:pt x="926" y="2396"/>
                    <a:pt x="1090" y="2476"/>
                  </a:cubicBezTo>
                  <a:cubicBezTo>
                    <a:pt x="1102" y="2482"/>
                    <a:pt x="1114" y="2485"/>
                    <a:pt x="1127" y="2485"/>
                  </a:cubicBezTo>
                  <a:cubicBezTo>
                    <a:pt x="1157" y="2485"/>
                    <a:pt x="1186" y="2468"/>
                    <a:pt x="1200" y="2438"/>
                  </a:cubicBezTo>
                  <a:cubicBezTo>
                    <a:pt x="1220" y="2398"/>
                    <a:pt x="1204" y="2348"/>
                    <a:pt x="1163" y="2328"/>
                  </a:cubicBezTo>
                  <a:cubicBezTo>
                    <a:pt x="731" y="2116"/>
                    <a:pt x="767" y="1652"/>
                    <a:pt x="772" y="1599"/>
                  </a:cubicBezTo>
                  <a:cubicBezTo>
                    <a:pt x="843" y="1259"/>
                    <a:pt x="1077" y="1138"/>
                    <a:pt x="1256" y="966"/>
                  </a:cubicBezTo>
                  <a:cubicBezTo>
                    <a:pt x="1274" y="1190"/>
                    <a:pt x="1390" y="1363"/>
                    <a:pt x="1599" y="1472"/>
                  </a:cubicBezTo>
                  <a:cubicBezTo>
                    <a:pt x="1610" y="1478"/>
                    <a:pt x="1623" y="1481"/>
                    <a:pt x="1636" y="1481"/>
                  </a:cubicBezTo>
                  <a:cubicBezTo>
                    <a:pt x="1665" y="1481"/>
                    <a:pt x="1694" y="1465"/>
                    <a:pt x="1709" y="1436"/>
                  </a:cubicBezTo>
                  <a:cubicBezTo>
                    <a:pt x="1729" y="1396"/>
                    <a:pt x="1714" y="1347"/>
                    <a:pt x="1674" y="1326"/>
                  </a:cubicBezTo>
                  <a:cubicBezTo>
                    <a:pt x="1222" y="1091"/>
                    <a:pt x="1501" y="537"/>
                    <a:pt x="1514" y="513"/>
                  </a:cubicBezTo>
                  <a:cubicBezTo>
                    <a:pt x="1645" y="297"/>
                    <a:pt x="1900" y="165"/>
                    <a:pt x="2182" y="165"/>
                  </a:cubicBezTo>
                  <a:cubicBezTo>
                    <a:pt x="2245" y="165"/>
                    <a:pt x="2309" y="171"/>
                    <a:pt x="2374" y="185"/>
                  </a:cubicBezTo>
                  <a:cubicBezTo>
                    <a:pt x="2559" y="226"/>
                    <a:pt x="2709" y="398"/>
                    <a:pt x="2727" y="584"/>
                  </a:cubicBezTo>
                  <a:cubicBezTo>
                    <a:pt x="2726" y="606"/>
                    <a:pt x="2728" y="1290"/>
                    <a:pt x="2728" y="1290"/>
                  </a:cubicBezTo>
                  <a:cubicBezTo>
                    <a:pt x="2661" y="1157"/>
                    <a:pt x="2580" y="1056"/>
                    <a:pt x="2507" y="981"/>
                  </a:cubicBezTo>
                  <a:cubicBezTo>
                    <a:pt x="2313" y="786"/>
                    <a:pt x="2117" y="727"/>
                    <a:pt x="2109" y="725"/>
                  </a:cubicBezTo>
                  <a:cubicBezTo>
                    <a:pt x="2101" y="722"/>
                    <a:pt x="2093" y="721"/>
                    <a:pt x="2086" y="721"/>
                  </a:cubicBezTo>
                  <a:cubicBezTo>
                    <a:pt x="2050" y="721"/>
                    <a:pt x="2017" y="744"/>
                    <a:pt x="2007" y="780"/>
                  </a:cubicBezTo>
                  <a:cubicBezTo>
                    <a:pt x="1993" y="823"/>
                    <a:pt x="2019" y="869"/>
                    <a:pt x="2062" y="882"/>
                  </a:cubicBezTo>
                  <a:cubicBezTo>
                    <a:pt x="2069" y="884"/>
                    <a:pt x="2694" y="1081"/>
                    <a:pt x="2727" y="1970"/>
                  </a:cubicBezTo>
                  <a:cubicBezTo>
                    <a:pt x="2727" y="1972"/>
                    <a:pt x="2728" y="3707"/>
                    <a:pt x="2728" y="3708"/>
                  </a:cubicBezTo>
                  <a:cubicBezTo>
                    <a:pt x="2641" y="3615"/>
                    <a:pt x="2503" y="3535"/>
                    <a:pt x="2284" y="3530"/>
                  </a:cubicBezTo>
                  <a:cubicBezTo>
                    <a:pt x="2280" y="3530"/>
                    <a:pt x="2277" y="3530"/>
                    <a:pt x="2273" y="3530"/>
                  </a:cubicBezTo>
                  <a:cubicBezTo>
                    <a:pt x="2041" y="3530"/>
                    <a:pt x="1707" y="3728"/>
                    <a:pt x="1670" y="3751"/>
                  </a:cubicBezTo>
                  <a:cubicBezTo>
                    <a:pt x="1631" y="3775"/>
                    <a:pt x="1618" y="3825"/>
                    <a:pt x="1641" y="3864"/>
                  </a:cubicBezTo>
                  <a:cubicBezTo>
                    <a:pt x="1657" y="3890"/>
                    <a:pt x="1684" y="3904"/>
                    <a:pt x="1712" y="3904"/>
                  </a:cubicBezTo>
                  <a:cubicBezTo>
                    <a:pt x="1726" y="3904"/>
                    <a:pt x="1741" y="3900"/>
                    <a:pt x="1755" y="3891"/>
                  </a:cubicBezTo>
                  <a:cubicBezTo>
                    <a:pt x="1845" y="3836"/>
                    <a:pt x="2115" y="3693"/>
                    <a:pt x="2273" y="3693"/>
                  </a:cubicBezTo>
                  <a:cubicBezTo>
                    <a:pt x="2275" y="3693"/>
                    <a:pt x="2277" y="3693"/>
                    <a:pt x="2279" y="3693"/>
                  </a:cubicBezTo>
                  <a:cubicBezTo>
                    <a:pt x="2646" y="3703"/>
                    <a:pt x="2716" y="3970"/>
                    <a:pt x="2727" y="4124"/>
                  </a:cubicBezTo>
                  <a:cubicBezTo>
                    <a:pt x="2731" y="4159"/>
                    <a:pt x="2728" y="4554"/>
                    <a:pt x="2728" y="4554"/>
                  </a:cubicBezTo>
                  <a:cubicBezTo>
                    <a:pt x="2728" y="4599"/>
                    <a:pt x="2764" y="4635"/>
                    <a:pt x="2811" y="4635"/>
                  </a:cubicBezTo>
                  <a:cubicBezTo>
                    <a:pt x="2856" y="4635"/>
                    <a:pt x="2892" y="4599"/>
                    <a:pt x="2892" y="4554"/>
                  </a:cubicBezTo>
                  <a:lnTo>
                    <a:pt x="2892" y="4107"/>
                  </a:lnTo>
                  <a:cubicBezTo>
                    <a:pt x="2907" y="3951"/>
                    <a:pt x="2984" y="3702"/>
                    <a:pt x="3339" y="3693"/>
                  </a:cubicBezTo>
                  <a:cubicBezTo>
                    <a:pt x="3340" y="3693"/>
                    <a:pt x="3342" y="3693"/>
                    <a:pt x="3344" y="3693"/>
                  </a:cubicBezTo>
                  <a:cubicBezTo>
                    <a:pt x="3501" y="3693"/>
                    <a:pt x="3771" y="3836"/>
                    <a:pt x="3863" y="3891"/>
                  </a:cubicBezTo>
                  <a:cubicBezTo>
                    <a:pt x="3877" y="3900"/>
                    <a:pt x="3892" y="3904"/>
                    <a:pt x="3906" y="3904"/>
                  </a:cubicBezTo>
                  <a:cubicBezTo>
                    <a:pt x="3934" y="3904"/>
                    <a:pt x="3960" y="3890"/>
                    <a:pt x="3975" y="3864"/>
                  </a:cubicBezTo>
                  <a:cubicBezTo>
                    <a:pt x="4000" y="3825"/>
                    <a:pt x="3987" y="3774"/>
                    <a:pt x="3948" y="3751"/>
                  </a:cubicBezTo>
                  <a:cubicBezTo>
                    <a:pt x="3911" y="3728"/>
                    <a:pt x="3578" y="3530"/>
                    <a:pt x="3345" y="3530"/>
                  </a:cubicBezTo>
                  <a:cubicBezTo>
                    <a:pt x="3341" y="3530"/>
                    <a:pt x="3338" y="3530"/>
                    <a:pt x="3334" y="3530"/>
                  </a:cubicBezTo>
                  <a:cubicBezTo>
                    <a:pt x="3118" y="3534"/>
                    <a:pt x="2980" y="3613"/>
                    <a:pt x="2892" y="3705"/>
                  </a:cubicBezTo>
                  <a:lnTo>
                    <a:pt x="2892" y="1936"/>
                  </a:lnTo>
                  <a:cubicBezTo>
                    <a:pt x="2935" y="1132"/>
                    <a:pt x="3471" y="908"/>
                    <a:pt x="3556" y="882"/>
                  </a:cubicBezTo>
                  <a:cubicBezTo>
                    <a:pt x="3599" y="868"/>
                    <a:pt x="3625" y="823"/>
                    <a:pt x="3611" y="780"/>
                  </a:cubicBezTo>
                  <a:cubicBezTo>
                    <a:pt x="3601" y="744"/>
                    <a:pt x="3568" y="721"/>
                    <a:pt x="3533" y="721"/>
                  </a:cubicBezTo>
                  <a:cubicBezTo>
                    <a:pt x="3525" y="721"/>
                    <a:pt x="3517" y="722"/>
                    <a:pt x="3509" y="725"/>
                  </a:cubicBezTo>
                  <a:cubicBezTo>
                    <a:pt x="3501" y="727"/>
                    <a:pt x="3305" y="786"/>
                    <a:pt x="3111" y="981"/>
                  </a:cubicBezTo>
                  <a:cubicBezTo>
                    <a:pt x="3039" y="1055"/>
                    <a:pt x="2959" y="1154"/>
                    <a:pt x="2892" y="1285"/>
                  </a:cubicBezTo>
                  <a:cubicBezTo>
                    <a:pt x="2892" y="574"/>
                    <a:pt x="2893" y="620"/>
                    <a:pt x="2891" y="584"/>
                  </a:cubicBezTo>
                  <a:cubicBezTo>
                    <a:pt x="2909" y="397"/>
                    <a:pt x="3059" y="225"/>
                    <a:pt x="3244" y="185"/>
                  </a:cubicBezTo>
                  <a:cubicBezTo>
                    <a:pt x="3309" y="171"/>
                    <a:pt x="3374" y="164"/>
                    <a:pt x="3437" y="164"/>
                  </a:cubicBezTo>
                  <a:cubicBezTo>
                    <a:pt x="3719" y="164"/>
                    <a:pt x="3974" y="297"/>
                    <a:pt x="4104" y="512"/>
                  </a:cubicBezTo>
                  <a:lnTo>
                    <a:pt x="4104" y="513"/>
                  </a:lnTo>
                  <a:cubicBezTo>
                    <a:pt x="4105" y="514"/>
                    <a:pt x="4182" y="663"/>
                    <a:pt x="4198" y="840"/>
                  </a:cubicBezTo>
                  <a:cubicBezTo>
                    <a:pt x="4217" y="1064"/>
                    <a:pt x="4132" y="1227"/>
                    <a:pt x="3944" y="1325"/>
                  </a:cubicBezTo>
                  <a:cubicBezTo>
                    <a:pt x="3904" y="1346"/>
                    <a:pt x="3889" y="1395"/>
                    <a:pt x="3910" y="1436"/>
                  </a:cubicBezTo>
                  <a:cubicBezTo>
                    <a:pt x="3924" y="1464"/>
                    <a:pt x="3953" y="1480"/>
                    <a:pt x="3982" y="1480"/>
                  </a:cubicBezTo>
                  <a:cubicBezTo>
                    <a:pt x="3995" y="1480"/>
                    <a:pt x="4008" y="1477"/>
                    <a:pt x="4019" y="1470"/>
                  </a:cubicBezTo>
                  <a:cubicBezTo>
                    <a:pt x="4228" y="1363"/>
                    <a:pt x="4344" y="1190"/>
                    <a:pt x="4362" y="964"/>
                  </a:cubicBezTo>
                  <a:cubicBezTo>
                    <a:pt x="4414" y="1016"/>
                    <a:pt x="4472" y="1061"/>
                    <a:pt x="4528" y="1109"/>
                  </a:cubicBezTo>
                  <a:cubicBezTo>
                    <a:pt x="4543" y="1122"/>
                    <a:pt x="4563" y="1129"/>
                    <a:pt x="4582" y="1129"/>
                  </a:cubicBezTo>
                  <a:cubicBezTo>
                    <a:pt x="4604" y="1129"/>
                    <a:pt x="4627" y="1120"/>
                    <a:pt x="4643" y="1101"/>
                  </a:cubicBezTo>
                  <a:cubicBezTo>
                    <a:pt x="4672" y="1066"/>
                    <a:pt x="4669" y="1014"/>
                    <a:pt x="4634" y="984"/>
                  </a:cubicBezTo>
                  <a:cubicBezTo>
                    <a:pt x="4502" y="871"/>
                    <a:pt x="4374" y="778"/>
                    <a:pt x="4333" y="629"/>
                  </a:cubicBezTo>
                  <a:cubicBezTo>
                    <a:pt x="4227" y="250"/>
                    <a:pt x="3855" y="0"/>
                    <a:pt x="3437" y="0"/>
                  </a:cubicBezTo>
                  <a:cubicBezTo>
                    <a:pt x="3362" y="0"/>
                    <a:pt x="3286" y="8"/>
                    <a:pt x="3210" y="25"/>
                  </a:cubicBezTo>
                  <a:cubicBezTo>
                    <a:pt x="3040" y="61"/>
                    <a:pt x="2895" y="174"/>
                    <a:pt x="2808" y="319"/>
                  </a:cubicBezTo>
                  <a:cubicBezTo>
                    <a:pt x="2723" y="174"/>
                    <a:pt x="2578" y="61"/>
                    <a:pt x="2407" y="25"/>
                  </a:cubicBezTo>
                  <a:cubicBezTo>
                    <a:pt x="2331" y="8"/>
                    <a:pt x="2255" y="0"/>
                    <a:pt x="21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36"/>
            <p:cNvSpPr/>
            <p:nvPr/>
          </p:nvSpPr>
          <p:spPr>
            <a:xfrm>
              <a:off x="5639927" y="3418537"/>
              <a:ext cx="1070041" cy="981001"/>
            </a:xfrm>
            <a:custGeom>
              <a:avLst/>
              <a:gdLst/>
              <a:ahLst/>
              <a:cxnLst/>
              <a:rect l="l" t="t" r="r" b="b"/>
              <a:pathLst>
                <a:path w="4783" h="4385" extrusionOk="0">
                  <a:moveTo>
                    <a:pt x="3982" y="0"/>
                  </a:moveTo>
                  <a:cubicBezTo>
                    <a:pt x="3967" y="0"/>
                    <a:pt x="3951" y="5"/>
                    <a:pt x="3938" y="14"/>
                  </a:cubicBezTo>
                  <a:cubicBezTo>
                    <a:pt x="3899" y="38"/>
                    <a:pt x="3887" y="88"/>
                    <a:pt x="3912" y="127"/>
                  </a:cubicBezTo>
                  <a:cubicBezTo>
                    <a:pt x="3959" y="200"/>
                    <a:pt x="3991" y="284"/>
                    <a:pt x="4011" y="377"/>
                  </a:cubicBezTo>
                  <a:cubicBezTo>
                    <a:pt x="4016" y="430"/>
                    <a:pt x="4052" y="894"/>
                    <a:pt x="3620" y="1108"/>
                  </a:cubicBezTo>
                  <a:cubicBezTo>
                    <a:pt x="3579" y="1127"/>
                    <a:pt x="3563" y="1177"/>
                    <a:pt x="3583" y="1216"/>
                  </a:cubicBezTo>
                  <a:cubicBezTo>
                    <a:pt x="3597" y="1246"/>
                    <a:pt x="3627" y="1263"/>
                    <a:pt x="3657" y="1263"/>
                  </a:cubicBezTo>
                  <a:cubicBezTo>
                    <a:pt x="3669" y="1263"/>
                    <a:pt x="3681" y="1260"/>
                    <a:pt x="3693" y="1254"/>
                  </a:cubicBezTo>
                  <a:cubicBezTo>
                    <a:pt x="3857" y="1174"/>
                    <a:pt x="3984" y="1052"/>
                    <a:pt x="4067" y="898"/>
                  </a:cubicBezTo>
                  <a:cubicBezTo>
                    <a:pt x="4112" y="1091"/>
                    <a:pt x="4199" y="1242"/>
                    <a:pt x="4282" y="1389"/>
                  </a:cubicBezTo>
                  <a:cubicBezTo>
                    <a:pt x="4449" y="1681"/>
                    <a:pt x="4605" y="1956"/>
                    <a:pt x="4433" y="2562"/>
                  </a:cubicBezTo>
                  <a:cubicBezTo>
                    <a:pt x="4406" y="2658"/>
                    <a:pt x="4361" y="2749"/>
                    <a:pt x="4304" y="2839"/>
                  </a:cubicBezTo>
                  <a:cubicBezTo>
                    <a:pt x="4287" y="2855"/>
                    <a:pt x="4201" y="2928"/>
                    <a:pt x="4034" y="2928"/>
                  </a:cubicBezTo>
                  <a:cubicBezTo>
                    <a:pt x="3930" y="2928"/>
                    <a:pt x="3795" y="2900"/>
                    <a:pt x="3626" y="2812"/>
                  </a:cubicBezTo>
                  <a:cubicBezTo>
                    <a:pt x="3613" y="2806"/>
                    <a:pt x="3600" y="2803"/>
                    <a:pt x="3587" y="2803"/>
                  </a:cubicBezTo>
                  <a:cubicBezTo>
                    <a:pt x="3558" y="2803"/>
                    <a:pt x="3529" y="2819"/>
                    <a:pt x="3514" y="2847"/>
                  </a:cubicBezTo>
                  <a:cubicBezTo>
                    <a:pt x="3494" y="2887"/>
                    <a:pt x="3509" y="2937"/>
                    <a:pt x="3549" y="2958"/>
                  </a:cubicBezTo>
                  <a:cubicBezTo>
                    <a:pt x="3743" y="3058"/>
                    <a:pt x="3904" y="3093"/>
                    <a:pt x="4033" y="3093"/>
                  </a:cubicBezTo>
                  <a:cubicBezTo>
                    <a:pt x="4064" y="3093"/>
                    <a:pt x="4095" y="3091"/>
                    <a:pt x="4123" y="3086"/>
                  </a:cubicBezTo>
                  <a:lnTo>
                    <a:pt x="4123" y="3086"/>
                  </a:lnTo>
                  <a:cubicBezTo>
                    <a:pt x="4098" y="3118"/>
                    <a:pt x="4073" y="3148"/>
                    <a:pt x="4048" y="3180"/>
                  </a:cubicBezTo>
                  <a:cubicBezTo>
                    <a:pt x="3714" y="3591"/>
                    <a:pt x="3723" y="3643"/>
                    <a:pt x="3663" y="3732"/>
                  </a:cubicBezTo>
                  <a:cubicBezTo>
                    <a:pt x="3640" y="3734"/>
                    <a:pt x="3606" y="3736"/>
                    <a:pt x="3564" y="3736"/>
                  </a:cubicBezTo>
                  <a:cubicBezTo>
                    <a:pt x="3487" y="3736"/>
                    <a:pt x="3383" y="3729"/>
                    <a:pt x="3275" y="3699"/>
                  </a:cubicBezTo>
                  <a:cubicBezTo>
                    <a:pt x="2991" y="3622"/>
                    <a:pt x="2816" y="3435"/>
                    <a:pt x="2754" y="3143"/>
                  </a:cubicBezTo>
                  <a:cubicBezTo>
                    <a:pt x="2746" y="3104"/>
                    <a:pt x="2712" y="3077"/>
                    <a:pt x="2674" y="3077"/>
                  </a:cubicBezTo>
                  <a:cubicBezTo>
                    <a:pt x="2668" y="3077"/>
                    <a:pt x="2662" y="3078"/>
                    <a:pt x="2657" y="3079"/>
                  </a:cubicBezTo>
                  <a:cubicBezTo>
                    <a:pt x="2613" y="3089"/>
                    <a:pt x="2584" y="3133"/>
                    <a:pt x="2594" y="3177"/>
                  </a:cubicBezTo>
                  <a:cubicBezTo>
                    <a:pt x="2687" y="3622"/>
                    <a:pt x="2992" y="3793"/>
                    <a:pt x="3232" y="3857"/>
                  </a:cubicBezTo>
                  <a:cubicBezTo>
                    <a:pt x="3327" y="3883"/>
                    <a:pt x="3419" y="3894"/>
                    <a:pt x="3497" y="3898"/>
                  </a:cubicBezTo>
                  <a:cubicBezTo>
                    <a:pt x="3230" y="4089"/>
                    <a:pt x="2792" y="4171"/>
                    <a:pt x="2451" y="4217"/>
                  </a:cubicBezTo>
                  <a:cubicBezTo>
                    <a:pt x="2435" y="4219"/>
                    <a:pt x="2419" y="4220"/>
                    <a:pt x="2403" y="4220"/>
                  </a:cubicBezTo>
                  <a:cubicBezTo>
                    <a:pt x="2226" y="4220"/>
                    <a:pt x="2074" y="4085"/>
                    <a:pt x="2056" y="3904"/>
                  </a:cubicBezTo>
                  <a:cubicBezTo>
                    <a:pt x="2058" y="3871"/>
                    <a:pt x="2057" y="3874"/>
                    <a:pt x="2057" y="3683"/>
                  </a:cubicBezTo>
                  <a:cubicBezTo>
                    <a:pt x="2057" y="3637"/>
                    <a:pt x="2021" y="3601"/>
                    <a:pt x="1976" y="3601"/>
                  </a:cubicBezTo>
                  <a:cubicBezTo>
                    <a:pt x="1931" y="3601"/>
                    <a:pt x="1894" y="3637"/>
                    <a:pt x="1894" y="3683"/>
                  </a:cubicBezTo>
                  <a:cubicBezTo>
                    <a:pt x="1894" y="3683"/>
                    <a:pt x="1891" y="3882"/>
                    <a:pt x="1892" y="3904"/>
                  </a:cubicBezTo>
                  <a:cubicBezTo>
                    <a:pt x="1874" y="4086"/>
                    <a:pt x="1721" y="4220"/>
                    <a:pt x="1544" y="4220"/>
                  </a:cubicBezTo>
                  <a:cubicBezTo>
                    <a:pt x="1528" y="4220"/>
                    <a:pt x="1513" y="4219"/>
                    <a:pt x="1497" y="4217"/>
                  </a:cubicBezTo>
                  <a:cubicBezTo>
                    <a:pt x="1157" y="4170"/>
                    <a:pt x="720" y="4089"/>
                    <a:pt x="451" y="3898"/>
                  </a:cubicBezTo>
                  <a:cubicBezTo>
                    <a:pt x="530" y="3894"/>
                    <a:pt x="622" y="3884"/>
                    <a:pt x="717" y="3857"/>
                  </a:cubicBezTo>
                  <a:cubicBezTo>
                    <a:pt x="956" y="3793"/>
                    <a:pt x="1262" y="3622"/>
                    <a:pt x="1355" y="3177"/>
                  </a:cubicBezTo>
                  <a:cubicBezTo>
                    <a:pt x="1365" y="3133"/>
                    <a:pt x="1337" y="3089"/>
                    <a:pt x="1293" y="3079"/>
                  </a:cubicBezTo>
                  <a:cubicBezTo>
                    <a:pt x="1287" y="3078"/>
                    <a:pt x="1281" y="3077"/>
                    <a:pt x="1275" y="3077"/>
                  </a:cubicBezTo>
                  <a:cubicBezTo>
                    <a:pt x="1237" y="3077"/>
                    <a:pt x="1203" y="3104"/>
                    <a:pt x="1195" y="3143"/>
                  </a:cubicBezTo>
                  <a:cubicBezTo>
                    <a:pt x="1133" y="3433"/>
                    <a:pt x="960" y="3620"/>
                    <a:pt x="679" y="3697"/>
                  </a:cubicBezTo>
                  <a:cubicBezTo>
                    <a:pt x="567" y="3728"/>
                    <a:pt x="459" y="3735"/>
                    <a:pt x="379" y="3735"/>
                  </a:cubicBezTo>
                  <a:cubicBezTo>
                    <a:pt x="340" y="3735"/>
                    <a:pt x="307" y="3733"/>
                    <a:pt x="285" y="3732"/>
                  </a:cubicBezTo>
                  <a:cubicBezTo>
                    <a:pt x="253" y="3685"/>
                    <a:pt x="241" y="3644"/>
                    <a:pt x="163" y="3525"/>
                  </a:cubicBezTo>
                  <a:cubicBezTo>
                    <a:pt x="147" y="3502"/>
                    <a:pt x="121" y="3489"/>
                    <a:pt x="95" y="3489"/>
                  </a:cubicBezTo>
                  <a:cubicBezTo>
                    <a:pt x="79" y="3489"/>
                    <a:pt x="63" y="3493"/>
                    <a:pt x="49" y="3502"/>
                  </a:cubicBezTo>
                  <a:cubicBezTo>
                    <a:pt x="11" y="3527"/>
                    <a:pt x="1" y="3579"/>
                    <a:pt x="26" y="3617"/>
                  </a:cubicBezTo>
                  <a:cubicBezTo>
                    <a:pt x="115" y="3751"/>
                    <a:pt x="110" y="3774"/>
                    <a:pt x="173" y="3857"/>
                  </a:cubicBezTo>
                  <a:cubicBezTo>
                    <a:pt x="173" y="3857"/>
                    <a:pt x="174" y="3858"/>
                    <a:pt x="174" y="3858"/>
                  </a:cubicBezTo>
                  <a:cubicBezTo>
                    <a:pt x="428" y="4195"/>
                    <a:pt x="995" y="4314"/>
                    <a:pt x="1475" y="4379"/>
                  </a:cubicBezTo>
                  <a:cubicBezTo>
                    <a:pt x="1498" y="4382"/>
                    <a:pt x="1521" y="4384"/>
                    <a:pt x="1544" y="4384"/>
                  </a:cubicBezTo>
                  <a:cubicBezTo>
                    <a:pt x="1717" y="4384"/>
                    <a:pt x="1879" y="4297"/>
                    <a:pt x="1975" y="4152"/>
                  </a:cubicBezTo>
                  <a:cubicBezTo>
                    <a:pt x="2070" y="4297"/>
                    <a:pt x="2231" y="4384"/>
                    <a:pt x="2404" y="4384"/>
                  </a:cubicBezTo>
                  <a:cubicBezTo>
                    <a:pt x="2427" y="4384"/>
                    <a:pt x="2450" y="4382"/>
                    <a:pt x="2473" y="4379"/>
                  </a:cubicBezTo>
                  <a:cubicBezTo>
                    <a:pt x="2953" y="4314"/>
                    <a:pt x="3520" y="4195"/>
                    <a:pt x="3774" y="3858"/>
                  </a:cubicBezTo>
                  <a:cubicBezTo>
                    <a:pt x="3774" y="3858"/>
                    <a:pt x="3775" y="3857"/>
                    <a:pt x="3775" y="3857"/>
                  </a:cubicBezTo>
                  <a:cubicBezTo>
                    <a:pt x="3874" y="3728"/>
                    <a:pt x="3818" y="3723"/>
                    <a:pt x="4176" y="3283"/>
                  </a:cubicBezTo>
                  <a:cubicBezTo>
                    <a:pt x="4341" y="3079"/>
                    <a:pt x="4520" y="2859"/>
                    <a:pt x="4591" y="2606"/>
                  </a:cubicBezTo>
                  <a:cubicBezTo>
                    <a:pt x="4782" y="1934"/>
                    <a:pt x="4601" y="1616"/>
                    <a:pt x="4425" y="1308"/>
                  </a:cubicBezTo>
                  <a:cubicBezTo>
                    <a:pt x="4105" y="747"/>
                    <a:pt x="4242" y="684"/>
                    <a:pt x="4172" y="347"/>
                  </a:cubicBezTo>
                  <a:cubicBezTo>
                    <a:pt x="4172" y="346"/>
                    <a:pt x="4172" y="345"/>
                    <a:pt x="4172" y="344"/>
                  </a:cubicBezTo>
                  <a:cubicBezTo>
                    <a:pt x="4148" y="231"/>
                    <a:pt x="4108" y="130"/>
                    <a:pt x="4051" y="39"/>
                  </a:cubicBezTo>
                  <a:cubicBezTo>
                    <a:pt x="4035" y="14"/>
                    <a:pt x="4009" y="0"/>
                    <a:pt x="39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36"/>
            <p:cNvSpPr/>
            <p:nvPr/>
          </p:nvSpPr>
          <p:spPr>
            <a:xfrm>
              <a:off x="5586012" y="3555225"/>
              <a:ext cx="320363" cy="341169"/>
            </a:xfrm>
            <a:custGeom>
              <a:avLst/>
              <a:gdLst/>
              <a:ahLst/>
              <a:cxnLst/>
              <a:rect l="l" t="t" r="r" b="b"/>
              <a:pathLst>
                <a:path w="1432" h="1525" extrusionOk="0">
                  <a:moveTo>
                    <a:pt x="948" y="1"/>
                  </a:moveTo>
                  <a:cubicBezTo>
                    <a:pt x="928" y="1"/>
                    <a:pt x="908" y="8"/>
                    <a:pt x="892" y="23"/>
                  </a:cubicBezTo>
                  <a:cubicBezTo>
                    <a:pt x="860" y="54"/>
                    <a:pt x="859" y="107"/>
                    <a:pt x="890" y="139"/>
                  </a:cubicBezTo>
                  <a:cubicBezTo>
                    <a:pt x="962" y="215"/>
                    <a:pt x="1159" y="435"/>
                    <a:pt x="1204" y="550"/>
                  </a:cubicBezTo>
                  <a:cubicBezTo>
                    <a:pt x="1254" y="676"/>
                    <a:pt x="1210" y="1017"/>
                    <a:pt x="946" y="1253"/>
                  </a:cubicBezTo>
                  <a:cubicBezTo>
                    <a:pt x="856" y="1332"/>
                    <a:pt x="718" y="1361"/>
                    <a:pt x="573" y="1361"/>
                  </a:cubicBezTo>
                  <a:cubicBezTo>
                    <a:pt x="412" y="1361"/>
                    <a:pt x="242" y="1326"/>
                    <a:pt x="120" y="1283"/>
                  </a:cubicBezTo>
                  <a:cubicBezTo>
                    <a:pt x="112" y="1280"/>
                    <a:pt x="103" y="1279"/>
                    <a:pt x="94" y="1279"/>
                  </a:cubicBezTo>
                  <a:cubicBezTo>
                    <a:pt x="60" y="1279"/>
                    <a:pt x="28" y="1300"/>
                    <a:pt x="16" y="1335"/>
                  </a:cubicBezTo>
                  <a:cubicBezTo>
                    <a:pt x="1" y="1378"/>
                    <a:pt x="24" y="1424"/>
                    <a:pt x="67" y="1438"/>
                  </a:cubicBezTo>
                  <a:cubicBezTo>
                    <a:pt x="210" y="1488"/>
                    <a:pt x="391" y="1525"/>
                    <a:pt x="567" y="1525"/>
                  </a:cubicBezTo>
                  <a:cubicBezTo>
                    <a:pt x="752" y="1525"/>
                    <a:pt x="931" y="1484"/>
                    <a:pt x="1055" y="1375"/>
                  </a:cubicBezTo>
                  <a:cubicBezTo>
                    <a:pt x="1370" y="1096"/>
                    <a:pt x="1432" y="681"/>
                    <a:pt x="1356" y="489"/>
                  </a:cubicBezTo>
                  <a:cubicBezTo>
                    <a:pt x="1290" y="325"/>
                    <a:pt x="1037" y="57"/>
                    <a:pt x="1009" y="26"/>
                  </a:cubicBezTo>
                  <a:cubicBezTo>
                    <a:pt x="992" y="9"/>
                    <a:pt x="970" y="1"/>
                    <a:pt x="9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36"/>
            <p:cNvSpPr/>
            <p:nvPr/>
          </p:nvSpPr>
          <p:spPr>
            <a:xfrm>
              <a:off x="6256700" y="3555225"/>
              <a:ext cx="320363" cy="341393"/>
            </a:xfrm>
            <a:custGeom>
              <a:avLst/>
              <a:gdLst/>
              <a:ahLst/>
              <a:cxnLst/>
              <a:rect l="l" t="t" r="r" b="b"/>
              <a:pathLst>
                <a:path w="1432" h="1526" extrusionOk="0">
                  <a:moveTo>
                    <a:pt x="484" y="1"/>
                  </a:moveTo>
                  <a:cubicBezTo>
                    <a:pt x="462" y="1"/>
                    <a:pt x="440" y="9"/>
                    <a:pt x="423" y="26"/>
                  </a:cubicBezTo>
                  <a:cubicBezTo>
                    <a:pt x="395" y="55"/>
                    <a:pt x="142" y="325"/>
                    <a:pt x="76" y="489"/>
                  </a:cubicBezTo>
                  <a:cubicBezTo>
                    <a:pt x="0" y="681"/>
                    <a:pt x="63" y="1096"/>
                    <a:pt x="378" y="1375"/>
                  </a:cubicBezTo>
                  <a:cubicBezTo>
                    <a:pt x="507" y="1490"/>
                    <a:pt x="685" y="1525"/>
                    <a:pt x="855" y="1525"/>
                  </a:cubicBezTo>
                  <a:cubicBezTo>
                    <a:pt x="1113" y="1525"/>
                    <a:pt x="1349" y="1445"/>
                    <a:pt x="1366" y="1438"/>
                  </a:cubicBezTo>
                  <a:cubicBezTo>
                    <a:pt x="1408" y="1424"/>
                    <a:pt x="1431" y="1376"/>
                    <a:pt x="1416" y="1335"/>
                  </a:cubicBezTo>
                  <a:cubicBezTo>
                    <a:pt x="1405" y="1300"/>
                    <a:pt x="1373" y="1279"/>
                    <a:pt x="1338" y="1279"/>
                  </a:cubicBezTo>
                  <a:cubicBezTo>
                    <a:pt x="1329" y="1279"/>
                    <a:pt x="1320" y="1280"/>
                    <a:pt x="1312" y="1283"/>
                  </a:cubicBezTo>
                  <a:cubicBezTo>
                    <a:pt x="1222" y="1315"/>
                    <a:pt x="1038" y="1360"/>
                    <a:pt x="856" y="1360"/>
                  </a:cubicBezTo>
                  <a:cubicBezTo>
                    <a:pt x="717" y="1360"/>
                    <a:pt x="579" y="1333"/>
                    <a:pt x="487" y="1252"/>
                  </a:cubicBezTo>
                  <a:cubicBezTo>
                    <a:pt x="222" y="1017"/>
                    <a:pt x="179" y="676"/>
                    <a:pt x="228" y="550"/>
                  </a:cubicBezTo>
                  <a:cubicBezTo>
                    <a:pt x="275" y="436"/>
                    <a:pt x="470" y="215"/>
                    <a:pt x="543" y="139"/>
                  </a:cubicBezTo>
                  <a:cubicBezTo>
                    <a:pt x="574" y="107"/>
                    <a:pt x="573" y="54"/>
                    <a:pt x="540" y="23"/>
                  </a:cubicBezTo>
                  <a:cubicBezTo>
                    <a:pt x="524" y="8"/>
                    <a:pt x="504" y="1"/>
                    <a:pt x="4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8" name="Google Shape;778;p36"/>
          <p:cNvGrpSpPr/>
          <p:nvPr/>
        </p:nvGrpSpPr>
        <p:grpSpPr>
          <a:xfrm rot="785140">
            <a:off x="7328782" y="3002895"/>
            <a:ext cx="1045391" cy="1616397"/>
            <a:chOff x="7227577" y="2686387"/>
            <a:chExt cx="1045426" cy="1616451"/>
          </a:xfrm>
        </p:grpSpPr>
        <p:sp>
          <p:nvSpPr>
            <p:cNvPr id="779" name="Google Shape;779;p36"/>
            <p:cNvSpPr/>
            <p:nvPr/>
          </p:nvSpPr>
          <p:spPr>
            <a:xfrm>
              <a:off x="7227577" y="2686387"/>
              <a:ext cx="1045426" cy="1616451"/>
            </a:xfrm>
            <a:custGeom>
              <a:avLst/>
              <a:gdLst/>
              <a:ahLst/>
              <a:cxnLst/>
              <a:rect l="l" t="t" r="r" b="b"/>
              <a:pathLst>
                <a:path w="8380" h="12957" extrusionOk="0">
                  <a:moveTo>
                    <a:pt x="5815" y="1"/>
                  </a:moveTo>
                  <a:cubicBezTo>
                    <a:pt x="5724" y="1"/>
                    <a:pt x="5645" y="66"/>
                    <a:pt x="5629" y="158"/>
                  </a:cubicBezTo>
                  <a:lnTo>
                    <a:pt x="5554" y="600"/>
                  </a:lnTo>
                  <a:lnTo>
                    <a:pt x="5391" y="763"/>
                  </a:lnTo>
                  <a:lnTo>
                    <a:pt x="5290" y="496"/>
                  </a:lnTo>
                  <a:cubicBezTo>
                    <a:pt x="5261" y="420"/>
                    <a:pt x="5189" y="374"/>
                    <a:pt x="5112" y="374"/>
                  </a:cubicBezTo>
                  <a:cubicBezTo>
                    <a:pt x="5090" y="374"/>
                    <a:pt x="5067" y="378"/>
                    <a:pt x="5045" y="386"/>
                  </a:cubicBezTo>
                  <a:cubicBezTo>
                    <a:pt x="4947" y="424"/>
                    <a:pt x="4898" y="532"/>
                    <a:pt x="4934" y="631"/>
                  </a:cubicBezTo>
                  <a:lnTo>
                    <a:pt x="5109" y="1092"/>
                  </a:lnTo>
                  <a:lnTo>
                    <a:pt x="4877" y="1539"/>
                  </a:lnTo>
                  <a:lnTo>
                    <a:pt x="4352" y="1680"/>
                  </a:lnTo>
                  <a:cubicBezTo>
                    <a:pt x="4251" y="1707"/>
                    <a:pt x="4191" y="1812"/>
                    <a:pt x="4218" y="1912"/>
                  </a:cubicBezTo>
                  <a:lnTo>
                    <a:pt x="3786" y="2028"/>
                  </a:lnTo>
                  <a:cubicBezTo>
                    <a:pt x="3763" y="1943"/>
                    <a:pt x="3686" y="1888"/>
                    <a:pt x="3603" y="1888"/>
                  </a:cubicBezTo>
                  <a:cubicBezTo>
                    <a:pt x="3587" y="1888"/>
                    <a:pt x="3570" y="1890"/>
                    <a:pt x="3554" y="1894"/>
                  </a:cubicBezTo>
                  <a:lnTo>
                    <a:pt x="3116" y="2012"/>
                  </a:lnTo>
                  <a:lnTo>
                    <a:pt x="2568" y="1463"/>
                  </a:lnTo>
                  <a:lnTo>
                    <a:pt x="2702" y="1226"/>
                  </a:lnTo>
                  <a:cubicBezTo>
                    <a:pt x="2719" y="1198"/>
                    <a:pt x="2727" y="1165"/>
                    <a:pt x="2727" y="1133"/>
                  </a:cubicBezTo>
                  <a:lnTo>
                    <a:pt x="2727" y="725"/>
                  </a:lnTo>
                  <a:cubicBezTo>
                    <a:pt x="2727" y="620"/>
                    <a:pt x="2642" y="536"/>
                    <a:pt x="2538" y="536"/>
                  </a:cubicBezTo>
                  <a:cubicBezTo>
                    <a:pt x="2432" y="536"/>
                    <a:pt x="2347" y="620"/>
                    <a:pt x="2347" y="725"/>
                  </a:cubicBezTo>
                  <a:lnTo>
                    <a:pt x="2347" y="1082"/>
                  </a:lnTo>
                  <a:lnTo>
                    <a:pt x="2238" y="1275"/>
                  </a:lnTo>
                  <a:lnTo>
                    <a:pt x="1829" y="1170"/>
                  </a:lnTo>
                  <a:cubicBezTo>
                    <a:pt x="1814" y="1166"/>
                    <a:pt x="1798" y="1164"/>
                    <a:pt x="1782" y="1164"/>
                  </a:cubicBezTo>
                  <a:cubicBezTo>
                    <a:pt x="1697" y="1164"/>
                    <a:pt x="1620" y="1222"/>
                    <a:pt x="1599" y="1308"/>
                  </a:cubicBezTo>
                  <a:cubicBezTo>
                    <a:pt x="1573" y="1409"/>
                    <a:pt x="1633" y="1513"/>
                    <a:pt x="1735" y="1538"/>
                  </a:cubicBezTo>
                  <a:lnTo>
                    <a:pt x="2234" y="1666"/>
                  </a:lnTo>
                  <a:lnTo>
                    <a:pt x="2848" y="2280"/>
                  </a:lnTo>
                  <a:lnTo>
                    <a:pt x="2387" y="4001"/>
                  </a:lnTo>
                  <a:lnTo>
                    <a:pt x="1662" y="4106"/>
                  </a:lnTo>
                  <a:lnTo>
                    <a:pt x="1498" y="3844"/>
                  </a:lnTo>
                  <a:cubicBezTo>
                    <a:pt x="1464" y="3789"/>
                    <a:pt x="1403" y="3755"/>
                    <a:pt x="1338" y="3755"/>
                  </a:cubicBezTo>
                  <a:cubicBezTo>
                    <a:pt x="1332" y="3755"/>
                    <a:pt x="1325" y="3755"/>
                    <a:pt x="1319" y="3756"/>
                  </a:cubicBezTo>
                  <a:lnTo>
                    <a:pt x="885" y="3798"/>
                  </a:lnTo>
                  <a:cubicBezTo>
                    <a:pt x="781" y="3808"/>
                    <a:pt x="704" y="3902"/>
                    <a:pt x="715" y="4005"/>
                  </a:cubicBezTo>
                  <a:cubicBezTo>
                    <a:pt x="725" y="4104"/>
                    <a:pt x="806" y="4177"/>
                    <a:pt x="903" y="4177"/>
                  </a:cubicBezTo>
                  <a:cubicBezTo>
                    <a:pt x="909" y="4177"/>
                    <a:pt x="916" y="4177"/>
                    <a:pt x="922" y="4176"/>
                  </a:cubicBezTo>
                  <a:lnTo>
                    <a:pt x="1238" y="4145"/>
                  </a:lnTo>
                  <a:lnTo>
                    <a:pt x="1325" y="4283"/>
                  </a:lnTo>
                  <a:lnTo>
                    <a:pt x="1101" y="4507"/>
                  </a:lnTo>
                  <a:cubicBezTo>
                    <a:pt x="1027" y="4581"/>
                    <a:pt x="1027" y="4702"/>
                    <a:pt x="1101" y="4775"/>
                  </a:cubicBezTo>
                  <a:cubicBezTo>
                    <a:pt x="1138" y="4813"/>
                    <a:pt x="1187" y="4832"/>
                    <a:pt x="1235" y="4832"/>
                  </a:cubicBezTo>
                  <a:cubicBezTo>
                    <a:pt x="1284" y="4832"/>
                    <a:pt x="1333" y="4813"/>
                    <a:pt x="1369" y="4775"/>
                  </a:cubicBezTo>
                  <a:lnTo>
                    <a:pt x="1655" y="4489"/>
                  </a:lnTo>
                  <a:lnTo>
                    <a:pt x="2470" y="4373"/>
                  </a:lnTo>
                  <a:lnTo>
                    <a:pt x="3745" y="5648"/>
                  </a:lnTo>
                  <a:lnTo>
                    <a:pt x="3387" y="6709"/>
                  </a:lnTo>
                  <a:lnTo>
                    <a:pt x="2787" y="6944"/>
                  </a:lnTo>
                  <a:cubicBezTo>
                    <a:pt x="2688" y="6983"/>
                    <a:pt x="2641" y="7093"/>
                    <a:pt x="2679" y="7190"/>
                  </a:cubicBezTo>
                  <a:cubicBezTo>
                    <a:pt x="2708" y="7264"/>
                    <a:pt x="2779" y="7310"/>
                    <a:pt x="2856" y="7310"/>
                  </a:cubicBezTo>
                  <a:cubicBezTo>
                    <a:pt x="2879" y="7310"/>
                    <a:pt x="2902" y="7306"/>
                    <a:pt x="2925" y="7298"/>
                  </a:cubicBezTo>
                  <a:lnTo>
                    <a:pt x="3414" y="7106"/>
                  </a:lnTo>
                  <a:lnTo>
                    <a:pt x="3531" y="7502"/>
                  </a:lnTo>
                  <a:cubicBezTo>
                    <a:pt x="3555" y="7585"/>
                    <a:pt x="3630" y="7639"/>
                    <a:pt x="3713" y="7639"/>
                  </a:cubicBezTo>
                  <a:cubicBezTo>
                    <a:pt x="3730" y="7639"/>
                    <a:pt x="3749" y="7636"/>
                    <a:pt x="3765" y="7631"/>
                  </a:cubicBezTo>
                  <a:cubicBezTo>
                    <a:pt x="3866" y="7602"/>
                    <a:pt x="3925" y="7497"/>
                    <a:pt x="3895" y="7396"/>
                  </a:cubicBezTo>
                  <a:lnTo>
                    <a:pt x="3737" y="6858"/>
                  </a:lnTo>
                  <a:lnTo>
                    <a:pt x="4110" y="5755"/>
                  </a:lnTo>
                  <a:lnTo>
                    <a:pt x="5424" y="5403"/>
                  </a:lnTo>
                  <a:cubicBezTo>
                    <a:pt x="5445" y="5550"/>
                    <a:pt x="5512" y="5693"/>
                    <a:pt x="5625" y="5807"/>
                  </a:cubicBezTo>
                  <a:lnTo>
                    <a:pt x="6217" y="6399"/>
                  </a:lnTo>
                  <a:cubicBezTo>
                    <a:pt x="6308" y="6489"/>
                    <a:pt x="6418" y="6552"/>
                    <a:pt x="6537" y="6583"/>
                  </a:cubicBezTo>
                  <a:cubicBezTo>
                    <a:pt x="6519" y="6711"/>
                    <a:pt x="6536" y="6845"/>
                    <a:pt x="6593" y="6972"/>
                  </a:cubicBezTo>
                  <a:lnTo>
                    <a:pt x="6935" y="7736"/>
                  </a:lnTo>
                  <a:cubicBezTo>
                    <a:pt x="6972" y="7819"/>
                    <a:pt x="7025" y="7893"/>
                    <a:pt x="7090" y="7956"/>
                  </a:cubicBezTo>
                  <a:cubicBezTo>
                    <a:pt x="7018" y="8045"/>
                    <a:pt x="6966" y="8154"/>
                    <a:pt x="6944" y="8274"/>
                  </a:cubicBezTo>
                  <a:lnTo>
                    <a:pt x="6792" y="9097"/>
                  </a:lnTo>
                  <a:cubicBezTo>
                    <a:pt x="6776" y="9182"/>
                    <a:pt x="6776" y="9268"/>
                    <a:pt x="6792" y="9351"/>
                  </a:cubicBezTo>
                  <a:cubicBezTo>
                    <a:pt x="6712" y="9380"/>
                    <a:pt x="6639" y="9423"/>
                    <a:pt x="6573" y="9479"/>
                  </a:cubicBezTo>
                  <a:lnTo>
                    <a:pt x="5935" y="10022"/>
                  </a:lnTo>
                  <a:cubicBezTo>
                    <a:pt x="5790" y="10144"/>
                    <a:pt x="5702" y="10317"/>
                    <a:pt x="5687" y="10507"/>
                  </a:cubicBezTo>
                  <a:cubicBezTo>
                    <a:pt x="5680" y="10585"/>
                    <a:pt x="5687" y="10662"/>
                    <a:pt x="5705" y="10736"/>
                  </a:cubicBezTo>
                  <a:cubicBezTo>
                    <a:pt x="4957" y="10730"/>
                    <a:pt x="4282" y="10266"/>
                    <a:pt x="4013" y="9563"/>
                  </a:cubicBezTo>
                  <a:cubicBezTo>
                    <a:pt x="4150" y="9467"/>
                    <a:pt x="4241" y="9308"/>
                    <a:pt x="4241" y="9129"/>
                  </a:cubicBezTo>
                  <a:cubicBezTo>
                    <a:pt x="4241" y="8837"/>
                    <a:pt x="4004" y="8600"/>
                    <a:pt x="3713" y="8600"/>
                  </a:cubicBezTo>
                  <a:cubicBezTo>
                    <a:pt x="3421" y="8600"/>
                    <a:pt x="3184" y="8837"/>
                    <a:pt x="3184" y="9129"/>
                  </a:cubicBezTo>
                  <a:cubicBezTo>
                    <a:pt x="3184" y="9395"/>
                    <a:pt x="3383" y="9616"/>
                    <a:pt x="3640" y="9652"/>
                  </a:cubicBezTo>
                  <a:cubicBezTo>
                    <a:pt x="3923" y="10445"/>
                    <a:pt x="4632" y="10997"/>
                    <a:pt x="5448" y="11099"/>
                  </a:cubicBezTo>
                  <a:cubicBezTo>
                    <a:pt x="5092" y="11319"/>
                    <a:pt x="4682" y="11436"/>
                    <a:pt x="4253" y="11436"/>
                  </a:cubicBezTo>
                  <a:lnTo>
                    <a:pt x="3809" y="11436"/>
                  </a:lnTo>
                  <a:lnTo>
                    <a:pt x="3658" y="11226"/>
                  </a:lnTo>
                  <a:cubicBezTo>
                    <a:pt x="3216" y="10614"/>
                    <a:pt x="2502" y="10248"/>
                    <a:pt x="1747" y="10248"/>
                  </a:cubicBezTo>
                  <a:lnTo>
                    <a:pt x="1022" y="10248"/>
                  </a:lnTo>
                  <a:cubicBezTo>
                    <a:pt x="945" y="10050"/>
                    <a:pt x="753" y="9910"/>
                    <a:pt x="528" y="9910"/>
                  </a:cubicBezTo>
                  <a:cubicBezTo>
                    <a:pt x="237" y="9910"/>
                    <a:pt x="0" y="10146"/>
                    <a:pt x="0" y="10438"/>
                  </a:cubicBezTo>
                  <a:cubicBezTo>
                    <a:pt x="0" y="10730"/>
                    <a:pt x="237" y="10967"/>
                    <a:pt x="528" y="10967"/>
                  </a:cubicBezTo>
                  <a:cubicBezTo>
                    <a:pt x="753" y="10967"/>
                    <a:pt x="945" y="10825"/>
                    <a:pt x="1022" y="10628"/>
                  </a:cubicBezTo>
                  <a:lnTo>
                    <a:pt x="1747" y="10628"/>
                  </a:lnTo>
                  <a:cubicBezTo>
                    <a:pt x="2375" y="10628"/>
                    <a:pt x="2970" y="10930"/>
                    <a:pt x="3341" y="11436"/>
                  </a:cubicBezTo>
                  <a:lnTo>
                    <a:pt x="1682" y="11436"/>
                  </a:lnTo>
                  <a:cubicBezTo>
                    <a:pt x="1605" y="11238"/>
                    <a:pt x="1413" y="11098"/>
                    <a:pt x="1189" y="11098"/>
                  </a:cubicBezTo>
                  <a:cubicBezTo>
                    <a:pt x="898" y="11098"/>
                    <a:pt x="661" y="11334"/>
                    <a:pt x="661" y="11627"/>
                  </a:cubicBezTo>
                  <a:cubicBezTo>
                    <a:pt x="661" y="11918"/>
                    <a:pt x="898" y="12155"/>
                    <a:pt x="1189" y="12155"/>
                  </a:cubicBezTo>
                  <a:cubicBezTo>
                    <a:pt x="1413" y="12155"/>
                    <a:pt x="1605" y="12013"/>
                    <a:pt x="1682" y="11816"/>
                  </a:cubicBezTo>
                  <a:lnTo>
                    <a:pt x="4253" y="11816"/>
                  </a:lnTo>
                  <a:cubicBezTo>
                    <a:pt x="4759" y="11816"/>
                    <a:pt x="5243" y="11676"/>
                    <a:pt x="5662" y="11413"/>
                  </a:cubicBezTo>
                  <a:lnTo>
                    <a:pt x="5662" y="11413"/>
                  </a:lnTo>
                  <a:cubicBezTo>
                    <a:pt x="5339" y="11967"/>
                    <a:pt x="4742" y="12320"/>
                    <a:pt x="4084" y="12320"/>
                  </a:cubicBezTo>
                  <a:cubicBezTo>
                    <a:pt x="4075" y="12320"/>
                    <a:pt x="4065" y="12320"/>
                    <a:pt x="4055" y="12320"/>
                  </a:cubicBezTo>
                  <a:cubicBezTo>
                    <a:pt x="4005" y="12080"/>
                    <a:pt x="3793" y="11900"/>
                    <a:pt x="3539" y="11900"/>
                  </a:cubicBezTo>
                  <a:cubicBezTo>
                    <a:pt x="3247" y="11900"/>
                    <a:pt x="3010" y="12138"/>
                    <a:pt x="3010" y="12429"/>
                  </a:cubicBezTo>
                  <a:cubicBezTo>
                    <a:pt x="3010" y="12720"/>
                    <a:pt x="3247" y="12957"/>
                    <a:pt x="3539" y="12957"/>
                  </a:cubicBezTo>
                  <a:cubicBezTo>
                    <a:pt x="3732" y="12957"/>
                    <a:pt x="3900" y="12853"/>
                    <a:pt x="3993" y="12698"/>
                  </a:cubicBezTo>
                  <a:cubicBezTo>
                    <a:pt x="4023" y="12699"/>
                    <a:pt x="4053" y="12700"/>
                    <a:pt x="4084" y="12700"/>
                  </a:cubicBezTo>
                  <a:cubicBezTo>
                    <a:pt x="5015" y="12700"/>
                    <a:pt x="5847" y="12114"/>
                    <a:pt x="6161" y="11237"/>
                  </a:cubicBezTo>
                  <a:cubicBezTo>
                    <a:pt x="6219" y="11257"/>
                    <a:pt x="6278" y="11269"/>
                    <a:pt x="6340" y="11275"/>
                  </a:cubicBezTo>
                  <a:cubicBezTo>
                    <a:pt x="6359" y="11277"/>
                    <a:pt x="6379" y="11277"/>
                    <a:pt x="6398" y="11277"/>
                  </a:cubicBezTo>
                  <a:cubicBezTo>
                    <a:pt x="6568" y="11277"/>
                    <a:pt x="6729" y="11218"/>
                    <a:pt x="6859" y="11107"/>
                  </a:cubicBezTo>
                  <a:lnTo>
                    <a:pt x="6982" y="11002"/>
                  </a:lnTo>
                  <a:cubicBezTo>
                    <a:pt x="7062" y="10934"/>
                    <a:pt x="7072" y="10815"/>
                    <a:pt x="7003" y="10735"/>
                  </a:cubicBezTo>
                  <a:lnTo>
                    <a:pt x="7349" y="10441"/>
                  </a:lnTo>
                  <a:cubicBezTo>
                    <a:pt x="7357" y="10448"/>
                    <a:pt x="7367" y="10455"/>
                    <a:pt x="7376" y="10462"/>
                  </a:cubicBezTo>
                  <a:cubicBezTo>
                    <a:pt x="7408" y="10481"/>
                    <a:pt x="7442" y="10490"/>
                    <a:pt x="7477" y="10490"/>
                  </a:cubicBezTo>
                  <a:cubicBezTo>
                    <a:pt x="7540" y="10490"/>
                    <a:pt x="7602" y="10459"/>
                    <a:pt x="7638" y="10402"/>
                  </a:cubicBezTo>
                  <a:cubicBezTo>
                    <a:pt x="7736" y="10247"/>
                    <a:pt x="7767" y="10067"/>
                    <a:pt x="7737" y="9896"/>
                  </a:cubicBezTo>
                  <a:cubicBezTo>
                    <a:pt x="7969" y="9812"/>
                    <a:pt x="8147" y="9610"/>
                    <a:pt x="8195" y="9356"/>
                  </a:cubicBezTo>
                  <a:lnTo>
                    <a:pt x="8346" y="8533"/>
                  </a:lnTo>
                  <a:cubicBezTo>
                    <a:pt x="8380" y="8345"/>
                    <a:pt x="8340" y="8157"/>
                    <a:pt x="8231" y="8000"/>
                  </a:cubicBezTo>
                  <a:cubicBezTo>
                    <a:pt x="8204" y="7960"/>
                    <a:pt x="8174" y="7923"/>
                    <a:pt x="8140" y="7891"/>
                  </a:cubicBezTo>
                  <a:cubicBezTo>
                    <a:pt x="8305" y="7687"/>
                    <a:pt x="8346" y="7401"/>
                    <a:pt x="8235" y="7152"/>
                  </a:cubicBezTo>
                  <a:lnTo>
                    <a:pt x="7894" y="6389"/>
                  </a:lnTo>
                  <a:cubicBezTo>
                    <a:pt x="7803" y="6185"/>
                    <a:pt x="7627" y="6046"/>
                    <a:pt x="7427" y="5992"/>
                  </a:cubicBezTo>
                  <a:cubicBezTo>
                    <a:pt x="7456" y="5775"/>
                    <a:pt x="7385" y="5552"/>
                    <a:pt x="7224" y="5390"/>
                  </a:cubicBezTo>
                  <a:lnTo>
                    <a:pt x="6633" y="4799"/>
                  </a:lnTo>
                  <a:cubicBezTo>
                    <a:pt x="6520" y="4687"/>
                    <a:pt x="6381" y="4620"/>
                    <a:pt x="6236" y="4598"/>
                  </a:cubicBezTo>
                  <a:lnTo>
                    <a:pt x="6589" y="3280"/>
                  </a:lnTo>
                  <a:lnTo>
                    <a:pt x="7016" y="3159"/>
                  </a:lnTo>
                  <a:lnTo>
                    <a:pt x="7646" y="3700"/>
                  </a:lnTo>
                  <a:cubicBezTo>
                    <a:pt x="7681" y="3731"/>
                    <a:pt x="7725" y="3747"/>
                    <a:pt x="7769" y="3747"/>
                  </a:cubicBezTo>
                  <a:cubicBezTo>
                    <a:pt x="7823" y="3747"/>
                    <a:pt x="7876" y="3723"/>
                    <a:pt x="7914" y="3681"/>
                  </a:cubicBezTo>
                  <a:cubicBezTo>
                    <a:pt x="7982" y="3601"/>
                    <a:pt x="7972" y="3481"/>
                    <a:pt x="7894" y="3412"/>
                  </a:cubicBezTo>
                  <a:lnTo>
                    <a:pt x="7328" y="2926"/>
                  </a:lnTo>
                  <a:lnTo>
                    <a:pt x="7547" y="2663"/>
                  </a:lnTo>
                  <a:lnTo>
                    <a:pt x="7970" y="2786"/>
                  </a:lnTo>
                  <a:cubicBezTo>
                    <a:pt x="7988" y="2791"/>
                    <a:pt x="8006" y="2794"/>
                    <a:pt x="8024" y="2794"/>
                  </a:cubicBezTo>
                  <a:cubicBezTo>
                    <a:pt x="8106" y="2794"/>
                    <a:pt x="8182" y="2740"/>
                    <a:pt x="8206" y="2657"/>
                  </a:cubicBezTo>
                  <a:cubicBezTo>
                    <a:pt x="8235" y="2556"/>
                    <a:pt x="8178" y="2452"/>
                    <a:pt x="8077" y="2422"/>
                  </a:cubicBezTo>
                  <a:lnTo>
                    <a:pt x="7535" y="2264"/>
                  </a:lnTo>
                  <a:cubicBezTo>
                    <a:pt x="7516" y="2259"/>
                    <a:pt x="7498" y="2256"/>
                    <a:pt x="7480" y="2256"/>
                  </a:cubicBezTo>
                  <a:cubicBezTo>
                    <a:pt x="7425" y="2256"/>
                    <a:pt x="7372" y="2281"/>
                    <a:pt x="7335" y="2325"/>
                  </a:cubicBezTo>
                  <a:lnTo>
                    <a:pt x="6954" y="2782"/>
                  </a:lnTo>
                  <a:lnTo>
                    <a:pt x="6489" y="2914"/>
                  </a:lnTo>
                  <a:lnTo>
                    <a:pt x="6168" y="2594"/>
                  </a:lnTo>
                  <a:cubicBezTo>
                    <a:pt x="6131" y="2557"/>
                    <a:pt x="6083" y="2538"/>
                    <a:pt x="6034" y="2538"/>
                  </a:cubicBezTo>
                  <a:cubicBezTo>
                    <a:pt x="5985" y="2538"/>
                    <a:pt x="5937" y="2557"/>
                    <a:pt x="5900" y="2594"/>
                  </a:cubicBezTo>
                  <a:lnTo>
                    <a:pt x="5584" y="2278"/>
                  </a:lnTo>
                  <a:cubicBezTo>
                    <a:pt x="5658" y="2203"/>
                    <a:pt x="5658" y="2084"/>
                    <a:pt x="5584" y="2010"/>
                  </a:cubicBezTo>
                  <a:lnTo>
                    <a:pt x="5239" y="1665"/>
                  </a:lnTo>
                  <a:lnTo>
                    <a:pt x="5472" y="1218"/>
                  </a:lnTo>
                  <a:lnTo>
                    <a:pt x="5865" y="825"/>
                  </a:lnTo>
                  <a:cubicBezTo>
                    <a:pt x="5893" y="798"/>
                    <a:pt x="5912" y="762"/>
                    <a:pt x="5918" y="723"/>
                  </a:cubicBezTo>
                  <a:lnTo>
                    <a:pt x="6003" y="222"/>
                  </a:lnTo>
                  <a:cubicBezTo>
                    <a:pt x="6021" y="119"/>
                    <a:pt x="5952" y="21"/>
                    <a:pt x="5848" y="3"/>
                  </a:cubicBezTo>
                  <a:cubicBezTo>
                    <a:pt x="5837" y="2"/>
                    <a:pt x="5826" y="1"/>
                    <a:pt x="5815" y="1"/>
                  </a:cubicBezTo>
                  <a:close/>
                </a:path>
              </a:pathLst>
            </a:custGeom>
            <a:solidFill>
              <a:schemeClr val="accent2"/>
            </a:solidFill>
            <a:ln w="1143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76200" dir="1800000" algn="bl" rotWithShape="0">
                <a:schemeClr val="lt2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36"/>
            <p:cNvSpPr/>
            <p:nvPr/>
          </p:nvSpPr>
          <p:spPr>
            <a:xfrm>
              <a:off x="7543949" y="2898473"/>
              <a:ext cx="486285" cy="486295"/>
            </a:xfrm>
            <a:custGeom>
              <a:avLst/>
              <a:gdLst/>
              <a:ahLst/>
              <a:cxnLst/>
              <a:rect l="l" t="t" r="r" b="b"/>
              <a:pathLst>
                <a:path w="3898" h="3898" extrusionOk="0">
                  <a:moveTo>
                    <a:pt x="2471" y="1"/>
                  </a:moveTo>
                  <a:lnTo>
                    <a:pt x="523" y="523"/>
                  </a:lnTo>
                  <a:lnTo>
                    <a:pt x="0" y="2471"/>
                  </a:lnTo>
                  <a:lnTo>
                    <a:pt x="1427" y="3898"/>
                  </a:lnTo>
                  <a:lnTo>
                    <a:pt x="3375" y="3375"/>
                  </a:lnTo>
                  <a:lnTo>
                    <a:pt x="3898" y="1427"/>
                  </a:lnTo>
                  <a:lnTo>
                    <a:pt x="247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36"/>
            <p:cNvSpPr/>
            <p:nvPr/>
          </p:nvSpPr>
          <p:spPr>
            <a:xfrm>
              <a:off x="7599339" y="2955737"/>
              <a:ext cx="375505" cy="371770"/>
            </a:xfrm>
            <a:custGeom>
              <a:avLst/>
              <a:gdLst/>
              <a:ahLst/>
              <a:cxnLst/>
              <a:rect l="l" t="t" r="r" b="b"/>
              <a:pathLst>
                <a:path w="3010" h="2980" extrusionOk="0">
                  <a:moveTo>
                    <a:pt x="1836" y="0"/>
                  </a:moveTo>
                  <a:cubicBezTo>
                    <a:pt x="1814" y="0"/>
                    <a:pt x="1792" y="3"/>
                    <a:pt x="1771" y="9"/>
                  </a:cubicBezTo>
                  <a:lnTo>
                    <a:pt x="534" y="341"/>
                  </a:lnTo>
                  <a:cubicBezTo>
                    <a:pt x="447" y="364"/>
                    <a:pt x="379" y="432"/>
                    <a:pt x="355" y="520"/>
                  </a:cubicBezTo>
                  <a:lnTo>
                    <a:pt x="24" y="1756"/>
                  </a:lnTo>
                  <a:cubicBezTo>
                    <a:pt x="1" y="1843"/>
                    <a:pt x="26" y="1936"/>
                    <a:pt x="90" y="2000"/>
                  </a:cubicBezTo>
                  <a:lnTo>
                    <a:pt x="995" y="2905"/>
                  </a:lnTo>
                  <a:cubicBezTo>
                    <a:pt x="1043" y="2954"/>
                    <a:pt x="1108" y="2980"/>
                    <a:pt x="1174" y="2980"/>
                  </a:cubicBezTo>
                  <a:cubicBezTo>
                    <a:pt x="1196" y="2980"/>
                    <a:pt x="1218" y="2977"/>
                    <a:pt x="1239" y="2971"/>
                  </a:cubicBezTo>
                  <a:lnTo>
                    <a:pt x="2476" y="2640"/>
                  </a:lnTo>
                  <a:cubicBezTo>
                    <a:pt x="2563" y="2616"/>
                    <a:pt x="2631" y="2548"/>
                    <a:pt x="2654" y="2461"/>
                  </a:cubicBezTo>
                  <a:lnTo>
                    <a:pt x="2986" y="1224"/>
                  </a:lnTo>
                  <a:cubicBezTo>
                    <a:pt x="3009" y="1137"/>
                    <a:pt x="2984" y="1044"/>
                    <a:pt x="2920" y="980"/>
                  </a:cubicBezTo>
                  <a:lnTo>
                    <a:pt x="2015" y="75"/>
                  </a:lnTo>
                  <a:cubicBezTo>
                    <a:pt x="1967" y="27"/>
                    <a:pt x="1902" y="0"/>
                    <a:pt x="18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36"/>
            <p:cNvSpPr/>
            <p:nvPr/>
          </p:nvSpPr>
          <p:spPr>
            <a:xfrm>
              <a:off x="7693153" y="3054669"/>
              <a:ext cx="187877" cy="173908"/>
            </a:xfrm>
            <a:custGeom>
              <a:avLst/>
              <a:gdLst/>
              <a:ahLst/>
              <a:cxnLst/>
              <a:rect l="l" t="t" r="r" b="b"/>
              <a:pathLst>
                <a:path w="1506" h="1394" extrusionOk="0">
                  <a:moveTo>
                    <a:pt x="633" y="1"/>
                  </a:moveTo>
                  <a:cubicBezTo>
                    <a:pt x="485" y="1"/>
                    <a:pt x="338" y="57"/>
                    <a:pt x="225" y="169"/>
                  </a:cubicBezTo>
                  <a:cubicBezTo>
                    <a:pt x="1" y="394"/>
                    <a:pt x="1" y="760"/>
                    <a:pt x="225" y="985"/>
                  </a:cubicBezTo>
                  <a:lnTo>
                    <a:pt x="465" y="1225"/>
                  </a:lnTo>
                  <a:cubicBezTo>
                    <a:pt x="578" y="1338"/>
                    <a:pt x="725" y="1394"/>
                    <a:pt x="873" y="1394"/>
                  </a:cubicBezTo>
                  <a:cubicBezTo>
                    <a:pt x="1021" y="1394"/>
                    <a:pt x="1168" y="1338"/>
                    <a:pt x="1281" y="1225"/>
                  </a:cubicBezTo>
                  <a:cubicBezTo>
                    <a:pt x="1505" y="1000"/>
                    <a:pt x="1505" y="634"/>
                    <a:pt x="1281" y="409"/>
                  </a:cubicBezTo>
                  <a:lnTo>
                    <a:pt x="1041" y="169"/>
                  </a:lnTo>
                  <a:cubicBezTo>
                    <a:pt x="928" y="57"/>
                    <a:pt x="781" y="1"/>
                    <a:pt x="6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36"/>
            <p:cNvSpPr/>
            <p:nvPr/>
          </p:nvSpPr>
          <p:spPr>
            <a:xfrm>
              <a:off x="7920452" y="3282724"/>
              <a:ext cx="217194" cy="204349"/>
            </a:xfrm>
            <a:custGeom>
              <a:avLst/>
              <a:gdLst/>
              <a:ahLst/>
              <a:cxnLst/>
              <a:rect l="l" t="t" r="r" b="b"/>
              <a:pathLst>
                <a:path w="1741" h="1638" extrusionOk="0">
                  <a:moveTo>
                    <a:pt x="575" y="0"/>
                  </a:moveTo>
                  <a:cubicBezTo>
                    <a:pt x="441" y="0"/>
                    <a:pt x="307" y="51"/>
                    <a:pt x="205" y="153"/>
                  </a:cubicBezTo>
                  <a:cubicBezTo>
                    <a:pt x="1" y="358"/>
                    <a:pt x="1" y="689"/>
                    <a:pt x="205" y="893"/>
                  </a:cubicBezTo>
                  <a:lnTo>
                    <a:pt x="797" y="1484"/>
                  </a:lnTo>
                  <a:cubicBezTo>
                    <a:pt x="899" y="1586"/>
                    <a:pt x="1033" y="1637"/>
                    <a:pt x="1167" y="1637"/>
                  </a:cubicBezTo>
                  <a:cubicBezTo>
                    <a:pt x="1300" y="1637"/>
                    <a:pt x="1434" y="1586"/>
                    <a:pt x="1536" y="1484"/>
                  </a:cubicBezTo>
                  <a:cubicBezTo>
                    <a:pt x="1741" y="1281"/>
                    <a:pt x="1741" y="950"/>
                    <a:pt x="1536" y="745"/>
                  </a:cubicBezTo>
                  <a:lnTo>
                    <a:pt x="944" y="153"/>
                  </a:lnTo>
                  <a:cubicBezTo>
                    <a:pt x="842" y="51"/>
                    <a:pt x="708" y="0"/>
                    <a:pt x="5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36"/>
            <p:cNvSpPr/>
            <p:nvPr/>
          </p:nvSpPr>
          <p:spPr>
            <a:xfrm>
              <a:off x="8056806" y="3454514"/>
              <a:ext cx="191370" cy="225807"/>
            </a:xfrm>
            <a:custGeom>
              <a:avLst/>
              <a:gdLst/>
              <a:ahLst/>
              <a:cxnLst/>
              <a:rect l="l" t="t" r="r" b="b"/>
              <a:pathLst>
                <a:path w="1534" h="1810" extrusionOk="0">
                  <a:moveTo>
                    <a:pt x="596" y="0"/>
                  </a:moveTo>
                  <a:cubicBezTo>
                    <a:pt x="524" y="0"/>
                    <a:pt x="452" y="15"/>
                    <a:pt x="383" y="46"/>
                  </a:cubicBezTo>
                  <a:cubicBezTo>
                    <a:pt x="119" y="165"/>
                    <a:pt x="0" y="474"/>
                    <a:pt x="119" y="736"/>
                  </a:cubicBezTo>
                  <a:lnTo>
                    <a:pt x="461" y="1500"/>
                  </a:lnTo>
                  <a:cubicBezTo>
                    <a:pt x="548" y="1695"/>
                    <a:pt x="739" y="1810"/>
                    <a:pt x="939" y="1810"/>
                  </a:cubicBezTo>
                  <a:cubicBezTo>
                    <a:pt x="1010" y="1810"/>
                    <a:pt x="1082" y="1795"/>
                    <a:pt x="1152" y="1764"/>
                  </a:cubicBezTo>
                  <a:cubicBezTo>
                    <a:pt x="1416" y="1646"/>
                    <a:pt x="1534" y="1337"/>
                    <a:pt x="1416" y="1073"/>
                  </a:cubicBezTo>
                  <a:lnTo>
                    <a:pt x="1073" y="309"/>
                  </a:lnTo>
                  <a:cubicBezTo>
                    <a:pt x="986" y="115"/>
                    <a:pt x="795" y="0"/>
                    <a:pt x="5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36"/>
            <p:cNvSpPr/>
            <p:nvPr/>
          </p:nvSpPr>
          <p:spPr>
            <a:xfrm>
              <a:off x="8091487" y="3669470"/>
              <a:ext cx="160556" cy="233292"/>
            </a:xfrm>
            <a:custGeom>
              <a:avLst/>
              <a:gdLst/>
              <a:ahLst/>
              <a:cxnLst/>
              <a:rect l="l" t="t" r="r" b="b"/>
              <a:pathLst>
                <a:path w="1287" h="1870" extrusionOk="0">
                  <a:moveTo>
                    <a:pt x="719" y="1"/>
                  </a:moveTo>
                  <a:cubicBezTo>
                    <a:pt x="472" y="1"/>
                    <a:pt x="252" y="177"/>
                    <a:pt x="205" y="429"/>
                  </a:cubicBezTo>
                  <a:lnTo>
                    <a:pt x="53" y="1251"/>
                  </a:lnTo>
                  <a:cubicBezTo>
                    <a:pt x="1" y="1535"/>
                    <a:pt x="188" y="1808"/>
                    <a:pt x="472" y="1861"/>
                  </a:cubicBezTo>
                  <a:cubicBezTo>
                    <a:pt x="504" y="1867"/>
                    <a:pt x="536" y="1870"/>
                    <a:pt x="568" y="1870"/>
                  </a:cubicBezTo>
                  <a:cubicBezTo>
                    <a:pt x="815" y="1870"/>
                    <a:pt x="1036" y="1694"/>
                    <a:pt x="1082" y="1442"/>
                  </a:cubicBezTo>
                  <a:lnTo>
                    <a:pt x="1234" y="618"/>
                  </a:lnTo>
                  <a:cubicBezTo>
                    <a:pt x="1286" y="335"/>
                    <a:pt x="1099" y="62"/>
                    <a:pt x="815" y="10"/>
                  </a:cubicBezTo>
                  <a:cubicBezTo>
                    <a:pt x="783" y="4"/>
                    <a:pt x="751" y="1"/>
                    <a:pt x="7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36"/>
            <p:cNvSpPr/>
            <p:nvPr/>
          </p:nvSpPr>
          <p:spPr>
            <a:xfrm>
              <a:off x="7952513" y="3871451"/>
              <a:ext cx="225677" cy="198236"/>
            </a:xfrm>
            <a:custGeom>
              <a:avLst/>
              <a:gdLst/>
              <a:ahLst/>
              <a:cxnLst/>
              <a:rect l="l" t="t" r="r" b="b"/>
              <a:pathLst>
                <a:path w="1809" h="1589" extrusionOk="0">
                  <a:moveTo>
                    <a:pt x="1223" y="0"/>
                  </a:moveTo>
                  <a:cubicBezTo>
                    <a:pt x="1103" y="0"/>
                    <a:pt x="983" y="41"/>
                    <a:pt x="884" y="125"/>
                  </a:cubicBezTo>
                  <a:lnTo>
                    <a:pt x="247" y="667"/>
                  </a:lnTo>
                  <a:cubicBezTo>
                    <a:pt x="27" y="855"/>
                    <a:pt x="0" y="1184"/>
                    <a:pt x="188" y="1404"/>
                  </a:cubicBezTo>
                  <a:cubicBezTo>
                    <a:pt x="291" y="1525"/>
                    <a:pt x="438" y="1588"/>
                    <a:pt x="586" y="1588"/>
                  </a:cubicBezTo>
                  <a:cubicBezTo>
                    <a:pt x="706" y="1588"/>
                    <a:pt x="826" y="1547"/>
                    <a:pt x="924" y="1463"/>
                  </a:cubicBezTo>
                  <a:lnTo>
                    <a:pt x="1562" y="922"/>
                  </a:lnTo>
                  <a:cubicBezTo>
                    <a:pt x="1782" y="734"/>
                    <a:pt x="1808" y="404"/>
                    <a:pt x="1621" y="184"/>
                  </a:cubicBezTo>
                  <a:cubicBezTo>
                    <a:pt x="1518" y="63"/>
                    <a:pt x="1371" y="0"/>
                    <a:pt x="12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36"/>
            <p:cNvSpPr/>
            <p:nvPr/>
          </p:nvSpPr>
          <p:spPr>
            <a:xfrm>
              <a:off x="7251155" y="3946305"/>
              <a:ext cx="84707" cy="84584"/>
            </a:xfrm>
            <a:custGeom>
              <a:avLst/>
              <a:gdLst/>
              <a:ahLst/>
              <a:cxnLst/>
              <a:rect l="l" t="t" r="r" b="b"/>
              <a:pathLst>
                <a:path w="679" h="678" extrusionOk="0">
                  <a:moveTo>
                    <a:pt x="339" y="0"/>
                  </a:moveTo>
                  <a:cubicBezTo>
                    <a:pt x="153" y="0"/>
                    <a:pt x="1" y="152"/>
                    <a:pt x="1" y="340"/>
                  </a:cubicBezTo>
                  <a:cubicBezTo>
                    <a:pt x="1" y="526"/>
                    <a:pt x="153" y="678"/>
                    <a:pt x="339" y="678"/>
                  </a:cubicBezTo>
                  <a:cubicBezTo>
                    <a:pt x="527" y="678"/>
                    <a:pt x="679" y="526"/>
                    <a:pt x="679" y="340"/>
                  </a:cubicBezTo>
                  <a:cubicBezTo>
                    <a:pt x="679" y="152"/>
                    <a:pt x="527" y="0"/>
                    <a:pt x="3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36"/>
            <p:cNvSpPr/>
            <p:nvPr/>
          </p:nvSpPr>
          <p:spPr>
            <a:xfrm>
              <a:off x="7333616" y="4094516"/>
              <a:ext cx="84582" cy="84584"/>
            </a:xfrm>
            <a:custGeom>
              <a:avLst/>
              <a:gdLst/>
              <a:ahLst/>
              <a:cxnLst/>
              <a:rect l="l" t="t" r="r" b="b"/>
              <a:pathLst>
                <a:path w="678" h="678" extrusionOk="0">
                  <a:moveTo>
                    <a:pt x="339" y="0"/>
                  </a:moveTo>
                  <a:cubicBezTo>
                    <a:pt x="152" y="0"/>
                    <a:pt x="1" y="152"/>
                    <a:pt x="1" y="340"/>
                  </a:cubicBezTo>
                  <a:cubicBezTo>
                    <a:pt x="1" y="526"/>
                    <a:pt x="152" y="678"/>
                    <a:pt x="339" y="678"/>
                  </a:cubicBezTo>
                  <a:cubicBezTo>
                    <a:pt x="526" y="678"/>
                    <a:pt x="678" y="526"/>
                    <a:pt x="678" y="340"/>
                  </a:cubicBezTo>
                  <a:cubicBezTo>
                    <a:pt x="678" y="152"/>
                    <a:pt x="526" y="0"/>
                    <a:pt x="3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36"/>
            <p:cNvSpPr/>
            <p:nvPr/>
          </p:nvSpPr>
          <p:spPr>
            <a:xfrm>
              <a:off x="7648367" y="3782873"/>
              <a:ext cx="84707" cy="84709"/>
            </a:xfrm>
            <a:custGeom>
              <a:avLst/>
              <a:gdLst/>
              <a:ahLst/>
              <a:cxnLst/>
              <a:rect l="l" t="t" r="r" b="b"/>
              <a:pathLst>
                <a:path w="679" h="679" extrusionOk="0">
                  <a:moveTo>
                    <a:pt x="340" y="1"/>
                  </a:moveTo>
                  <a:cubicBezTo>
                    <a:pt x="152" y="1"/>
                    <a:pt x="0" y="153"/>
                    <a:pt x="0" y="340"/>
                  </a:cubicBezTo>
                  <a:cubicBezTo>
                    <a:pt x="0" y="527"/>
                    <a:pt x="152" y="678"/>
                    <a:pt x="340" y="678"/>
                  </a:cubicBezTo>
                  <a:cubicBezTo>
                    <a:pt x="526" y="678"/>
                    <a:pt x="678" y="527"/>
                    <a:pt x="678" y="340"/>
                  </a:cubicBezTo>
                  <a:cubicBezTo>
                    <a:pt x="678" y="153"/>
                    <a:pt x="526" y="1"/>
                    <a:pt x="3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36"/>
            <p:cNvSpPr/>
            <p:nvPr/>
          </p:nvSpPr>
          <p:spPr>
            <a:xfrm>
              <a:off x="7626660" y="4194571"/>
              <a:ext cx="84707" cy="84709"/>
            </a:xfrm>
            <a:custGeom>
              <a:avLst/>
              <a:gdLst/>
              <a:ahLst/>
              <a:cxnLst/>
              <a:rect l="l" t="t" r="r" b="b"/>
              <a:pathLst>
                <a:path w="679" h="679" extrusionOk="0">
                  <a:moveTo>
                    <a:pt x="339" y="1"/>
                  </a:moveTo>
                  <a:cubicBezTo>
                    <a:pt x="152" y="1"/>
                    <a:pt x="1" y="152"/>
                    <a:pt x="1" y="340"/>
                  </a:cubicBezTo>
                  <a:cubicBezTo>
                    <a:pt x="1" y="526"/>
                    <a:pt x="152" y="678"/>
                    <a:pt x="339" y="678"/>
                  </a:cubicBezTo>
                  <a:cubicBezTo>
                    <a:pt x="526" y="678"/>
                    <a:pt x="678" y="526"/>
                    <a:pt x="678" y="340"/>
                  </a:cubicBezTo>
                  <a:cubicBezTo>
                    <a:pt x="678" y="152"/>
                    <a:pt x="526" y="1"/>
                    <a:pt x="3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36"/>
            <p:cNvSpPr/>
            <p:nvPr/>
          </p:nvSpPr>
          <p:spPr>
            <a:xfrm>
              <a:off x="7750289" y="2686387"/>
              <a:ext cx="228422" cy="291178"/>
            </a:xfrm>
            <a:custGeom>
              <a:avLst/>
              <a:gdLst/>
              <a:ahLst/>
              <a:cxnLst/>
              <a:rect l="l" t="t" r="r" b="b"/>
              <a:pathLst>
                <a:path w="1831" h="2334" extrusionOk="0">
                  <a:moveTo>
                    <a:pt x="1625" y="1"/>
                  </a:moveTo>
                  <a:cubicBezTo>
                    <a:pt x="1534" y="1"/>
                    <a:pt x="1455" y="66"/>
                    <a:pt x="1439" y="158"/>
                  </a:cubicBezTo>
                  <a:lnTo>
                    <a:pt x="1364" y="600"/>
                  </a:lnTo>
                  <a:lnTo>
                    <a:pt x="1200" y="763"/>
                  </a:lnTo>
                  <a:lnTo>
                    <a:pt x="1100" y="496"/>
                  </a:lnTo>
                  <a:cubicBezTo>
                    <a:pt x="1071" y="420"/>
                    <a:pt x="999" y="374"/>
                    <a:pt x="921" y="374"/>
                  </a:cubicBezTo>
                  <a:cubicBezTo>
                    <a:pt x="899" y="374"/>
                    <a:pt x="877" y="378"/>
                    <a:pt x="854" y="386"/>
                  </a:cubicBezTo>
                  <a:cubicBezTo>
                    <a:pt x="757" y="424"/>
                    <a:pt x="708" y="532"/>
                    <a:pt x="744" y="631"/>
                  </a:cubicBezTo>
                  <a:lnTo>
                    <a:pt x="919" y="1092"/>
                  </a:lnTo>
                  <a:lnTo>
                    <a:pt x="687" y="1539"/>
                  </a:lnTo>
                  <a:lnTo>
                    <a:pt x="162" y="1680"/>
                  </a:lnTo>
                  <a:cubicBezTo>
                    <a:pt x="60" y="1707"/>
                    <a:pt x="1" y="1812"/>
                    <a:pt x="28" y="1912"/>
                  </a:cubicBezTo>
                  <a:cubicBezTo>
                    <a:pt x="51" y="1997"/>
                    <a:pt x="127" y="2053"/>
                    <a:pt x="211" y="2053"/>
                  </a:cubicBezTo>
                  <a:cubicBezTo>
                    <a:pt x="227" y="2053"/>
                    <a:pt x="244" y="2051"/>
                    <a:pt x="260" y="2046"/>
                  </a:cubicBezTo>
                  <a:lnTo>
                    <a:pt x="760" y="1912"/>
                  </a:lnTo>
                  <a:lnTo>
                    <a:pt x="1125" y="2278"/>
                  </a:lnTo>
                  <a:cubicBezTo>
                    <a:pt x="1162" y="2314"/>
                    <a:pt x="1211" y="2333"/>
                    <a:pt x="1260" y="2333"/>
                  </a:cubicBezTo>
                  <a:cubicBezTo>
                    <a:pt x="1308" y="2333"/>
                    <a:pt x="1356" y="2314"/>
                    <a:pt x="1394" y="2278"/>
                  </a:cubicBezTo>
                  <a:cubicBezTo>
                    <a:pt x="1467" y="2203"/>
                    <a:pt x="1467" y="2084"/>
                    <a:pt x="1394" y="2010"/>
                  </a:cubicBezTo>
                  <a:lnTo>
                    <a:pt x="1049" y="1665"/>
                  </a:lnTo>
                  <a:lnTo>
                    <a:pt x="1282" y="1218"/>
                  </a:lnTo>
                  <a:lnTo>
                    <a:pt x="1675" y="825"/>
                  </a:lnTo>
                  <a:cubicBezTo>
                    <a:pt x="1703" y="798"/>
                    <a:pt x="1721" y="762"/>
                    <a:pt x="1728" y="723"/>
                  </a:cubicBezTo>
                  <a:lnTo>
                    <a:pt x="1813" y="222"/>
                  </a:lnTo>
                  <a:cubicBezTo>
                    <a:pt x="1831" y="119"/>
                    <a:pt x="1761" y="20"/>
                    <a:pt x="1658" y="3"/>
                  </a:cubicBezTo>
                  <a:cubicBezTo>
                    <a:pt x="1647" y="2"/>
                    <a:pt x="1636" y="1"/>
                    <a:pt x="16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36"/>
            <p:cNvSpPr/>
            <p:nvPr/>
          </p:nvSpPr>
          <p:spPr>
            <a:xfrm>
              <a:off x="7667204" y="3031090"/>
              <a:ext cx="239774" cy="221191"/>
            </a:xfrm>
            <a:custGeom>
              <a:avLst/>
              <a:gdLst/>
              <a:ahLst/>
              <a:cxnLst/>
              <a:rect l="l" t="t" r="r" b="b"/>
              <a:pathLst>
                <a:path w="1922" h="1773" extrusionOk="0">
                  <a:moveTo>
                    <a:pt x="842" y="380"/>
                  </a:moveTo>
                  <a:cubicBezTo>
                    <a:pt x="940" y="380"/>
                    <a:pt x="1040" y="418"/>
                    <a:pt x="1115" y="493"/>
                  </a:cubicBezTo>
                  <a:lnTo>
                    <a:pt x="1355" y="732"/>
                  </a:lnTo>
                  <a:cubicBezTo>
                    <a:pt x="1427" y="805"/>
                    <a:pt x="1468" y="903"/>
                    <a:pt x="1468" y="1007"/>
                  </a:cubicBezTo>
                  <a:cubicBezTo>
                    <a:pt x="1468" y="1109"/>
                    <a:pt x="1427" y="1207"/>
                    <a:pt x="1355" y="1280"/>
                  </a:cubicBezTo>
                  <a:cubicBezTo>
                    <a:pt x="1279" y="1355"/>
                    <a:pt x="1180" y="1392"/>
                    <a:pt x="1081" y="1392"/>
                  </a:cubicBezTo>
                  <a:cubicBezTo>
                    <a:pt x="982" y="1392"/>
                    <a:pt x="883" y="1355"/>
                    <a:pt x="808" y="1280"/>
                  </a:cubicBezTo>
                  <a:lnTo>
                    <a:pt x="568" y="1040"/>
                  </a:lnTo>
                  <a:cubicBezTo>
                    <a:pt x="417" y="889"/>
                    <a:pt x="417" y="644"/>
                    <a:pt x="568" y="493"/>
                  </a:cubicBezTo>
                  <a:cubicBezTo>
                    <a:pt x="643" y="418"/>
                    <a:pt x="742" y="380"/>
                    <a:pt x="842" y="380"/>
                  </a:cubicBezTo>
                  <a:close/>
                  <a:moveTo>
                    <a:pt x="841" y="0"/>
                  </a:moveTo>
                  <a:cubicBezTo>
                    <a:pt x="645" y="0"/>
                    <a:pt x="448" y="75"/>
                    <a:pt x="299" y="224"/>
                  </a:cubicBezTo>
                  <a:cubicBezTo>
                    <a:pt x="0" y="524"/>
                    <a:pt x="0" y="1010"/>
                    <a:pt x="299" y="1308"/>
                  </a:cubicBezTo>
                  <a:lnTo>
                    <a:pt x="539" y="1548"/>
                  </a:lnTo>
                  <a:cubicBezTo>
                    <a:pt x="689" y="1697"/>
                    <a:pt x="885" y="1772"/>
                    <a:pt x="1080" y="1772"/>
                  </a:cubicBezTo>
                  <a:cubicBezTo>
                    <a:pt x="1277" y="1772"/>
                    <a:pt x="1473" y="1697"/>
                    <a:pt x="1623" y="1548"/>
                  </a:cubicBezTo>
                  <a:cubicBezTo>
                    <a:pt x="1922" y="1250"/>
                    <a:pt x="1922" y="762"/>
                    <a:pt x="1623" y="464"/>
                  </a:cubicBezTo>
                  <a:lnTo>
                    <a:pt x="1383" y="224"/>
                  </a:lnTo>
                  <a:cubicBezTo>
                    <a:pt x="1234" y="75"/>
                    <a:pt x="1037" y="0"/>
                    <a:pt x="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36"/>
            <p:cNvSpPr/>
            <p:nvPr/>
          </p:nvSpPr>
          <p:spPr>
            <a:xfrm>
              <a:off x="7969355" y="3325016"/>
              <a:ext cx="47531" cy="47532"/>
            </a:xfrm>
            <a:custGeom>
              <a:avLst/>
              <a:gdLst/>
              <a:ahLst/>
              <a:cxnLst/>
              <a:rect l="l" t="t" r="r" b="b"/>
              <a:pathLst>
                <a:path w="381" h="381" extrusionOk="0">
                  <a:moveTo>
                    <a:pt x="189" y="1"/>
                  </a:moveTo>
                  <a:cubicBezTo>
                    <a:pt x="84" y="1"/>
                    <a:pt x="0" y="86"/>
                    <a:pt x="0" y="191"/>
                  </a:cubicBezTo>
                  <a:cubicBezTo>
                    <a:pt x="0" y="295"/>
                    <a:pt x="85" y="380"/>
                    <a:pt x="191" y="380"/>
                  </a:cubicBezTo>
                  <a:cubicBezTo>
                    <a:pt x="296" y="380"/>
                    <a:pt x="381" y="295"/>
                    <a:pt x="381" y="191"/>
                  </a:cubicBezTo>
                  <a:cubicBezTo>
                    <a:pt x="381" y="86"/>
                    <a:pt x="296" y="1"/>
                    <a:pt x="1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36"/>
            <p:cNvSpPr/>
            <p:nvPr/>
          </p:nvSpPr>
          <p:spPr>
            <a:xfrm>
              <a:off x="8104711" y="3497056"/>
              <a:ext cx="53893" cy="47532"/>
            </a:xfrm>
            <a:custGeom>
              <a:avLst/>
              <a:gdLst/>
              <a:ahLst/>
              <a:cxnLst/>
              <a:rect l="l" t="t" r="r" b="b"/>
              <a:pathLst>
                <a:path w="432" h="381" extrusionOk="0">
                  <a:moveTo>
                    <a:pt x="216" y="1"/>
                  </a:moveTo>
                  <a:cubicBezTo>
                    <a:pt x="139" y="1"/>
                    <a:pt x="67" y="48"/>
                    <a:pt x="38" y="124"/>
                  </a:cubicBezTo>
                  <a:cubicBezTo>
                    <a:pt x="1" y="222"/>
                    <a:pt x="51" y="332"/>
                    <a:pt x="149" y="368"/>
                  </a:cubicBezTo>
                  <a:cubicBezTo>
                    <a:pt x="171" y="377"/>
                    <a:pt x="194" y="381"/>
                    <a:pt x="216" y="381"/>
                  </a:cubicBezTo>
                  <a:cubicBezTo>
                    <a:pt x="293" y="381"/>
                    <a:pt x="365" y="335"/>
                    <a:pt x="395" y="258"/>
                  </a:cubicBezTo>
                  <a:cubicBezTo>
                    <a:pt x="431" y="161"/>
                    <a:pt x="382" y="51"/>
                    <a:pt x="284" y="14"/>
                  </a:cubicBezTo>
                  <a:lnTo>
                    <a:pt x="282" y="13"/>
                  </a:lnTo>
                  <a:cubicBezTo>
                    <a:pt x="260" y="5"/>
                    <a:pt x="238" y="1"/>
                    <a:pt x="2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36"/>
            <p:cNvSpPr/>
            <p:nvPr/>
          </p:nvSpPr>
          <p:spPr>
            <a:xfrm>
              <a:off x="7227577" y="2753132"/>
              <a:ext cx="1045426" cy="1549707"/>
            </a:xfrm>
            <a:custGeom>
              <a:avLst/>
              <a:gdLst/>
              <a:ahLst/>
              <a:cxnLst/>
              <a:rect l="l" t="t" r="r" b="b"/>
              <a:pathLst>
                <a:path w="8380" h="12422" extrusionOk="0">
                  <a:moveTo>
                    <a:pt x="6129" y="4435"/>
                  </a:moveTo>
                  <a:cubicBezTo>
                    <a:pt x="6214" y="4435"/>
                    <a:pt x="6299" y="4468"/>
                    <a:pt x="6364" y="4533"/>
                  </a:cubicBezTo>
                  <a:lnTo>
                    <a:pt x="6956" y="5124"/>
                  </a:lnTo>
                  <a:cubicBezTo>
                    <a:pt x="7045" y="5213"/>
                    <a:pt x="7076" y="5345"/>
                    <a:pt x="7037" y="5463"/>
                  </a:cubicBezTo>
                  <a:cubicBezTo>
                    <a:pt x="7009" y="5471"/>
                    <a:pt x="6979" y="5482"/>
                    <a:pt x="6951" y="5494"/>
                  </a:cubicBezTo>
                  <a:cubicBezTo>
                    <a:pt x="6848" y="5541"/>
                    <a:pt x="6761" y="5609"/>
                    <a:pt x="6693" y="5691"/>
                  </a:cubicBezTo>
                  <a:cubicBezTo>
                    <a:pt x="6615" y="5686"/>
                    <a:pt x="6541" y="5651"/>
                    <a:pt x="6485" y="5595"/>
                  </a:cubicBezTo>
                  <a:lnTo>
                    <a:pt x="5893" y="5003"/>
                  </a:lnTo>
                  <a:cubicBezTo>
                    <a:pt x="5763" y="4874"/>
                    <a:pt x="5763" y="4662"/>
                    <a:pt x="5893" y="4533"/>
                  </a:cubicBezTo>
                  <a:cubicBezTo>
                    <a:pt x="5958" y="4468"/>
                    <a:pt x="6043" y="4435"/>
                    <a:pt x="6129" y="4435"/>
                  </a:cubicBezTo>
                  <a:close/>
                  <a:moveTo>
                    <a:pt x="7243" y="5812"/>
                  </a:moveTo>
                  <a:cubicBezTo>
                    <a:pt x="7370" y="5812"/>
                    <a:pt x="7492" y="5885"/>
                    <a:pt x="7547" y="6009"/>
                  </a:cubicBezTo>
                  <a:lnTo>
                    <a:pt x="7889" y="6772"/>
                  </a:lnTo>
                  <a:cubicBezTo>
                    <a:pt x="7951" y="6913"/>
                    <a:pt x="7910" y="7078"/>
                    <a:pt x="7790" y="7171"/>
                  </a:cubicBezTo>
                  <a:cubicBezTo>
                    <a:pt x="7785" y="7170"/>
                    <a:pt x="7780" y="7169"/>
                    <a:pt x="7774" y="7168"/>
                  </a:cubicBezTo>
                  <a:cubicBezTo>
                    <a:pt x="7730" y="7160"/>
                    <a:pt x="7686" y="7156"/>
                    <a:pt x="7643" y="7156"/>
                  </a:cubicBezTo>
                  <a:cubicBezTo>
                    <a:pt x="7564" y="7156"/>
                    <a:pt x="7487" y="7169"/>
                    <a:pt x="7414" y="7194"/>
                  </a:cubicBezTo>
                  <a:cubicBezTo>
                    <a:pt x="7355" y="7160"/>
                    <a:pt x="7309" y="7109"/>
                    <a:pt x="7281" y="7045"/>
                  </a:cubicBezTo>
                  <a:lnTo>
                    <a:pt x="6938" y="6281"/>
                  </a:lnTo>
                  <a:cubicBezTo>
                    <a:pt x="6864" y="6113"/>
                    <a:pt x="6940" y="5916"/>
                    <a:pt x="7107" y="5841"/>
                  </a:cubicBezTo>
                  <a:cubicBezTo>
                    <a:pt x="7151" y="5821"/>
                    <a:pt x="7197" y="5812"/>
                    <a:pt x="7243" y="5812"/>
                  </a:cubicBezTo>
                  <a:close/>
                  <a:moveTo>
                    <a:pt x="3713" y="8445"/>
                  </a:moveTo>
                  <a:cubicBezTo>
                    <a:pt x="3795" y="8445"/>
                    <a:pt x="3862" y="8511"/>
                    <a:pt x="3862" y="8594"/>
                  </a:cubicBezTo>
                  <a:cubicBezTo>
                    <a:pt x="3862" y="8676"/>
                    <a:pt x="3795" y="8743"/>
                    <a:pt x="3713" y="8743"/>
                  </a:cubicBezTo>
                  <a:cubicBezTo>
                    <a:pt x="3630" y="8743"/>
                    <a:pt x="3563" y="8676"/>
                    <a:pt x="3563" y="8594"/>
                  </a:cubicBezTo>
                  <a:cubicBezTo>
                    <a:pt x="3563" y="8511"/>
                    <a:pt x="3630" y="8445"/>
                    <a:pt x="3713" y="8445"/>
                  </a:cubicBezTo>
                  <a:close/>
                  <a:moveTo>
                    <a:pt x="7644" y="7536"/>
                  </a:moveTo>
                  <a:cubicBezTo>
                    <a:pt x="7665" y="7536"/>
                    <a:pt x="7685" y="7537"/>
                    <a:pt x="7705" y="7541"/>
                  </a:cubicBezTo>
                  <a:cubicBezTo>
                    <a:pt x="7792" y="7557"/>
                    <a:pt x="7869" y="7606"/>
                    <a:pt x="7919" y="7680"/>
                  </a:cubicBezTo>
                  <a:cubicBezTo>
                    <a:pt x="7969" y="7753"/>
                    <a:pt x="7988" y="7842"/>
                    <a:pt x="7972" y="7929"/>
                  </a:cubicBezTo>
                  <a:lnTo>
                    <a:pt x="7821" y="8752"/>
                  </a:lnTo>
                  <a:cubicBezTo>
                    <a:pt x="7796" y="8884"/>
                    <a:pt x="7696" y="8986"/>
                    <a:pt x="7569" y="9016"/>
                  </a:cubicBezTo>
                  <a:cubicBezTo>
                    <a:pt x="7464" y="8898"/>
                    <a:pt x="7327" y="8818"/>
                    <a:pt x="7174" y="8788"/>
                  </a:cubicBezTo>
                  <a:cubicBezTo>
                    <a:pt x="7158" y="8738"/>
                    <a:pt x="7155" y="8684"/>
                    <a:pt x="7165" y="8631"/>
                  </a:cubicBezTo>
                  <a:lnTo>
                    <a:pt x="7317" y="7808"/>
                  </a:lnTo>
                  <a:cubicBezTo>
                    <a:pt x="7346" y="7648"/>
                    <a:pt x="7487" y="7536"/>
                    <a:pt x="7644" y="7536"/>
                  </a:cubicBezTo>
                  <a:close/>
                  <a:moveTo>
                    <a:pt x="528" y="9754"/>
                  </a:moveTo>
                  <a:cubicBezTo>
                    <a:pt x="611" y="9754"/>
                    <a:pt x="677" y="9821"/>
                    <a:pt x="677" y="9904"/>
                  </a:cubicBezTo>
                  <a:cubicBezTo>
                    <a:pt x="677" y="9985"/>
                    <a:pt x="611" y="10052"/>
                    <a:pt x="528" y="10052"/>
                  </a:cubicBezTo>
                  <a:cubicBezTo>
                    <a:pt x="447" y="10052"/>
                    <a:pt x="379" y="9985"/>
                    <a:pt x="379" y="9904"/>
                  </a:cubicBezTo>
                  <a:cubicBezTo>
                    <a:pt x="379" y="9821"/>
                    <a:pt x="447" y="9754"/>
                    <a:pt x="528" y="9754"/>
                  </a:cubicBezTo>
                  <a:close/>
                  <a:moveTo>
                    <a:pt x="1189" y="10942"/>
                  </a:moveTo>
                  <a:cubicBezTo>
                    <a:pt x="1271" y="10942"/>
                    <a:pt x="1338" y="11009"/>
                    <a:pt x="1338" y="11092"/>
                  </a:cubicBezTo>
                  <a:cubicBezTo>
                    <a:pt x="1338" y="11173"/>
                    <a:pt x="1271" y="11240"/>
                    <a:pt x="1189" y="11240"/>
                  </a:cubicBezTo>
                  <a:cubicBezTo>
                    <a:pt x="1106" y="11240"/>
                    <a:pt x="1040" y="11173"/>
                    <a:pt x="1040" y="11092"/>
                  </a:cubicBezTo>
                  <a:cubicBezTo>
                    <a:pt x="1040" y="11009"/>
                    <a:pt x="1106" y="10942"/>
                    <a:pt x="1189" y="10942"/>
                  </a:cubicBezTo>
                  <a:close/>
                  <a:moveTo>
                    <a:pt x="3538" y="11745"/>
                  </a:moveTo>
                  <a:cubicBezTo>
                    <a:pt x="3621" y="11745"/>
                    <a:pt x="3687" y="11811"/>
                    <a:pt x="3687" y="11894"/>
                  </a:cubicBezTo>
                  <a:cubicBezTo>
                    <a:pt x="3687" y="11976"/>
                    <a:pt x="3621" y="12043"/>
                    <a:pt x="3538" y="12043"/>
                  </a:cubicBezTo>
                  <a:cubicBezTo>
                    <a:pt x="3456" y="12043"/>
                    <a:pt x="3389" y="11976"/>
                    <a:pt x="3389" y="11894"/>
                  </a:cubicBezTo>
                  <a:cubicBezTo>
                    <a:pt x="3389" y="11811"/>
                    <a:pt x="3456" y="11745"/>
                    <a:pt x="3538" y="11745"/>
                  </a:cubicBezTo>
                  <a:close/>
                  <a:moveTo>
                    <a:pt x="2536" y="1"/>
                  </a:moveTo>
                  <a:cubicBezTo>
                    <a:pt x="2432" y="1"/>
                    <a:pt x="2347" y="85"/>
                    <a:pt x="2347" y="190"/>
                  </a:cubicBezTo>
                  <a:lnTo>
                    <a:pt x="2347" y="547"/>
                  </a:lnTo>
                  <a:lnTo>
                    <a:pt x="2238" y="740"/>
                  </a:lnTo>
                  <a:lnTo>
                    <a:pt x="1829" y="635"/>
                  </a:lnTo>
                  <a:cubicBezTo>
                    <a:pt x="1814" y="631"/>
                    <a:pt x="1798" y="629"/>
                    <a:pt x="1782" y="629"/>
                  </a:cubicBezTo>
                  <a:cubicBezTo>
                    <a:pt x="1697" y="629"/>
                    <a:pt x="1620" y="687"/>
                    <a:pt x="1598" y="773"/>
                  </a:cubicBezTo>
                  <a:cubicBezTo>
                    <a:pt x="1573" y="874"/>
                    <a:pt x="1633" y="978"/>
                    <a:pt x="1735" y="1003"/>
                  </a:cubicBezTo>
                  <a:lnTo>
                    <a:pt x="2234" y="1131"/>
                  </a:lnTo>
                  <a:lnTo>
                    <a:pt x="2848" y="1745"/>
                  </a:lnTo>
                  <a:lnTo>
                    <a:pt x="2386" y="3466"/>
                  </a:lnTo>
                  <a:lnTo>
                    <a:pt x="1662" y="3571"/>
                  </a:lnTo>
                  <a:lnTo>
                    <a:pt x="1498" y="3309"/>
                  </a:lnTo>
                  <a:cubicBezTo>
                    <a:pt x="1464" y="3254"/>
                    <a:pt x="1403" y="3220"/>
                    <a:pt x="1338" y="3220"/>
                  </a:cubicBezTo>
                  <a:cubicBezTo>
                    <a:pt x="1332" y="3220"/>
                    <a:pt x="1325" y="3220"/>
                    <a:pt x="1319" y="3221"/>
                  </a:cubicBezTo>
                  <a:lnTo>
                    <a:pt x="884" y="3263"/>
                  </a:lnTo>
                  <a:cubicBezTo>
                    <a:pt x="781" y="3273"/>
                    <a:pt x="704" y="3367"/>
                    <a:pt x="715" y="3470"/>
                  </a:cubicBezTo>
                  <a:cubicBezTo>
                    <a:pt x="725" y="3569"/>
                    <a:pt x="806" y="3642"/>
                    <a:pt x="903" y="3642"/>
                  </a:cubicBezTo>
                  <a:cubicBezTo>
                    <a:pt x="909" y="3642"/>
                    <a:pt x="916" y="3642"/>
                    <a:pt x="922" y="3641"/>
                  </a:cubicBezTo>
                  <a:lnTo>
                    <a:pt x="1238" y="3610"/>
                  </a:lnTo>
                  <a:lnTo>
                    <a:pt x="1324" y="3748"/>
                  </a:lnTo>
                  <a:lnTo>
                    <a:pt x="1101" y="3972"/>
                  </a:lnTo>
                  <a:cubicBezTo>
                    <a:pt x="1027" y="4046"/>
                    <a:pt x="1027" y="4167"/>
                    <a:pt x="1101" y="4240"/>
                  </a:cubicBezTo>
                  <a:cubicBezTo>
                    <a:pt x="1138" y="4278"/>
                    <a:pt x="1186" y="4296"/>
                    <a:pt x="1235" y="4296"/>
                  </a:cubicBezTo>
                  <a:cubicBezTo>
                    <a:pt x="1284" y="4296"/>
                    <a:pt x="1332" y="4278"/>
                    <a:pt x="1369" y="4240"/>
                  </a:cubicBezTo>
                  <a:lnTo>
                    <a:pt x="1655" y="3954"/>
                  </a:lnTo>
                  <a:lnTo>
                    <a:pt x="2470" y="3837"/>
                  </a:lnTo>
                  <a:lnTo>
                    <a:pt x="3745" y="5113"/>
                  </a:lnTo>
                  <a:lnTo>
                    <a:pt x="3387" y="6174"/>
                  </a:lnTo>
                  <a:lnTo>
                    <a:pt x="2786" y="6409"/>
                  </a:lnTo>
                  <a:cubicBezTo>
                    <a:pt x="2688" y="6446"/>
                    <a:pt x="2640" y="6558"/>
                    <a:pt x="2679" y="6655"/>
                  </a:cubicBezTo>
                  <a:cubicBezTo>
                    <a:pt x="2708" y="6729"/>
                    <a:pt x="2779" y="6775"/>
                    <a:pt x="2855" y="6775"/>
                  </a:cubicBezTo>
                  <a:cubicBezTo>
                    <a:pt x="2878" y="6775"/>
                    <a:pt x="2902" y="6771"/>
                    <a:pt x="2924" y="6763"/>
                  </a:cubicBezTo>
                  <a:lnTo>
                    <a:pt x="3414" y="6571"/>
                  </a:lnTo>
                  <a:lnTo>
                    <a:pt x="3531" y="6967"/>
                  </a:lnTo>
                  <a:cubicBezTo>
                    <a:pt x="3555" y="7050"/>
                    <a:pt x="3630" y="7104"/>
                    <a:pt x="3712" y="7104"/>
                  </a:cubicBezTo>
                  <a:cubicBezTo>
                    <a:pt x="3730" y="7104"/>
                    <a:pt x="3747" y="7101"/>
                    <a:pt x="3765" y="7096"/>
                  </a:cubicBezTo>
                  <a:cubicBezTo>
                    <a:pt x="3866" y="7067"/>
                    <a:pt x="3923" y="6962"/>
                    <a:pt x="3894" y="6861"/>
                  </a:cubicBezTo>
                  <a:lnTo>
                    <a:pt x="3737" y="6323"/>
                  </a:lnTo>
                  <a:lnTo>
                    <a:pt x="4110" y="5219"/>
                  </a:lnTo>
                  <a:lnTo>
                    <a:pt x="5424" y="4868"/>
                  </a:lnTo>
                  <a:cubicBezTo>
                    <a:pt x="5445" y="5015"/>
                    <a:pt x="5512" y="5158"/>
                    <a:pt x="5625" y="5272"/>
                  </a:cubicBezTo>
                  <a:lnTo>
                    <a:pt x="6217" y="5863"/>
                  </a:lnTo>
                  <a:cubicBezTo>
                    <a:pt x="6307" y="5954"/>
                    <a:pt x="6417" y="6017"/>
                    <a:pt x="6537" y="6048"/>
                  </a:cubicBezTo>
                  <a:cubicBezTo>
                    <a:pt x="6519" y="6176"/>
                    <a:pt x="6536" y="6310"/>
                    <a:pt x="6593" y="6437"/>
                  </a:cubicBezTo>
                  <a:lnTo>
                    <a:pt x="6934" y="7200"/>
                  </a:lnTo>
                  <a:cubicBezTo>
                    <a:pt x="6972" y="7284"/>
                    <a:pt x="7025" y="7358"/>
                    <a:pt x="7090" y="7421"/>
                  </a:cubicBezTo>
                  <a:cubicBezTo>
                    <a:pt x="7018" y="7510"/>
                    <a:pt x="6966" y="7618"/>
                    <a:pt x="6944" y="7739"/>
                  </a:cubicBezTo>
                  <a:lnTo>
                    <a:pt x="6792" y="8562"/>
                  </a:lnTo>
                  <a:cubicBezTo>
                    <a:pt x="6776" y="8647"/>
                    <a:pt x="6776" y="8733"/>
                    <a:pt x="6791" y="8816"/>
                  </a:cubicBezTo>
                  <a:cubicBezTo>
                    <a:pt x="6712" y="8845"/>
                    <a:pt x="6638" y="8887"/>
                    <a:pt x="6573" y="8944"/>
                  </a:cubicBezTo>
                  <a:lnTo>
                    <a:pt x="5935" y="9487"/>
                  </a:lnTo>
                  <a:cubicBezTo>
                    <a:pt x="5790" y="9609"/>
                    <a:pt x="5701" y="9782"/>
                    <a:pt x="5687" y="9972"/>
                  </a:cubicBezTo>
                  <a:cubicBezTo>
                    <a:pt x="5680" y="10050"/>
                    <a:pt x="5687" y="10127"/>
                    <a:pt x="5705" y="10201"/>
                  </a:cubicBezTo>
                  <a:cubicBezTo>
                    <a:pt x="4957" y="10195"/>
                    <a:pt x="4282" y="9731"/>
                    <a:pt x="4013" y="9028"/>
                  </a:cubicBezTo>
                  <a:cubicBezTo>
                    <a:pt x="4150" y="8932"/>
                    <a:pt x="4241" y="8773"/>
                    <a:pt x="4241" y="8593"/>
                  </a:cubicBezTo>
                  <a:cubicBezTo>
                    <a:pt x="4241" y="8302"/>
                    <a:pt x="4004" y="8065"/>
                    <a:pt x="3712" y="8065"/>
                  </a:cubicBezTo>
                  <a:cubicBezTo>
                    <a:pt x="3421" y="8065"/>
                    <a:pt x="3184" y="8302"/>
                    <a:pt x="3184" y="8593"/>
                  </a:cubicBezTo>
                  <a:cubicBezTo>
                    <a:pt x="3184" y="8860"/>
                    <a:pt x="3383" y="9081"/>
                    <a:pt x="3640" y="9117"/>
                  </a:cubicBezTo>
                  <a:cubicBezTo>
                    <a:pt x="3923" y="9910"/>
                    <a:pt x="4632" y="10462"/>
                    <a:pt x="5447" y="10564"/>
                  </a:cubicBezTo>
                  <a:cubicBezTo>
                    <a:pt x="5092" y="10784"/>
                    <a:pt x="4681" y="10901"/>
                    <a:pt x="4253" y="10901"/>
                  </a:cubicBezTo>
                  <a:lnTo>
                    <a:pt x="3809" y="10901"/>
                  </a:lnTo>
                  <a:lnTo>
                    <a:pt x="3657" y="10690"/>
                  </a:lnTo>
                  <a:cubicBezTo>
                    <a:pt x="3216" y="10079"/>
                    <a:pt x="2502" y="9713"/>
                    <a:pt x="1747" y="9713"/>
                  </a:cubicBezTo>
                  <a:lnTo>
                    <a:pt x="1021" y="9713"/>
                  </a:lnTo>
                  <a:cubicBezTo>
                    <a:pt x="944" y="9515"/>
                    <a:pt x="752" y="9375"/>
                    <a:pt x="528" y="9375"/>
                  </a:cubicBezTo>
                  <a:cubicBezTo>
                    <a:pt x="237" y="9375"/>
                    <a:pt x="0" y="9611"/>
                    <a:pt x="0" y="9903"/>
                  </a:cubicBezTo>
                  <a:cubicBezTo>
                    <a:pt x="0" y="10194"/>
                    <a:pt x="237" y="10432"/>
                    <a:pt x="528" y="10432"/>
                  </a:cubicBezTo>
                  <a:cubicBezTo>
                    <a:pt x="752" y="10432"/>
                    <a:pt x="944" y="10290"/>
                    <a:pt x="1021" y="10093"/>
                  </a:cubicBezTo>
                  <a:lnTo>
                    <a:pt x="1747" y="10093"/>
                  </a:lnTo>
                  <a:cubicBezTo>
                    <a:pt x="2375" y="10093"/>
                    <a:pt x="2970" y="10395"/>
                    <a:pt x="3341" y="10901"/>
                  </a:cubicBezTo>
                  <a:lnTo>
                    <a:pt x="1682" y="10901"/>
                  </a:lnTo>
                  <a:cubicBezTo>
                    <a:pt x="1605" y="10703"/>
                    <a:pt x="1413" y="10563"/>
                    <a:pt x="1189" y="10563"/>
                  </a:cubicBezTo>
                  <a:cubicBezTo>
                    <a:pt x="898" y="10563"/>
                    <a:pt x="660" y="10799"/>
                    <a:pt x="660" y="11090"/>
                  </a:cubicBezTo>
                  <a:cubicBezTo>
                    <a:pt x="660" y="11383"/>
                    <a:pt x="898" y="11620"/>
                    <a:pt x="1189" y="11620"/>
                  </a:cubicBezTo>
                  <a:cubicBezTo>
                    <a:pt x="1413" y="11620"/>
                    <a:pt x="1605" y="11478"/>
                    <a:pt x="1682" y="11281"/>
                  </a:cubicBezTo>
                  <a:lnTo>
                    <a:pt x="4253" y="11281"/>
                  </a:lnTo>
                  <a:cubicBezTo>
                    <a:pt x="4759" y="11281"/>
                    <a:pt x="5243" y="11141"/>
                    <a:pt x="5661" y="10878"/>
                  </a:cubicBezTo>
                  <a:lnTo>
                    <a:pt x="5661" y="10878"/>
                  </a:lnTo>
                  <a:cubicBezTo>
                    <a:pt x="5339" y="11431"/>
                    <a:pt x="4741" y="11785"/>
                    <a:pt x="4084" y="11785"/>
                  </a:cubicBezTo>
                  <a:cubicBezTo>
                    <a:pt x="4075" y="11785"/>
                    <a:pt x="4065" y="11785"/>
                    <a:pt x="4055" y="11785"/>
                  </a:cubicBezTo>
                  <a:cubicBezTo>
                    <a:pt x="4005" y="11545"/>
                    <a:pt x="3793" y="11365"/>
                    <a:pt x="3538" y="11365"/>
                  </a:cubicBezTo>
                  <a:cubicBezTo>
                    <a:pt x="3247" y="11365"/>
                    <a:pt x="3010" y="11602"/>
                    <a:pt x="3010" y="11894"/>
                  </a:cubicBezTo>
                  <a:cubicBezTo>
                    <a:pt x="3010" y="12185"/>
                    <a:pt x="3247" y="12422"/>
                    <a:pt x="3538" y="12422"/>
                  </a:cubicBezTo>
                  <a:cubicBezTo>
                    <a:pt x="3731" y="12422"/>
                    <a:pt x="3899" y="12318"/>
                    <a:pt x="3992" y="12163"/>
                  </a:cubicBezTo>
                  <a:cubicBezTo>
                    <a:pt x="4023" y="12164"/>
                    <a:pt x="4053" y="12165"/>
                    <a:pt x="4084" y="12165"/>
                  </a:cubicBezTo>
                  <a:cubicBezTo>
                    <a:pt x="5015" y="12165"/>
                    <a:pt x="5847" y="11579"/>
                    <a:pt x="6161" y="10702"/>
                  </a:cubicBezTo>
                  <a:cubicBezTo>
                    <a:pt x="6218" y="10722"/>
                    <a:pt x="6277" y="10734"/>
                    <a:pt x="6339" y="10740"/>
                  </a:cubicBezTo>
                  <a:cubicBezTo>
                    <a:pt x="6359" y="10742"/>
                    <a:pt x="6379" y="10742"/>
                    <a:pt x="6398" y="10742"/>
                  </a:cubicBezTo>
                  <a:cubicBezTo>
                    <a:pt x="6567" y="10742"/>
                    <a:pt x="6729" y="10683"/>
                    <a:pt x="6859" y="10572"/>
                  </a:cubicBezTo>
                  <a:lnTo>
                    <a:pt x="6982" y="10467"/>
                  </a:lnTo>
                  <a:cubicBezTo>
                    <a:pt x="7062" y="10399"/>
                    <a:pt x="7072" y="10280"/>
                    <a:pt x="7003" y="10200"/>
                  </a:cubicBezTo>
                  <a:cubicBezTo>
                    <a:pt x="6966" y="10155"/>
                    <a:pt x="6912" y="10133"/>
                    <a:pt x="6859" y="10133"/>
                  </a:cubicBezTo>
                  <a:cubicBezTo>
                    <a:pt x="6815" y="10133"/>
                    <a:pt x="6772" y="10148"/>
                    <a:pt x="6736" y="10178"/>
                  </a:cubicBezTo>
                  <a:lnTo>
                    <a:pt x="6613" y="10283"/>
                  </a:lnTo>
                  <a:cubicBezTo>
                    <a:pt x="6550" y="10336"/>
                    <a:pt x="6474" y="10362"/>
                    <a:pt x="6398" y="10362"/>
                  </a:cubicBezTo>
                  <a:cubicBezTo>
                    <a:pt x="6303" y="10362"/>
                    <a:pt x="6209" y="10322"/>
                    <a:pt x="6143" y="10245"/>
                  </a:cubicBezTo>
                  <a:cubicBezTo>
                    <a:pt x="6086" y="10177"/>
                    <a:pt x="6057" y="10091"/>
                    <a:pt x="6065" y="10002"/>
                  </a:cubicBezTo>
                  <a:cubicBezTo>
                    <a:pt x="6072" y="9914"/>
                    <a:pt x="6113" y="9833"/>
                    <a:pt x="6181" y="9776"/>
                  </a:cubicBezTo>
                  <a:lnTo>
                    <a:pt x="6818" y="9233"/>
                  </a:lnTo>
                  <a:cubicBezTo>
                    <a:pt x="6880" y="9181"/>
                    <a:pt x="6957" y="9154"/>
                    <a:pt x="7036" y="9154"/>
                  </a:cubicBezTo>
                  <a:cubicBezTo>
                    <a:pt x="7044" y="9154"/>
                    <a:pt x="7053" y="9154"/>
                    <a:pt x="7061" y="9155"/>
                  </a:cubicBezTo>
                  <a:cubicBezTo>
                    <a:pt x="7150" y="9162"/>
                    <a:pt x="7231" y="9204"/>
                    <a:pt x="7288" y="9271"/>
                  </a:cubicBezTo>
                  <a:cubicBezTo>
                    <a:pt x="7383" y="9383"/>
                    <a:pt x="7394" y="9541"/>
                    <a:pt x="7317" y="9665"/>
                  </a:cubicBezTo>
                  <a:cubicBezTo>
                    <a:pt x="7260" y="9753"/>
                    <a:pt x="7287" y="9870"/>
                    <a:pt x="7375" y="9927"/>
                  </a:cubicBezTo>
                  <a:cubicBezTo>
                    <a:pt x="7407" y="9946"/>
                    <a:pt x="7441" y="9955"/>
                    <a:pt x="7476" y="9955"/>
                  </a:cubicBezTo>
                  <a:cubicBezTo>
                    <a:pt x="7539" y="9955"/>
                    <a:pt x="7601" y="9924"/>
                    <a:pt x="7637" y="9867"/>
                  </a:cubicBezTo>
                  <a:cubicBezTo>
                    <a:pt x="7735" y="9712"/>
                    <a:pt x="7767" y="9532"/>
                    <a:pt x="7736" y="9361"/>
                  </a:cubicBezTo>
                  <a:cubicBezTo>
                    <a:pt x="7969" y="9277"/>
                    <a:pt x="8146" y="9075"/>
                    <a:pt x="8193" y="8821"/>
                  </a:cubicBezTo>
                  <a:lnTo>
                    <a:pt x="8345" y="7998"/>
                  </a:lnTo>
                  <a:cubicBezTo>
                    <a:pt x="8380" y="7810"/>
                    <a:pt x="8340" y="7622"/>
                    <a:pt x="8231" y="7465"/>
                  </a:cubicBezTo>
                  <a:cubicBezTo>
                    <a:pt x="8204" y="7425"/>
                    <a:pt x="8174" y="7388"/>
                    <a:pt x="8140" y="7356"/>
                  </a:cubicBezTo>
                  <a:cubicBezTo>
                    <a:pt x="8305" y="7152"/>
                    <a:pt x="8346" y="6866"/>
                    <a:pt x="8235" y="6617"/>
                  </a:cubicBezTo>
                  <a:lnTo>
                    <a:pt x="7894" y="5854"/>
                  </a:lnTo>
                  <a:cubicBezTo>
                    <a:pt x="7803" y="5650"/>
                    <a:pt x="7627" y="5511"/>
                    <a:pt x="7427" y="5457"/>
                  </a:cubicBezTo>
                  <a:cubicBezTo>
                    <a:pt x="7456" y="5240"/>
                    <a:pt x="7385" y="5017"/>
                    <a:pt x="7224" y="4855"/>
                  </a:cubicBezTo>
                  <a:lnTo>
                    <a:pt x="6633" y="4264"/>
                  </a:lnTo>
                  <a:cubicBezTo>
                    <a:pt x="6520" y="4152"/>
                    <a:pt x="6381" y="4085"/>
                    <a:pt x="6236" y="4063"/>
                  </a:cubicBezTo>
                  <a:lnTo>
                    <a:pt x="6589" y="2745"/>
                  </a:lnTo>
                  <a:lnTo>
                    <a:pt x="7016" y="2624"/>
                  </a:lnTo>
                  <a:lnTo>
                    <a:pt x="7646" y="3165"/>
                  </a:lnTo>
                  <a:cubicBezTo>
                    <a:pt x="7681" y="3196"/>
                    <a:pt x="7725" y="3212"/>
                    <a:pt x="7769" y="3212"/>
                  </a:cubicBezTo>
                  <a:cubicBezTo>
                    <a:pt x="7823" y="3212"/>
                    <a:pt x="7876" y="3188"/>
                    <a:pt x="7914" y="3146"/>
                  </a:cubicBezTo>
                  <a:cubicBezTo>
                    <a:pt x="7982" y="3066"/>
                    <a:pt x="7972" y="2946"/>
                    <a:pt x="7894" y="2877"/>
                  </a:cubicBezTo>
                  <a:lnTo>
                    <a:pt x="7328" y="2391"/>
                  </a:lnTo>
                  <a:lnTo>
                    <a:pt x="7547" y="2128"/>
                  </a:lnTo>
                  <a:lnTo>
                    <a:pt x="7970" y="2251"/>
                  </a:lnTo>
                  <a:cubicBezTo>
                    <a:pt x="7988" y="2256"/>
                    <a:pt x="8006" y="2259"/>
                    <a:pt x="8024" y="2259"/>
                  </a:cubicBezTo>
                  <a:cubicBezTo>
                    <a:pt x="8106" y="2259"/>
                    <a:pt x="8182" y="2205"/>
                    <a:pt x="8206" y="2122"/>
                  </a:cubicBezTo>
                  <a:cubicBezTo>
                    <a:pt x="8235" y="2021"/>
                    <a:pt x="8178" y="1917"/>
                    <a:pt x="8077" y="1887"/>
                  </a:cubicBezTo>
                  <a:lnTo>
                    <a:pt x="7535" y="1729"/>
                  </a:lnTo>
                  <a:cubicBezTo>
                    <a:pt x="7516" y="1724"/>
                    <a:pt x="7498" y="1721"/>
                    <a:pt x="7480" y="1721"/>
                  </a:cubicBezTo>
                  <a:cubicBezTo>
                    <a:pt x="7425" y="1721"/>
                    <a:pt x="7372" y="1746"/>
                    <a:pt x="7335" y="1790"/>
                  </a:cubicBezTo>
                  <a:lnTo>
                    <a:pt x="6954" y="2247"/>
                  </a:lnTo>
                  <a:lnTo>
                    <a:pt x="6489" y="2379"/>
                  </a:lnTo>
                  <a:lnTo>
                    <a:pt x="6168" y="2059"/>
                  </a:lnTo>
                  <a:cubicBezTo>
                    <a:pt x="6131" y="2022"/>
                    <a:pt x="6083" y="2003"/>
                    <a:pt x="6034" y="2003"/>
                  </a:cubicBezTo>
                  <a:cubicBezTo>
                    <a:pt x="5985" y="2003"/>
                    <a:pt x="5937" y="2022"/>
                    <a:pt x="5900" y="2059"/>
                  </a:cubicBezTo>
                  <a:cubicBezTo>
                    <a:pt x="5826" y="2132"/>
                    <a:pt x="5826" y="2253"/>
                    <a:pt x="5900" y="2327"/>
                  </a:cubicBezTo>
                  <a:lnTo>
                    <a:pt x="6222" y="2649"/>
                  </a:lnTo>
                  <a:lnTo>
                    <a:pt x="5827" y="4123"/>
                  </a:lnTo>
                  <a:cubicBezTo>
                    <a:pt x="5754" y="4156"/>
                    <a:pt x="5686" y="4204"/>
                    <a:pt x="5625" y="4264"/>
                  </a:cubicBezTo>
                  <a:cubicBezTo>
                    <a:pt x="5567" y="4322"/>
                    <a:pt x="5521" y="4387"/>
                    <a:pt x="5488" y="4457"/>
                  </a:cubicBezTo>
                  <a:lnTo>
                    <a:pt x="4020" y="4851"/>
                  </a:lnTo>
                  <a:lnTo>
                    <a:pt x="2748" y="3579"/>
                  </a:lnTo>
                  <a:lnTo>
                    <a:pt x="3214" y="1843"/>
                  </a:lnTo>
                  <a:lnTo>
                    <a:pt x="3652" y="1726"/>
                  </a:lnTo>
                  <a:cubicBezTo>
                    <a:pt x="3753" y="1699"/>
                    <a:pt x="3812" y="1595"/>
                    <a:pt x="3786" y="1493"/>
                  </a:cubicBezTo>
                  <a:cubicBezTo>
                    <a:pt x="3763" y="1408"/>
                    <a:pt x="3686" y="1353"/>
                    <a:pt x="3603" y="1353"/>
                  </a:cubicBezTo>
                  <a:cubicBezTo>
                    <a:pt x="3587" y="1353"/>
                    <a:pt x="3570" y="1355"/>
                    <a:pt x="3554" y="1359"/>
                  </a:cubicBezTo>
                  <a:lnTo>
                    <a:pt x="3116" y="1477"/>
                  </a:lnTo>
                  <a:lnTo>
                    <a:pt x="2568" y="928"/>
                  </a:lnTo>
                  <a:lnTo>
                    <a:pt x="2702" y="691"/>
                  </a:lnTo>
                  <a:cubicBezTo>
                    <a:pt x="2718" y="663"/>
                    <a:pt x="2727" y="630"/>
                    <a:pt x="2727" y="598"/>
                  </a:cubicBezTo>
                  <a:lnTo>
                    <a:pt x="2727" y="190"/>
                  </a:lnTo>
                  <a:cubicBezTo>
                    <a:pt x="2727" y="85"/>
                    <a:pt x="2641" y="1"/>
                    <a:pt x="25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36"/>
            <p:cNvSpPr/>
            <p:nvPr/>
          </p:nvSpPr>
          <p:spPr>
            <a:xfrm>
              <a:off x="8154113" y="3712261"/>
              <a:ext cx="53893" cy="47532"/>
            </a:xfrm>
            <a:custGeom>
              <a:avLst/>
              <a:gdLst/>
              <a:ahLst/>
              <a:cxnLst/>
              <a:rect l="l" t="t" r="r" b="b"/>
              <a:pathLst>
                <a:path w="432" h="381" extrusionOk="0">
                  <a:moveTo>
                    <a:pt x="216" y="0"/>
                  </a:moveTo>
                  <a:cubicBezTo>
                    <a:pt x="178" y="0"/>
                    <a:pt x="140" y="11"/>
                    <a:pt x="106" y="34"/>
                  </a:cubicBezTo>
                  <a:cubicBezTo>
                    <a:pt x="21" y="95"/>
                    <a:pt x="1" y="215"/>
                    <a:pt x="61" y="301"/>
                  </a:cubicBezTo>
                  <a:cubicBezTo>
                    <a:pt x="98" y="353"/>
                    <a:pt x="157" y="380"/>
                    <a:pt x="216" y="380"/>
                  </a:cubicBezTo>
                  <a:cubicBezTo>
                    <a:pt x="254" y="380"/>
                    <a:pt x="292" y="370"/>
                    <a:pt x="325" y="346"/>
                  </a:cubicBezTo>
                  <a:cubicBezTo>
                    <a:pt x="411" y="286"/>
                    <a:pt x="431" y="168"/>
                    <a:pt x="372" y="82"/>
                  </a:cubicBezTo>
                  <a:lnTo>
                    <a:pt x="370" y="81"/>
                  </a:lnTo>
                  <a:cubicBezTo>
                    <a:pt x="334" y="28"/>
                    <a:pt x="275" y="0"/>
                    <a:pt x="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36"/>
            <p:cNvSpPr/>
            <p:nvPr/>
          </p:nvSpPr>
          <p:spPr>
            <a:xfrm>
              <a:off x="8079511" y="3913743"/>
              <a:ext cx="49402" cy="47532"/>
            </a:xfrm>
            <a:custGeom>
              <a:avLst/>
              <a:gdLst/>
              <a:ahLst/>
              <a:cxnLst/>
              <a:rect l="l" t="t" r="r" b="b"/>
              <a:pathLst>
                <a:path w="396" h="381" extrusionOk="0">
                  <a:moveTo>
                    <a:pt x="197" y="1"/>
                  </a:moveTo>
                  <a:cubicBezTo>
                    <a:pt x="99" y="1"/>
                    <a:pt x="16" y="78"/>
                    <a:pt x="9" y="176"/>
                  </a:cubicBezTo>
                  <a:cubicBezTo>
                    <a:pt x="1" y="281"/>
                    <a:pt x="79" y="372"/>
                    <a:pt x="183" y="381"/>
                  </a:cubicBezTo>
                  <a:lnTo>
                    <a:pt x="197" y="381"/>
                  </a:lnTo>
                  <a:cubicBezTo>
                    <a:pt x="296" y="381"/>
                    <a:pt x="379" y="305"/>
                    <a:pt x="387" y="206"/>
                  </a:cubicBezTo>
                  <a:lnTo>
                    <a:pt x="387" y="204"/>
                  </a:lnTo>
                  <a:cubicBezTo>
                    <a:pt x="395" y="100"/>
                    <a:pt x="317" y="9"/>
                    <a:pt x="212" y="1"/>
                  </a:cubicBezTo>
                  <a:cubicBezTo>
                    <a:pt x="207" y="1"/>
                    <a:pt x="202" y="1"/>
                    <a:pt x="1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36"/>
            <p:cNvSpPr/>
            <p:nvPr/>
          </p:nvSpPr>
          <p:spPr>
            <a:xfrm>
              <a:off x="7762141" y="3117920"/>
              <a:ext cx="49901" cy="47656"/>
            </a:xfrm>
            <a:custGeom>
              <a:avLst/>
              <a:gdLst/>
              <a:ahLst/>
              <a:cxnLst/>
              <a:rect l="l" t="t" r="r" b="b"/>
              <a:pathLst>
                <a:path w="400" h="382" extrusionOk="0">
                  <a:moveTo>
                    <a:pt x="201" y="1"/>
                  </a:moveTo>
                  <a:cubicBezTo>
                    <a:pt x="103" y="1"/>
                    <a:pt x="20" y="75"/>
                    <a:pt x="11" y="174"/>
                  </a:cubicBezTo>
                  <a:cubicBezTo>
                    <a:pt x="1" y="279"/>
                    <a:pt x="78" y="371"/>
                    <a:pt x="182" y="381"/>
                  </a:cubicBezTo>
                  <a:cubicBezTo>
                    <a:pt x="188" y="381"/>
                    <a:pt x="195" y="382"/>
                    <a:pt x="200" y="382"/>
                  </a:cubicBezTo>
                  <a:cubicBezTo>
                    <a:pt x="297" y="382"/>
                    <a:pt x="380" y="307"/>
                    <a:pt x="389" y="209"/>
                  </a:cubicBezTo>
                  <a:lnTo>
                    <a:pt x="390" y="208"/>
                  </a:lnTo>
                  <a:cubicBezTo>
                    <a:pt x="399" y="103"/>
                    <a:pt x="322" y="12"/>
                    <a:pt x="218" y="2"/>
                  </a:cubicBezTo>
                  <a:cubicBezTo>
                    <a:pt x="212" y="1"/>
                    <a:pt x="206" y="1"/>
                    <a:pt x="2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99" name="Google Shape;799;p36"/>
          <p:cNvSpPr/>
          <p:nvPr/>
        </p:nvSpPr>
        <p:spPr>
          <a:xfrm rot="-8489029">
            <a:off x="1004251" y="1106294"/>
            <a:ext cx="112808" cy="112826"/>
          </a:xfrm>
          <a:custGeom>
            <a:avLst/>
            <a:gdLst/>
            <a:ahLst/>
            <a:cxnLst/>
            <a:rect l="l" t="t" r="r" b="b"/>
            <a:pathLst>
              <a:path w="6138" h="6139" extrusionOk="0">
                <a:moveTo>
                  <a:pt x="3069" y="0"/>
                </a:moveTo>
                <a:cubicBezTo>
                  <a:pt x="2625" y="513"/>
                  <a:pt x="2402" y="1024"/>
                  <a:pt x="2235" y="1535"/>
                </a:cubicBezTo>
                <a:cubicBezTo>
                  <a:pt x="2177" y="1722"/>
                  <a:pt x="2134" y="1909"/>
                  <a:pt x="2099" y="2097"/>
                </a:cubicBezTo>
                <a:cubicBezTo>
                  <a:pt x="1912" y="2131"/>
                  <a:pt x="1723" y="2173"/>
                  <a:pt x="1536" y="2233"/>
                </a:cubicBezTo>
                <a:cubicBezTo>
                  <a:pt x="1023" y="2398"/>
                  <a:pt x="512" y="2623"/>
                  <a:pt x="1" y="3070"/>
                </a:cubicBezTo>
                <a:cubicBezTo>
                  <a:pt x="512" y="3517"/>
                  <a:pt x="1023" y="3740"/>
                  <a:pt x="1536" y="3907"/>
                </a:cubicBezTo>
                <a:cubicBezTo>
                  <a:pt x="1722" y="3966"/>
                  <a:pt x="1909" y="4008"/>
                  <a:pt x="2096" y="4042"/>
                </a:cubicBezTo>
                <a:cubicBezTo>
                  <a:pt x="2132" y="4230"/>
                  <a:pt x="2173" y="4417"/>
                  <a:pt x="2232" y="4604"/>
                </a:cubicBezTo>
                <a:cubicBezTo>
                  <a:pt x="2399" y="5115"/>
                  <a:pt x="2622" y="5627"/>
                  <a:pt x="3069" y="6138"/>
                </a:cubicBezTo>
                <a:cubicBezTo>
                  <a:pt x="3517" y="5627"/>
                  <a:pt x="3741" y="5115"/>
                  <a:pt x="3906" y="4604"/>
                </a:cubicBezTo>
                <a:cubicBezTo>
                  <a:pt x="3966" y="4416"/>
                  <a:pt x="4008" y="4229"/>
                  <a:pt x="4042" y="4040"/>
                </a:cubicBezTo>
                <a:cubicBezTo>
                  <a:pt x="4230" y="4005"/>
                  <a:pt x="4416" y="3963"/>
                  <a:pt x="4604" y="3904"/>
                </a:cubicBezTo>
                <a:cubicBezTo>
                  <a:pt x="5115" y="3737"/>
                  <a:pt x="5626" y="3514"/>
                  <a:pt x="6138" y="3070"/>
                </a:cubicBezTo>
                <a:cubicBezTo>
                  <a:pt x="5626" y="2625"/>
                  <a:pt x="5115" y="2402"/>
                  <a:pt x="4604" y="2235"/>
                </a:cubicBezTo>
                <a:cubicBezTo>
                  <a:pt x="4416" y="2176"/>
                  <a:pt x="4228" y="2133"/>
                  <a:pt x="4040" y="2099"/>
                </a:cubicBezTo>
                <a:cubicBezTo>
                  <a:pt x="4005" y="1910"/>
                  <a:pt x="3963" y="1723"/>
                  <a:pt x="3904" y="1535"/>
                </a:cubicBezTo>
                <a:cubicBezTo>
                  <a:pt x="3738" y="1024"/>
                  <a:pt x="3514" y="513"/>
                  <a:pt x="3069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0" name="Google Shape;800;p36"/>
          <p:cNvSpPr/>
          <p:nvPr/>
        </p:nvSpPr>
        <p:spPr>
          <a:xfrm rot="-6299947">
            <a:off x="5548728" y="672313"/>
            <a:ext cx="100450" cy="100450"/>
          </a:xfrm>
          <a:custGeom>
            <a:avLst/>
            <a:gdLst/>
            <a:ahLst/>
            <a:cxnLst/>
            <a:rect l="l" t="t" r="r" b="b"/>
            <a:pathLst>
              <a:path w="2835" h="2836" extrusionOk="0">
                <a:moveTo>
                  <a:pt x="1417" y="0"/>
                </a:moveTo>
                <a:cubicBezTo>
                  <a:pt x="635" y="0"/>
                  <a:pt x="0" y="635"/>
                  <a:pt x="0" y="1418"/>
                </a:cubicBezTo>
                <a:cubicBezTo>
                  <a:pt x="0" y="2200"/>
                  <a:pt x="635" y="2835"/>
                  <a:pt x="1417" y="2835"/>
                </a:cubicBezTo>
                <a:cubicBezTo>
                  <a:pt x="2200" y="2835"/>
                  <a:pt x="2835" y="2200"/>
                  <a:pt x="2835" y="1418"/>
                </a:cubicBezTo>
                <a:cubicBezTo>
                  <a:pt x="2835" y="635"/>
                  <a:pt x="2201" y="0"/>
                  <a:pt x="1417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1" name="Google Shape;801;p36"/>
          <p:cNvSpPr/>
          <p:nvPr/>
        </p:nvSpPr>
        <p:spPr>
          <a:xfrm rot="-4039463">
            <a:off x="8018068" y="2088635"/>
            <a:ext cx="112805" cy="112823"/>
          </a:xfrm>
          <a:custGeom>
            <a:avLst/>
            <a:gdLst/>
            <a:ahLst/>
            <a:cxnLst/>
            <a:rect l="l" t="t" r="r" b="b"/>
            <a:pathLst>
              <a:path w="6138" h="6139" extrusionOk="0">
                <a:moveTo>
                  <a:pt x="3069" y="0"/>
                </a:moveTo>
                <a:cubicBezTo>
                  <a:pt x="2625" y="513"/>
                  <a:pt x="2402" y="1024"/>
                  <a:pt x="2235" y="1535"/>
                </a:cubicBezTo>
                <a:cubicBezTo>
                  <a:pt x="2177" y="1722"/>
                  <a:pt x="2134" y="1909"/>
                  <a:pt x="2099" y="2097"/>
                </a:cubicBezTo>
                <a:cubicBezTo>
                  <a:pt x="1912" y="2131"/>
                  <a:pt x="1723" y="2173"/>
                  <a:pt x="1536" y="2233"/>
                </a:cubicBezTo>
                <a:cubicBezTo>
                  <a:pt x="1023" y="2398"/>
                  <a:pt x="512" y="2623"/>
                  <a:pt x="1" y="3070"/>
                </a:cubicBezTo>
                <a:cubicBezTo>
                  <a:pt x="512" y="3517"/>
                  <a:pt x="1023" y="3740"/>
                  <a:pt x="1536" y="3907"/>
                </a:cubicBezTo>
                <a:cubicBezTo>
                  <a:pt x="1722" y="3966"/>
                  <a:pt x="1909" y="4008"/>
                  <a:pt x="2096" y="4042"/>
                </a:cubicBezTo>
                <a:cubicBezTo>
                  <a:pt x="2132" y="4230"/>
                  <a:pt x="2173" y="4417"/>
                  <a:pt x="2232" y="4604"/>
                </a:cubicBezTo>
                <a:cubicBezTo>
                  <a:pt x="2399" y="5115"/>
                  <a:pt x="2622" y="5627"/>
                  <a:pt x="3069" y="6138"/>
                </a:cubicBezTo>
                <a:cubicBezTo>
                  <a:pt x="3517" y="5627"/>
                  <a:pt x="3741" y="5115"/>
                  <a:pt x="3906" y="4604"/>
                </a:cubicBezTo>
                <a:cubicBezTo>
                  <a:pt x="3966" y="4416"/>
                  <a:pt x="4008" y="4229"/>
                  <a:pt x="4042" y="4040"/>
                </a:cubicBezTo>
                <a:cubicBezTo>
                  <a:pt x="4230" y="4005"/>
                  <a:pt x="4416" y="3963"/>
                  <a:pt x="4604" y="3904"/>
                </a:cubicBezTo>
                <a:cubicBezTo>
                  <a:pt x="5115" y="3737"/>
                  <a:pt x="5626" y="3514"/>
                  <a:pt x="6138" y="3070"/>
                </a:cubicBezTo>
                <a:cubicBezTo>
                  <a:pt x="5626" y="2625"/>
                  <a:pt x="5115" y="2402"/>
                  <a:pt x="4604" y="2235"/>
                </a:cubicBezTo>
                <a:cubicBezTo>
                  <a:pt x="4416" y="2176"/>
                  <a:pt x="4228" y="2133"/>
                  <a:pt x="4040" y="2099"/>
                </a:cubicBezTo>
                <a:cubicBezTo>
                  <a:pt x="4005" y="1910"/>
                  <a:pt x="3963" y="1723"/>
                  <a:pt x="3904" y="1535"/>
                </a:cubicBezTo>
                <a:cubicBezTo>
                  <a:pt x="3738" y="1024"/>
                  <a:pt x="3514" y="513"/>
                  <a:pt x="3069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2" name="Google Shape;802;p36"/>
          <p:cNvSpPr txBox="1">
            <a:spLocks noGrp="1"/>
          </p:cNvSpPr>
          <p:nvPr>
            <p:ph type="title"/>
          </p:nvPr>
        </p:nvSpPr>
        <p:spPr>
          <a:xfrm>
            <a:off x="784111" y="1518336"/>
            <a:ext cx="7263900" cy="161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n" sz="3600" dirty="0"/>
              <a:t>AI Neural </a:t>
            </a:r>
            <a:r>
              <a:rPr lang="en-IN" sz="3600" dirty="0"/>
              <a:t>Network versus </a:t>
            </a:r>
            <a:br>
              <a:rPr lang="en-IN" sz="3600" dirty="0"/>
            </a:br>
            <a:r>
              <a:rPr lang="en-IN" sz="1600" dirty="0"/>
              <a:t>The</a:t>
            </a:r>
            <a:r>
              <a:rPr lang="en-IN" sz="3600" dirty="0"/>
              <a:t> </a:t>
            </a:r>
            <a:r>
              <a:rPr lang="en" sz="6400" dirty="0"/>
              <a:t>Nervous System </a:t>
            </a:r>
            <a:endParaRPr sz="36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DDDEE39-BA86-B93C-8A82-3EAA86B2DBE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901" y="685779"/>
            <a:ext cx="2036265" cy="811527"/>
          </a:xfrm>
          <a:prstGeom prst="rect">
            <a:avLst/>
          </a:prstGeom>
        </p:spPr>
      </p:pic>
      <p:sp>
        <p:nvSpPr>
          <p:cNvPr id="3" name="Google Shape;802;p36">
            <a:extLst>
              <a:ext uri="{FF2B5EF4-FFF2-40B4-BE49-F238E27FC236}">
                <a16:creationId xmlns:a16="http://schemas.microsoft.com/office/drawing/2014/main" id="{E51D1818-D442-B99E-C640-E22EB61ED6F6}"/>
              </a:ext>
            </a:extLst>
          </p:cNvPr>
          <p:cNvSpPr txBox="1">
            <a:spLocks/>
          </p:cNvSpPr>
          <p:nvPr/>
        </p:nvSpPr>
        <p:spPr>
          <a:xfrm>
            <a:off x="699978" y="3915073"/>
            <a:ext cx="72639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54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>
              <a:spcAft>
                <a:spcPts val="400"/>
              </a:spcAft>
            </a:pPr>
            <a:r>
              <a:rPr lang="en-US" sz="1600" dirty="0"/>
              <a:t>By Ranbir Khurana – 24BCS11076</a:t>
            </a:r>
          </a:p>
          <a:p>
            <a:pPr>
              <a:spcAft>
                <a:spcPts val="400"/>
              </a:spcAft>
            </a:pPr>
            <a:r>
              <a:rPr lang="en-US" sz="1600" dirty="0"/>
              <a:t>Sarabdeep Singh Bilkhu – 24BCS10751</a:t>
            </a:r>
          </a:p>
        </p:txBody>
      </p:sp>
      <p:sp>
        <p:nvSpPr>
          <p:cNvPr id="4" name="Google Shape;802;p36">
            <a:extLst>
              <a:ext uri="{FF2B5EF4-FFF2-40B4-BE49-F238E27FC236}">
                <a16:creationId xmlns:a16="http://schemas.microsoft.com/office/drawing/2014/main" id="{317ED02A-C0CC-238B-6AEC-1720C50932FC}"/>
              </a:ext>
            </a:extLst>
          </p:cNvPr>
          <p:cNvSpPr txBox="1">
            <a:spLocks/>
          </p:cNvSpPr>
          <p:nvPr/>
        </p:nvSpPr>
        <p:spPr>
          <a:xfrm>
            <a:off x="7708303" y="833296"/>
            <a:ext cx="769093" cy="321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54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>
              <a:spcAft>
                <a:spcPts val="400"/>
              </a:spcAft>
            </a:pPr>
            <a:r>
              <a:rPr lang="en-US" sz="1600" dirty="0"/>
              <a:t>507-B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38"/>
          <p:cNvSpPr txBox="1">
            <a:spLocks noGrp="1"/>
          </p:cNvSpPr>
          <p:nvPr>
            <p:ph type="title" idx="9"/>
          </p:nvPr>
        </p:nvSpPr>
        <p:spPr>
          <a:xfrm>
            <a:off x="720000" y="5988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Table of C</a:t>
            </a:r>
            <a:r>
              <a:rPr lang="en" dirty="0">
                <a:solidFill>
                  <a:schemeClr val="dk1"/>
                </a:solidFill>
              </a:rPr>
              <a:t>ontents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826" name="Google Shape;826;p38"/>
          <p:cNvSpPr txBox="1">
            <a:spLocks noGrp="1"/>
          </p:cNvSpPr>
          <p:nvPr>
            <p:ph type="subTitle" idx="1"/>
          </p:nvPr>
        </p:nvSpPr>
        <p:spPr>
          <a:xfrm>
            <a:off x="615355" y="2826442"/>
            <a:ext cx="2514789" cy="7962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Learning about Intelligence, AI Neural network and Human Nervous System</a:t>
            </a:r>
          </a:p>
        </p:txBody>
      </p:sp>
      <p:sp>
        <p:nvSpPr>
          <p:cNvPr id="827" name="Google Shape;827;p38"/>
          <p:cNvSpPr txBox="1">
            <a:spLocks noGrp="1"/>
          </p:cNvSpPr>
          <p:nvPr>
            <p:ph type="subTitle" idx="2"/>
          </p:nvPr>
        </p:nvSpPr>
        <p:spPr>
          <a:xfrm>
            <a:off x="3419275" y="3374132"/>
            <a:ext cx="2305500" cy="4759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Learning key </a:t>
            </a:r>
            <a:r>
              <a:rPr lang="en-IN" dirty="0"/>
              <a:t>similarities and differences</a:t>
            </a:r>
            <a:endParaRPr dirty="0"/>
          </a:p>
        </p:txBody>
      </p:sp>
      <p:sp>
        <p:nvSpPr>
          <p:cNvPr id="828" name="Google Shape;828;p38"/>
          <p:cNvSpPr txBox="1">
            <a:spLocks noGrp="1"/>
          </p:cNvSpPr>
          <p:nvPr>
            <p:ph type="subTitle" idx="3"/>
          </p:nvPr>
        </p:nvSpPr>
        <p:spPr>
          <a:xfrm>
            <a:off x="6055557" y="2826442"/>
            <a:ext cx="2611163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Concluding the presentation</a:t>
            </a:r>
            <a:endParaRPr dirty="0"/>
          </a:p>
        </p:txBody>
      </p:sp>
      <p:sp>
        <p:nvSpPr>
          <p:cNvPr id="829" name="Google Shape;829;p38"/>
          <p:cNvSpPr txBox="1">
            <a:spLocks noGrp="1"/>
          </p:cNvSpPr>
          <p:nvPr>
            <p:ph type="title"/>
          </p:nvPr>
        </p:nvSpPr>
        <p:spPr>
          <a:xfrm rot="1403">
            <a:off x="1505381" y="1813730"/>
            <a:ext cx="735000" cy="44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</a:rPr>
              <a:t>01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30" name="Google Shape;830;p38"/>
          <p:cNvSpPr txBox="1">
            <a:spLocks noGrp="1"/>
          </p:cNvSpPr>
          <p:nvPr>
            <p:ph type="title" idx="4"/>
          </p:nvPr>
        </p:nvSpPr>
        <p:spPr>
          <a:xfrm rot="2806">
            <a:off x="4204649" y="2376944"/>
            <a:ext cx="7350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>
              <a:hlinkClick r:id="rId3" action="ppaction://hlinksldjump"/>
            </a:endParaRPr>
          </a:p>
        </p:txBody>
      </p:sp>
      <p:sp>
        <p:nvSpPr>
          <p:cNvPr id="831" name="Google Shape;831;p38"/>
          <p:cNvSpPr txBox="1">
            <a:spLocks noGrp="1"/>
          </p:cNvSpPr>
          <p:nvPr>
            <p:ph type="title" idx="5"/>
          </p:nvPr>
        </p:nvSpPr>
        <p:spPr>
          <a:xfrm>
            <a:off x="6903932" y="1813567"/>
            <a:ext cx="734700" cy="44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hlinkMouseOver r:id="rId4" action="ppaction://hlinksldjump"/>
              </a:rPr>
              <a:t>03</a:t>
            </a:r>
            <a:endParaRPr dirty="0">
              <a:hlinkClick r:id="rId5" action="ppaction://hlinksldjump"/>
            </a:endParaRPr>
          </a:p>
        </p:txBody>
      </p:sp>
      <p:sp>
        <p:nvSpPr>
          <p:cNvPr id="832" name="Google Shape;832;p38"/>
          <p:cNvSpPr txBox="1">
            <a:spLocks noGrp="1"/>
          </p:cNvSpPr>
          <p:nvPr>
            <p:ph type="subTitle" idx="6"/>
          </p:nvPr>
        </p:nvSpPr>
        <p:spPr>
          <a:xfrm>
            <a:off x="720000" y="2559417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833" name="Google Shape;833;p38"/>
          <p:cNvSpPr txBox="1">
            <a:spLocks noGrp="1"/>
          </p:cNvSpPr>
          <p:nvPr>
            <p:ph type="subTitle" idx="7"/>
          </p:nvPr>
        </p:nvSpPr>
        <p:spPr>
          <a:xfrm>
            <a:off x="3419275" y="3122394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Comparisons </a:t>
            </a:r>
            <a:endParaRPr dirty="0"/>
          </a:p>
        </p:txBody>
      </p:sp>
      <p:sp>
        <p:nvSpPr>
          <p:cNvPr id="834" name="Google Shape;834;p38"/>
          <p:cNvSpPr txBox="1">
            <a:spLocks noGrp="1"/>
          </p:cNvSpPr>
          <p:nvPr>
            <p:ph type="subTitle" idx="8"/>
          </p:nvPr>
        </p:nvSpPr>
        <p:spPr>
          <a:xfrm>
            <a:off x="6118550" y="2559417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Conclusion</a:t>
            </a:r>
            <a:endParaRPr dirty="0"/>
          </a:p>
        </p:txBody>
      </p:sp>
      <p:sp>
        <p:nvSpPr>
          <p:cNvPr id="835" name="Google Shape;835;p38"/>
          <p:cNvSpPr/>
          <p:nvPr/>
        </p:nvSpPr>
        <p:spPr>
          <a:xfrm rot="3211094">
            <a:off x="7880560" y="3999935"/>
            <a:ext cx="112810" cy="112828"/>
          </a:xfrm>
          <a:custGeom>
            <a:avLst/>
            <a:gdLst/>
            <a:ahLst/>
            <a:cxnLst/>
            <a:rect l="l" t="t" r="r" b="b"/>
            <a:pathLst>
              <a:path w="6138" h="6139" extrusionOk="0">
                <a:moveTo>
                  <a:pt x="3069" y="0"/>
                </a:moveTo>
                <a:cubicBezTo>
                  <a:pt x="2625" y="513"/>
                  <a:pt x="2402" y="1024"/>
                  <a:pt x="2235" y="1535"/>
                </a:cubicBezTo>
                <a:cubicBezTo>
                  <a:pt x="2177" y="1722"/>
                  <a:pt x="2134" y="1909"/>
                  <a:pt x="2099" y="2097"/>
                </a:cubicBezTo>
                <a:cubicBezTo>
                  <a:pt x="1912" y="2131"/>
                  <a:pt x="1723" y="2173"/>
                  <a:pt x="1536" y="2233"/>
                </a:cubicBezTo>
                <a:cubicBezTo>
                  <a:pt x="1023" y="2398"/>
                  <a:pt x="512" y="2623"/>
                  <a:pt x="1" y="3070"/>
                </a:cubicBezTo>
                <a:cubicBezTo>
                  <a:pt x="512" y="3517"/>
                  <a:pt x="1023" y="3740"/>
                  <a:pt x="1536" y="3907"/>
                </a:cubicBezTo>
                <a:cubicBezTo>
                  <a:pt x="1722" y="3966"/>
                  <a:pt x="1909" y="4008"/>
                  <a:pt x="2096" y="4042"/>
                </a:cubicBezTo>
                <a:cubicBezTo>
                  <a:pt x="2132" y="4230"/>
                  <a:pt x="2173" y="4417"/>
                  <a:pt x="2232" y="4604"/>
                </a:cubicBezTo>
                <a:cubicBezTo>
                  <a:pt x="2399" y="5115"/>
                  <a:pt x="2622" y="5627"/>
                  <a:pt x="3069" y="6138"/>
                </a:cubicBezTo>
                <a:cubicBezTo>
                  <a:pt x="3517" y="5627"/>
                  <a:pt x="3741" y="5115"/>
                  <a:pt x="3906" y="4604"/>
                </a:cubicBezTo>
                <a:cubicBezTo>
                  <a:pt x="3966" y="4416"/>
                  <a:pt x="4008" y="4229"/>
                  <a:pt x="4042" y="4040"/>
                </a:cubicBezTo>
                <a:cubicBezTo>
                  <a:pt x="4230" y="4005"/>
                  <a:pt x="4416" y="3963"/>
                  <a:pt x="4604" y="3904"/>
                </a:cubicBezTo>
                <a:cubicBezTo>
                  <a:pt x="5115" y="3737"/>
                  <a:pt x="5626" y="3514"/>
                  <a:pt x="6138" y="3070"/>
                </a:cubicBezTo>
                <a:cubicBezTo>
                  <a:pt x="5626" y="2625"/>
                  <a:pt x="5115" y="2402"/>
                  <a:pt x="4604" y="2235"/>
                </a:cubicBezTo>
                <a:cubicBezTo>
                  <a:pt x="4416" y="2176"/>
                  <a:pt x="4228" y="2133"/>
                  <a:pt x="4040" y="2099"/>
                </a:cubicBezTo>
                <a:cubicBezTo>
                  <a:pt x="4005" y="1910"/>
                  <a:pt x="3963" y="1723"/>
                  <a:pt x="3904" y="1535"/>
                </a:cubicBezTo>
                <a:cubicBezTo>
                  <a:pt x="3738" y="1024"/>
                  <a:pt x="3514" y="513"/>
                  <a:pt x="306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6" name="Google Shape;836;p38"/>
          <p:cNvSpPr/>
          <p:nvPr/>
        </p:nvSpPr>
        <p:spPr>
          <a:xfrm rot="5400000">
            <a:off x="2925046" y="4364315"/>
            <a:ext cx="100451" cy="100451"/>
          </a:xfrm>
          <a:custGeom>
            <a:avLst/>
            <a:gdLst/>
            <a:ahLst/>
            <a:cxnLst/>
            <a:rect l="l" t="t" r="r" b="b"/>
            <a:pathLst>
              <a:path w="2835" h="2836" extrusionOk="0">
                <a:moveTo>
                  <a:pt x="1417" y="0"/>
                </a:moveTo>
                <a:cubicBezTo>
                  <a:pt x="635" y="0"/>
                  <a:pt x="0" y="635"/>
                  <a:pt x="0" y="1418"/>
                </a:cubicBezTo>
                <a:cubicBezTo>
                  <a:pt x="0" y="2200"/>
                  <a:pt x="635" y="2835"/>
                  <a:pt x="1417" y="2835"/>
                </a:cubicBezTo>
                <a:cubicBezTo>
                  <a:pt x="2200" y="2835"/>
                  <a:pt x="2835" y="2200"/>
                  <a:pt x="2835" y="1418"/>
                </a:cubicBezTo>
                <a:cubicBezTo>
                  <a:pt x="2835" y="635"/>
                  <a:pt x="2201" y="0"/>
                  <a:pt x="141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7" name="Google Shape;837;p38"/>
          <p:cNvSpPr/>
          <p:nvPr/>
        </p:nvSpPr>
        <p:spPr>
          <a:xfrm rot="7660645">
            <a:off x="1067144" y="1040434"/>
            <a:ext cx="112800" cy="112818"/>
          </a:xfrm>
          <a:custGeom>
            <a:avLst/>
            <a:gdLst/>
            <a:ahLst/>
            <a:cxnLst/>
            <a:rect l="l" t="t" r="r" b="b"/>
            <a:pathLst>
              <a:path w="6138" h="6139" extrusionOk="0">
                <a:moveTo>
                  <a:pt x="3069" y="0"/>
                </a:moveTo>
                <a:cubicBezTo>
                  <a:pt x="2625" y="513"/>
                  <a:pt x="2402" y="1024"/>
                  <a:pt x="2235" y="1535"/>
                </a:cubicBezTo>
                <a:cubicBezTo>
                  <a:pt x="2177" y="1722"/>
                  <a:pt x="2134" y="1909"/>
                  <a:pt x="2099" y="2097"/>
                </a:cubicBezTo>
                <a:cubicBezTo>
                  <a:pt x="1912" y="2131"/>
                  <a:pt x="1723" y="2173"/>
                  <a:pt x="1536" y="2233"/>
                </a:cubicBezTo>
                <a:cubicBezTo>
                  <a:pt x="1023" y="2398"/>
                  <a:pt x="512" y="2623"/>
                  <a:pt x="1" y="3070"/>
                </a:cubicBezTo>
                <a:cubicBezTo>
                  <a:pt x="512" y="3517"/>
                  <a:pt x="1023" y="3740"/>
                  <a:pt x="1536" y="3907"/>
                </a:cubicBezTo>
                <a:cubicBezTo>
                  <a:pt x="1722" y="3966"/>
                  <a:pt x="1909" y="4008"/>
                  <a:pt x="2096" y="4042"/>
                </a:cubicBezTo>
                <a:cubicBezTo>
                  <a:pt x="2132" y="4230"/>
                  <a:pt x="2173" y="4417"/>
                  <a:pt x="2232" y="4604"/>
                </a:cubicBezTo>
                <a:cubicBezTo>
                  <a:pt x="2399" y="5115"/>
                  <a:pt x="2622" y="5627"/>
                  <a:pt x="3069" y="6138"/>
                </a:cubicBezTo>
                <a:cubicBezTo>
                  <a:pt x="3517" y="5627"/>
                  <a:pt x="3741" y="5115"/>
                  <a:pt x="3906" y="4604"/>
                </a:cubicBezTo>
                <a:cubicBezTo>
                  <a:pt x="3966" y="4416"/>
                  <a:pt x="4008" y="4229"/>
                  <a:pt x="4042" y="4040"/>
                </a:cubicBezTo>
                <a:cubicBezTo>
                  <a:pt x="4230" y="4005"/>
                  <a:pt x="4416" y="3963"/>
                  <a:pt x="4604" y="3904"/>
                </a:cubicBezTo>
                <a:cubicBezTo>
                  <a:pt x="5115" y="3737"/>
                  <a:pt x="5626" y="3514"/>
                  <a:pt x="6138" y="3070"/>
                </a:cubicBezTo>
                <a:cubicBezTo>
                  <a:pt x="5626" y="2625"/>
                  <a:pt x="5115" y="2402"/>
                  <a:pt x="4604" y="2235"/>
                </a:cubicBezTo>
                <a:cubicBezTo>
                  <a:pt x="4416" y="2176"/>
                  <a:pt x="4228" y="2133"/>
                  <a:pt x="4040" y="2099"/>
                </a:cubicBezTo>
                <a:cubicBezTo>
                  <a:pt x="4005" y="1910"/>
                  <a:pt x="3963" y="1723"/>
                  <a:pt x="3904" y="1535"/>
                </a:cubicBezTo>
                <a:cubicBezTo>
                  <a:pt x="3738" y="1024"/>
                  <a:pt x="3514" y="513"/>
                  <a:pt x="306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38" name="Google Shape;838;p38"/>
          <p:cNvGrpSpPr/>
          <p:nvPr/>
        </p:nvGrpSpPr>
        <p:grpSpPr>
          <a:xfrm>
            <a:off x="4148873" y="1297782"/>
            <a:ext cx="734701" cy="764129"/>
            <a:chOff x="8194594" y="1211017"/>
            <a:chExt cx="229836" cy="285121"/>
          </a:xfrm>
        </p:grpSpPr>
        <p:sp>
          <p:nvSpPr>
            <p:cNvPr id="839" name="Google Shape;839;p38"/>
            <p:cNvSpPr/>
            <p:nvPr/>
          </p:nvSpPr>
          <p:spPr>
            <a:xfrm>
              <a:off x="8194594" y="1211017"/>
              <a:ext cx="229836" cy="285121"/>
            </a:xfrm>
            <a:custGeom>
              <a:avLst/>
              <a:gdLst/>
              <a:ahLst/>
              <a:cxnLst/>
              <a:rect l="l" t="t" r="r" b="b"/>
              <a:pathLst>
                <a:path w="4519" h="5606" extrusionOk="0">
                  <a:moveTo>
                    <a:pt x="2342" y="0"/>
                  </a:moveTo>
                  <a:cubicBezTo>
                    <a:pt x="2128" y="0"/>
                    <a:pt x="1954" y="174"/>
                    <a:pt x="1954" y="388"/>
                  </a:cubicBezTo>
                  <a:lnTo>
                    <a:pt x="1954" y="1919"/>
                  </a:lnTo>
                  <a:lnTo>
                    <a:pt x="1771" y="719"/>
                  </a:lnTo>
                  <a:cubicBezTo>
                    <a:pt x="1739" y="511"/>
                    <a:pt x="1543" y="344"/>
                    <a:pt x="1334" y="344"/>
                  </a:cubicBezTo>
                  <a:cubicBezTo>
                    <a:pt x="1114" y="344"/>
                    <a:pt x="957" y="525"/>
                    <a:pt x="990" y="743"/>
                  </a:cubicBezTo>
                  <a:lnTo>
                    <a:pt x="1023" y="950"/>
                  </a:lnTo>
                  <a:cubicBezTo>
                    <a:pt x="1028" y="990"/>
                    <a:pt x="1063" y="1019"/>
                    <a:pt x="1103" y="1019"/>
                  </a:cubicBezTo>
                  <a:cubicBezTo>
                    <a:pt x="1107" y="1019"/>
                    <a:pt x="1112" y="1019"/>
                    <a:pt x="1116" y="1018"/>
                  </a:cubicBezTo>
                  <a:lnTo>
                    <a:pt x="1144" y="1203"/>
                  </a:lnTo>
                  <a:cubicBezTo>
                    <a:pt x="1099" y="1209"/>
                    <a:pt x="1069" y="1251"/>
                    <a:pt x="1075" y="1296"/>
                  </a:cubicBezTo>
                  <a:lnTo>
                    <a:pt x="1313" y="2844"/>
                  </a:lnTo>
                  <a:cubicBezTo>
                    <a:pt x="1316" y="2865"/>
                    <a:pt x="1317" y="2919"/>
                    <a:pt x="1259" y="2950"/>
                  </a:cubicBezTo>
                  <a:cubicBezTo>
                    <a:pt x="1244" y="2958"/>
                    <a:pt x="1229" y="2962"/>
                    <a:pt x="1213" y="2962"/>
                  </a:cubicBezTo>
                  <a:cubicBezTo>
                    <a:pt x="1180" y="2962"/>
                    <a:pt x="1147" y="2945"/>
                    <a:pt x="1128" y="2916"/>
                  </a:cubicBezTo>
                  <a:lnTo>
                    <a:pt x="762" y="2376"/>
                  </a:lnTo>
                  <a:cubicBezTo>
                    <a:pt x="687" y="2266"/>
                    <a:pt x="565" y="2206"/>
                    <a:pt x="441" y="2206"/>
                  </a:cubicBezTo>
                  <a:cubicBezTo>
                    <a:pt x="366" y="2206"/>
                    <a:pt x="291" y="2228"/>
                    <a:pt x="223" y="2273"/>
                  </a:cubicBezTo>
                  <a:cubicBezTo>
                    <a:pt x="47" y="2393"/>
                    <a:pt x="0" y="2635"/>
                    <a:pt x="121" y="2811"/>
                  </a:cubicBezTo>
                  <a:lnTo>
                    <a:pt x="583" y="3494"/>
                  </a:lnTo>
                  <a:cubicBezTo>
                    <a:pt x="604" y="3539"/>
                    <a:pt x="756" y="3877"/>
                    <a:pt x="772" y="4202"/>
                  </a:cubicBezTo>
                  <a:cubicBezTo>
                    <a:pt x="793" y="4621"/>
                    <a:pt x="1002" y="5050"/>
                    <a:pt x="1407" y="5168"/>
                  </a:cubicBezTo>
                  <a:lnTo>
                    <a:pt x="1407" y="5523"/>
                  </a:lnTo>
                  <a:cubicBezTo>
                    <a:pt x="1407" y="5569"/>
                    <a:pt x="1444" y="5606"/>
                    <a:pt x="1489" y="5606"/>
                  </a:cubicBezTo>
                  <a:lnTo>
                    <a:pt x="1691" y="5606"/>
                  </a:lnTo>
                  <a:cubicBezTo>
                    <a:pt x="1736" y="5606"/>
                    <a:pt x="1773" y="5569"/>
                    <a:pt x="1773" y="5523"/>
                  </a:cubicBezTo>
                  <a:lnTo>
                    <a:pt x="1961" y="5523"/>
                  </a:lnTo>
                  <a:cubicBezTo>
                    <a:pt x="1961" y="5569"/>
                    <a:pt x="1998" y="5606"/>
                    <a:pt x="2043" y="5606"/>
                  </a:cubicBezTo>
                  <a:lnTo>
                    <a:pt x="3373" y="5606"/>
                  </a:lnTo>
                  <a:cubicBezTo>
                    <a:pt x="3418" y="5606"/>
                    <a:pt x="3454" y="5569"/>
                    <a:pt x="3454" y="5523"/>
                  </a:cubicBezTo>
                  <a:lnTo>
                    <a:pt x="3454" y="5120"/>
                  </a:lnTo>
                  <a:cubicBezTo>
                    <a:pt x="3523" y="5084"/>
                    <a:pt x="3588" y="5038"/>
                    <a:pt x="3645" y="4981"/>
                  </a:cubicBezTo>
                  <a:cubicBezTo>
                    <a:pt x="3802" y="4823"/>
                    <a:pt x="3891" y="4598"/>
                    <a:pt x="3890" y="4362"/>
                  </a:cubicBezTo>
                  <a:lnTo>
                    <a:pt x="3887" y="3847"/>
                  </a:lnTo>
                  <a:cubicBezTo>
                    <a:pt x="3887" y="3802"/>
                    <a:pt x="3850" y="3765"/>
                    <a:pt x="3805" y="3765"/>
                  </a:cubicBezTo>
                  <a:lnTo>
                    <a:pt x="3804" y="3765"/>
                  </a:lnTo>
                  <a:lnTo>
                    <a:pt x="3803" y="3583"/>
                  </a:lnTo>
                  <a:cubicBezTo>
                    <a:pt x="3849" y="3583"/>
                    <a:pt x="3886" y="3546"/>
                    <a:pt x="3885" y="3501"/>
                  </a:cubicBezTo>
                  <a:lnTo>
                    <a:pt x="3884" y="3222"/>
                  </a:lnTo>
                  <a:cubicBezTo>
                    <a:pt x="3883" y="3130"/>
                    <a:pt x="3901" y="3041"/>
                    <a:pt x="3936" y="2958"/>
                  </a:cubicBezTo>
                  <a:lnTo>
                    <a:pt x="4436" y="1759"/>
                  </a:lnTo>
                  <a:cubicBezTo>
                    <a:pt x="4519" y="1561"/>
                    <a:pt x="4425" y="1334"/>
                    <a:pt x="4228" y="1252"/>
                  </a:cubicBezTo>
                  <a:cubicBezTo>
                    <a:pt x="4179" y="1232"/>
                    <a:pt x="4129" y="1222"/>
                    <a:pt x="4079" y="1222"/>
                  </a:cubicBezTo>
                  <a:cubicBezTo>
                    <a:pt x="3927" y="1222"/>
                    <a:pt x="3784" y="1312"/>
                    <a:pt x="3721" y="1461"/>
                  </a:cubicBezTo>
                  <a:lnTo>
                    <a:pt x="3474" y="2052"/>
                  </a:lnTo>
                  <a:lnTo>
                    <a:pt x="3735" y="971"/>
                  </a:lnTo>
                  <a:cubicBezTo>
                    <a:pt x="3793" y="732"/>
                    <a:pt x="3644" y="566"/>
                    <a:pt x="3480" y="513"/>
                  </a:cubicBezTo>
                  <a:cubicBezTo>
                    <a:pt x="3437" y="499"/>
                    <a:pt x="3392" y="492"/>
                    <a:pt x="3349" y="492"/>
                  </a:cubicBezTo>
                  <a:cubicBezTo>
                    <a:pt x="3182" y="492"/>
                    <a:pt x="3028" y="595"/>
                    <a:pt x="2982" y="789"/>
                  </a:cubicBezTo>
                  <a:lnTo>
                    <a:pt x="2729" y="1838"/>
                  </a:lnTo>
                  <a:lnTo>
                    <a:pt x="2729" y="388"/>
                  </a:lnTo>
                  <a:cubicBezTo>
                    <a:pt x="2729" y="174"/>
                    <a:pt x="2555" y="0"/>
                    <a:pt x="2342" y="0"/>
                  </a:cubicBezTo>
                  <a:close/>
                </a:path>
              </a:pathLst>
            </a:custGeom>
            <a:solidFill>
              <a:srgbClr val="FFFFFF"/>
            </a:solidFill>
            <a:ln w="1143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76200" dir="1800000" algn="bl" rotWithShape="0">
                <a:schemeClr val="lt2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38"/>
            <p:cNvSpPr/>
            <p:nvPr/>
          </p:nvSpPr>
          <p:spPr>
            <a:xfrm>
              <a:off x="8270272" y="1422894"/>
              <a:ext cx="95871" cy="69068"/>
            </a:xfrm>
            <a:custGeom>
              <a:avLst/>
              <a:gdLst/>
              <a:ahLst/>
              <a:cxnLst/>
              <a:rect l="l" t="t" r="r" b="b"/>
              <a:pathLst>
                <a:path w="1885" h="1358" extrusionOk="0">
                  <a:moveTo>
                    <a:pt x="1" y="0"/>
                  </a:moveTo>
                  <a:lnTo>
                    <a:pt x="1" y="1357"/>
                  </a:lnTo>
                  <a:lnTo>
                    <a:pt x="1885" y="1357"/>
                  </a:lnTo>
                  <a:lnTo>
                    <a:pt x="188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38"/>
            <p:cNvSpPr/>
            <p:nvPr/>
          </p:nvSpPr>
          <p:spPr>
            <a:xfrm>
              <a:off x="8199324" y="1215187"/>
              <a:ext cx="220376" cy="256182"/>
            </a:xfrm>
            <a:custGeom>
              <a:avLst/>
              <a:gdLst/>
              <a:ahLst/>
              <a:cxnLst/>
              <a:rect l="l" t="t" r="r" b="b"/>
              <a:pathLst>
                <a:path w="4333" h="5037" extrusionOk="0">
                  <a:moveTo>
                    <a:pt x="2249" y="1"/>
                  </a:moveTo>
                  <a:cubicBezTo>
                    <a:pt x="2080" y="1"/>
                    <a:pt x="1944" y="137"/>
                    <a:pt x="1944" y="306"/>
                  </a:cubicBezTo>
                  <a:lnTo>
                    <a:pt x="1944" y="2082"/>
                  </a:lnTo>
                  <a:cubicBezTo>
                    <a:pt x="1944" y="2107"/>
                    <a:pt x="1930" y="2129"/>
                    <a:pt x="1908" y="2139"/>
                  </a:cubicBezTo>
                  <a:lnTo>
                    <a:pt x="1907" y="2139"/>
                  </a:lnTo>
                  <a:cubicBezTo>
                    <a:pt x="1898" y="2144"/>
                    <a:pt x="1889" y="2146"/>
                    <a:pt x="1879" y="2146"/>
                  </a:cubicBezTo>
                  <a:cubicBezTo>
                    <a:pt x="1850" y="2146"/>
                    <a:pt x="1823" y="2125"/>
                    <a:pt x="1817" y="2093"/>
                  </a:cubicBezTo>
                  <a:lnTo>
                    <a:pt x="1596" y="648"/>
                  </a:lnTo>
                  <a:cubicBezTo>
                    <a:pt x="1571" y="481"/>
                    <a:pt x="1411" y="343"/>
                    <a:pt x="1241" y="343"/>
                  </a:cubicBezTo>
                  <a:cubicBezTo>
                    <a:pt x="1071" y="343"/>
                    <a:pt x="953" y="481"/>
                    <a:pt x="979" y="648"/>
                  </a:cubicBezTo>
                  <a:lnTo>
                    <a:pt x="1301" y="2750"/>
                  </a:lnTo>
                  <a:cubicBezTo>
                    <a:pt x="1312" y="2822"/>
                    <a:pt x="1283" y="2899"/>
                    <a:pt x="1205" y="2940"/>
                  </a:cubicBezTo>
                  <a:cubicBezTo>
                    <a:pt x="1178" y="2955"/>
                    <a:pt x="1149" y="2962"/>
                    <a:pt x="1120" y="2962"/>
                  </a:cubicBezTo>
                  <a:cubicBezTo>
                    <a:pt x="1060" y="2962"/>
                    <a:pt x="1002" y="2933"/>
                    <a:pt x="966" y="2880"/>
                  </a:cubicBezTo>
                  <a:lnTo>
                    <a:pt x="601" y="2340"/>
                  </a:lnTo>
                  <a:cubicBezTo>
                    <a:pt x="542" y="2253"/>
                    <a:pt x="446" y="2206"/>
                    <a:pt x="349" y="2206"/>
                  </a:cubicBezTo>
                  <a:cubicBezTo>
                    <a:pt x="289" y="2206"/>
                    <a:pt x="229" y="2224"/>
                    <a:pt x="177" y="2260"/>
                  </a:cubicBezTo>
                  <a:cubicBezTo>
                    <a:pt x="37" y="2354"/>
                    <a:pt x="1" y="2543"/>
                    <a:pt x="96" y="2684"/>
                  </a:cubicBezTo>
                  <a:lnTo>
                    <a:pt x="562" y="3371"/>
                  </a:lnTo>
                  <a:cubicBezTo>
                    <a:pt x="562" y="3371"/>
                    <a:pt x="742" y="3747"/>
                    <a:pt x="761" y="4116"/>
                  </a:cubicBezTo>
                  <a:cubicBezTo>
                    <a:pt x="780" y="4486"/>
                    <a:pt x="981" y="5037"/>
                    <a:pt x="1551" y="5037"/>
                  </a:cubicBezTo>
                  <a:lnTo>
                    <a:pt x="3026" y="5037"/>
                  </a:lnTo>
                  <a:cubicBezTo>
                    <a:pt x="3424" y="5037"/>
                    <a:pt x="3716" y="4692"/>
                    <a:pt x="3714" y="4280"/>
                  </a:cubicBezTo>
                  <a:lnTo>
                    <a:pt x="3708" y="3140"/>
                  </a:lnTo>
                  <a:cubicBezTo>
                    <a:pt x="3708" y="3039"/>
                    <a:pt x="3728" y="2938"/>
                    <a:pt x="3767" y="2844"/>
                  </a:cubicBezTo>
                  <a:lnTo>
                    <a:pt x="4267" y="1645"/>
                  </a:lnTo>
                  <a:cubicBezTo>
                    <a:pt x="4332" y="1490"/>
                    <a:pt x="4259" y="1310"/>
                    <a:pt x="4103" y="1245"/>
                  </a:cubicBezTo>
                  <a:cubicBezTo>
                    <a:pt x="4065" y="1229"/>
                    <a:pt x="4025" y="1222"/>
                    <a:pt x="3986" y="1222"/>
                  </a:cubicBezTo>
                  <a:cubicBezTo>
                    <a:pt x="3866" y="1222"/>
                    <a:pt x="3753" y="1292"/>
                    <a:pt x="3704" y="1410"/>
                  </a:cubicBezTo>
                  <a:lnTo>
                    <a:pt x="3250" y="2497"/>
                  </a:lnTo>
                  <a:cubicBezTo>
                    <a:pt x="3244" y="2513"/>
                    <a:pt x="3229" y="2521"/>
                    <a:pt x="3214" y="2521"/>
                  </a:cubicBezTo>
                  <a:cubicBezTo>
                    <a:pt x="3206" y="2521"/>
                    <a:pt x="3198" y="2519"/>
                    <a:pt x="3192" y="2514"/>
                  </a:cubicBezTo>
                  <a:lnTo>
                    <a:pt x="3191" y="2513"/>
                  </a:lnTo>
                  <a:cubicBezTo>
                    <a:pt x="3178" y="2504"/>
                    <a:pt x="3172" y="2488"/>
                    <a:pt x="3176" y="2472"/>
                  </a:cubicBezTo>
                  <a:lnTo>
                    <a:pt x="3562" y="870"/>
                  </a:lnTo>
                  <a:cubicBezTo>
                    <a:pt x="3607" y="684"/>
                    <a:pt x="3500" y="554"/>
                    <a:pt x="3362" y="509"/>
                  </a:cubicBezTo>
                  <a:cubicBezTo>
                    <a:pt x="3329" y="498"/>
                    <a:pt x="3293" y="492"/>
                    <a:pt x="3258" y="492"/>
                  </a:cubicBezTo>
                  <a:cubicBezTo>
                    <a:pt x="3133" y="492"/>
                    <a:pt x="3009" y="564"/>
                    <a:pt x="2969" y="727"/>
                  </a:cubicBezTo>
                  <a:lnTo>
                    <a:pt x="2635" y="2111"/>
                  </a:lnTo>
                  <a:cubicBezTo>
                    <a:pt x="2630" y="2130"/>
                    <a:pt x="2613" y="2143"/>
                    <a:pt x="2595" y="2143"/>
                  </a:cubicBezTo>
                  <a:cubicBezTo>
                    <a:pt x="2590" y="2143"/>
                    <a:pt x="2584" y="2141"/>
                    <a:pt x="2579" y="2139"/>
                  </a:cubicBezTo>
                  <a:lnTo>
                    <a:pt x="2578" y="2138"/>
                  </a:lnTo>
                  <a:cubicBezTo>
                    <a:pt x="2563" y="2132"/>
                    <a:pt x="2555" y="2117"/>
                    <a:pt x="2555" y="2102"/>
                  </a:cubicBezTo>
                  <a:lnTo>
                    <a:pt x="2555" y="306"/>
                  </a:lnTo>
                  <a:cubicBezTo>
                    <a:pt x="2555" y="137"/>
                    <a:pt x="2417" y="1"/>
                    <a:pt x="224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38"/>
            <p:cNvSpPr/>
            <p:nvPr/>
          </p:nvSpPr>
          <p:spPr>
            <a:xfrm>
              <a:off x="8243215" y="1211017"/>
              <a:ext cx="181214" cy="182231"/>
            </a:xfrm>
            <a:custGeom>
              <a:avLst/>
              <a:gdLst/>
              <a:ahLst/>
              <a:cxnLst/>
              <a:rect l="l" t="t" r="r" b="b"/>
              <a:pathLst>
                <a:path w="3563" h="3583" extrusionOk="0">
                  <a:moveTo>
                    <a:pt x="1386" y="0"/>
                  </a:moveTo>
                  <a:cubicBezTo>
                    <a:pt x="1172" y="0"/>
                    <a:pt x="998" y="174"/>
                    <a:pt x="998" y="388"/>
                  </a:cubicBezTo>
                  <a:lnTo>
                    <a:pt x="998" y="1919"/>
                  </a:lnTo>
                  <a:lnTo>
                    <a:pt x="815" y="719"/>
                  </a:lnTo>
                  <a:cubicBezTo>
                    <a:pt x="783" y="511"/>
                    <a:pt x="587" y="344"/>
                    <a:pt x="378" y="344"/>
                  </a:cubicBezTo>
                  <a:cubicBezTo>
                    <a:pt x="158" y="344"/>
                    <a:pt x="1" y="525"/>
                    <a:pt x="34" y="743"/>
                  </a:cubicBezTo>
                  <a:lnTo>
                    <a:pt x="67" y="950"/>
                  </a:lnTo>
                  <a:cubicBezTo>
                    <a:pt x="72" y="990"/>
                    <a:pt x="107" y="1019"/>
                    <a:pt x="147" y="1019"/>
                  </a:cubicBezTo>
                  <a:cubicBezTo>
                    <a:pt x="151" y="1019"/>
                    <a:pt x="156" y="1019"/>
                    <a:pt x="160" y="1018"/>
                  </a:cubicBezTo>
                  <a:cubicBezTo>
                    <a:pt x="205" y="1012"/>
                    <a:pt x="235" y="970"/>
                    <a:pt x="229" y="925"/>
                  </a:cubicBezTo>
                  <a:lnTo>
                    <a:pt x="197" y="719"/>
                  </a:lnTo>
                  <a:cubicBezTo>
                    <a:pt x="179" y="600"/>
                    <a:pt x="259" y="507"/>
                    <a:pt x="378" y="507"/>
                  </a:cubicBezTo>
                  <a:cubicBezTo>
                    <a:pt x="507" y="507"/>
                    <a:pt x="632" y="615"/>
                    <a:pt x="652" y="743"/>
                  </a:cubicBezTo>
                  <a:lnTo>
                    <a:pt x="873" y="2188"/>
                  </a:lnTo>
                  <a:cubicBezTo>
                    <a:pt x="880" y="2233"/>
                    <a:pt x="909" y="2272"/>
                    <a:pt x="950" y="2293"/>
                  </a:cubicBezTo>
                  <a:cubicBezTo>
                    <a:pt x="971" y="2305"/>
                    <a:pt x="994" y="2310"/>
                    <a:pt x="1016" y="2310"/>
                  </a:cubicBezTo>
                  <a:cubicBezTo>
                    <a:pt x="1092" y="2310"/>
                    <a:pt x="1163" y="2249"/>
                    <a:pt x="1163" y="2164"/>
                  </a:cubicBezTo>
                  <a:lnTo>
                    <a:pt x="1163" y="388"/>
                  </a:lnTo>
                  <a:cubicBezTo>
                    <a:pt x="1163" y="265"/>
                    <a:pt x="1263" y="165"/>
                    <a:pt x="1386" y="165"/>
                  </a:cubicBezTo>
                  <a:cubicBezTo>
                    <a:pt x="1509" y="165"/>
                    <a:pt x="1609" y="264"/>
                    <a:pt x="1609" y="388"/>
                  </a:cubicBezTo>
                  <a:lnTo>
                    <a:pt x="1609" y="2183"/>
                  </a:lnTo>
                  <a:cubicBezTo>
                    <a:pt x="1609" y="2232"/>
                    <a:pt x="1637" y="2276"/>
                    <a:pt x="1681" y="2295"/>
                  </a:cubicBezTo>
                  <a:cubicBezTo>
                    <a:pt x="1698" y="2303"/>
                    <a:pt x="1715" y="2307"/>
                    <a:pt x="1732" y="2307"/>
                  </a:cubicBezTo>
                  <a:cubicBezTo>
                    <a:pt x="1787" y="2307"/>
                    <a:pt x="1838" y="2269"/>
                    <a:pt x="1852" y="2213"/>
                  </a:cubicBezTo>
                  <a:lnTo>
                    <a:pt x="2186" y="828"/>
                  </a:lnTo>
                  <a:cubicBezTo>
                    <a:pt x="2213" y="714"/>
                    <a:pt x="2297" y="656"/>
                    <a:pt x="2393" y="656"/>
                  </a:cubicBezTo>
                  <a:cubicBezTo>
                    <a:pt x="2419" y="656"/>
                    <a:pt x="2447" y="661"/>
                    <a:pt x="2474" y="670"/>
                  </a:cubicBezTo>
                  <a:cubicBezTo>
                    <a:pt x="2563" y="698"/>
                    <a:pt x="2655" y="785"/>
                    <a:pt x="2620" y="933"/>
                  </a:cubicBezTo>
                  <a:lnTo>
                    <a:pt x="2233" y="2534"/>
                  </a:lnTo>
                  <a:cubicBezTo>
                    <a:pt x="2222" y="2582"/>
                    <a:pt x="2240" y="2633"/>
                    <a:pt x="2280" y="2662"/>
                  </a:cubicBezTo>
                  <a:cubicBezTo>
                    <a:pt x="2302" y="2678"/>
                    <a:pt x="2327" y="2685"/>
                    <a:pt x="2351" y="2685"/>
                  </a:cubicBezTo>
                  <a:cubicBezTo>
                    <a:pt x="2398" y="2685"/>
                    <a:pt x="2444" y="2658"/>
                    <a:pt x="2464" y="2611"/>
                  </a:cubicBezTo>
                  <a:lnTo>
                    <a:pt x="2917" y="1523"/>
                  </a:lnTo>
                  <a:cubicBezTo>
                    <a:pt x="2953" y="1437"/>
                    <a:pt x="3036" y="1386"/>
                    <a:pt x="3123" y="1386"/>
                  </a:cubicBezTo>
                  <a:cubicBezTo>
                    <a:pt x="3152" y="1386"/>
                    <a:pt x="3181" y="1391"/>
                    <a:pt x="3209" y="1403"/>
                  </a:cubicBezTo>
                  <a:cubicBezTo>
                    <a:pt x="3323" y="1451"/>
                    <a:pt x="3376" y="1582"/>
                    <a:pt x="3329" y="1695"/>
                  </a:cubicBezTo>
                  <a:lnTo>
                    <a:pt x="2828" y="2895"/>
                  </a:lnTo>
                  <a:cubicBezTo>
                    <a:pt x="2785" y="2998"/>
                    <a:pt x="2763" y="3109"/>
                    <a:pt x="2763" y="3223"/>
                  </a:cubicBezTo>
                  <a:lnTo>
                    <a:pt x="2765" y="3501"/>
                  </a:lnTo>
                  <a:cubicBezTo>
                    <a:pt x="2765" y="3546"/>
                    <a:pt x="2802" y="3583"/>
                    <a:pt x="2847" y="3583"/>
                  </a:cubicBezTo>
                  <a:cubicBezTo>
                    <a:pt x="2893" y="3583"/>
                    <a:pt x="2930" y="3546"/>
                    <a:pt x="2929" y="3500"/>
                  </a:cubicBezTo>
                  <a:lnTo>
                    <a:pt x="2928" y="3222"/>
                  </a:lnTo>
                  <a:cubicBezTo>
                    <a:pt x="2928" y="3130"/>
                    <a:pt x="2945" y="3041"/>
                    <a:pt x="2980" y="2958"/>
                  </a:cubicBezTo>
                  <a:lnTo>
                    <a:pt x="3480" y="1759"/>
                  </a:lnTo>
                  <a:cubicBezTo>
                    <a:pt x="3563" y="1561"/>
                    <a:pt x="3469" y="1334"/>
                    <a:pt x="3272" y="1252"/>
                  </a:cubicBezTo>
                  <a:cubicBezTo>
                    <a:pt x="3223" y="1232"/>
                    <a:pt x="3173" y="1222"/>
                    <a:pt x="3123" y="1222"/>
                  </a:cubicBezTo>
                  <a:cubicBezTo>
                    <a:pt x="2971" y="1222"/>
                    <a:pt x="2828" y="1312"/>
                    <a:pt x="2765" y="1461"/>
                  </a:cubicBezTo>
                  <a:lnTo>
                    <a:pt x="2518" y="2052"/>
                  </a:lnTo>
                  <a:lnTo>
                    <a:pt x="2779" y="971"/>
                  </a:lnTo>
                  <a:cubicBezTo>
                    <a:pt x="2837" y="732"/>
                    <a:pt x="2688" y="566"/>
                    <a:pt x="2524" y="513"/>
                  </a:cubicBezTo>
                  <a:cubicBezTo>
                    <a:pt x="2481" y="499"/>
                    <a:pt x="2436" y="492"/>
                    <a:pt x="2393" y="492"/>
                  </a:cubicBezTo>
                  <a:cubicBezTo>
                    <a:pt x="2226" y="492"/>
                    <a:pt x="2072" y="595"/>
                    <a:pt x="2026" y="789"/>
                  </a:cubicBezTo>
                  <a:lnTo>
                    <a:pt x="1773" y="1838"/>
                  </a:lnTo>
                  <a:lnTo>
                    <a:pt x="1773" y="388"/>
                  </a:lnTo>
                  <a:cubicBezTo>
                    <a:pt x="1773" y="174"/>
                    <a:pt x="1599" y="0"/>
                    <a:pt x="13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38"/>
            <p:cNvSpPr/>
            <p:nvPr/>
          </p:nvSpPr>
          <p:spPr>
            <a:xfrm>
              <a:off x="8268949" y="1373561"/>
              <a:ext cx="64592" cy="38196"/>
            </a:xfrm>
            <a:custGeom>
              <a:avLst/>
              <a:gdLst/>
              <a:ahLst/>
              <a:cxnLst/>
              <a:rect l="l" t="t" r="r" b="b"/>
              <a:pathLst>
                <a:path w="1270" h="751" extrusionOk="0">
                  <a:moveTo>
                    <a:pt x="85" y="0"/>
                  </a:moveTo>
                  <a:cubicBezTo>
                    <a:pt x="43" y="0"/>
                    <a:pt x="7" y="34"/>
                    <a:pt x="4" y="77"/>
                  </a:cubicBezTo>
                  <a:cubicBezTo>
                    <a:pt x="1" y="123"/>
                    <a:pt x="35" y="162"/>
                    <a:pt x="80" y="165"/>
                  </a:cubicBezTo>
                  <a:cubicBezTo>
                    <a:pt x="87" y="165"/>
                    <a:pt x="714" y="210"/>
                    <a:pt x="1112" y="719"/>
                  </a:cubicBezTo>
                  <a:cubicBezTo>
                    <a:pt x="1129" y="740"/>
                    <a:pt x="1153" y="751"/>
                    <a:pt x="1177" y="751"/>
                  </a:cubicBezTo>
                  <a:cubicBezTo>
                    <a:pt x="1195" y="751"/>
                    <a:pt x="1212" y="745"/>
                    <a:pt x="1228" y="734"/>
                  </a:cubicBezTo>
                  <a:cubicBezTo>
                    <a:pt x="1263" y="705"/>
                    <a:pt x="1269" y="654"/>
                    <a:pt x="1242" y="618"/>
                  </a:cubicBezTo>
                  <a:cubicBezTo>
                    <a:pt x="798" y="52"/>
                    <a:pt x="119" y="2"/>
                    <a:pt x="91" y="0"/>
                  </a:cubicBezTo>
                  <a:cubicBezTo>
                    <a:pt x="89" y="0"/>
                    <a:pt x="87" y="0"/>
                    <a:pt x="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38"/>
            <p:cNvSpPr/>
            <p:nvPr/>
          </p:nvSpPr>
          <p:spPr>
            <a:xfrm>
              <a:off x="8194594" y="1272098"/>
              <a:ext cx="197947" cy="224038"/>
            </a:xfrm>
            <a:custGeom>
              <a:avLst/>
              <a:gdLst/>
              <a:ahLst/>
              <a:cxnLst/>
              <a:rect l="l" t="t" r="r" b="b"/>
              <a:pathLst>
                <a:path w="3892" h="4405" extrusionOk="0">
                  <a:moveTo>
                    <a:pt x="1158" y="1"/>
                  </a:moveTo>
                  <a:cubicBezTo>
                    <a:pt x="1153" y="1"/>
                    <a:pt x="1149" y="1"/>
                    <a:pt x="1144" y="2"/>
                  </a:cubicBezTo>
                  <a:cubicBezTo>
                    <a:pt x="1099" y="8"/>
                    <a:pt x="1068" y="50"/>
                    <a:pt x="1075" y="95"/>
                  </a:cubicBezTo>
                  <a:lnTo>
                    <a:pt x="1312" y="1643"/>
                  </a:lnTo>
                  <a:cubicBezTo>
                    <a:pt x="1316" y="1664"/>
                    <a:pt x="1317" y="1718"/>
                    <a:pt x="1259" y="1749"/>
                  </a:cubicBezTo>
                  <a:cubicBezTo>
                    <a:pt x="1244" y="1757"/>
                    <a:pt x="1229" y="1761"/>
                    <a:pt x="1213" y="1761"/>
                  </a:cubicBezTo>
                  <a:cubicBezTo>
                    <a:pt x="1180" y="1761"/>
                    <a:pt x="1147" y="1744"/>
                    <a:pt x="1128" y="1715"/>
                  </a:cubicBezTo>
                  <a:lnTo>
                    <a:pt x="762" y="1175"/>
                  </a:lnTo>
                  <a:cubicBezTo>
                    <a:pt x="687" y="1065"/>
                    <a:pt x="565" y="1005"/>
                    <a:pt x="441" y="1005"/>
                  </a:cubicBezTo>
                  <a:cubicBezTo>
                    <a:pt x="366" y="1005"/>
                    <a:pt x="290" y="1027"/>
                    <a:pt x="223" y="1072"/>
                  </a:cubicBezTo>
                  <a:cubicBezTo>
                    <a:pt x="46" y="1192"/>
                    <a:pt x="0" y="1434"/>
                    <a:pt x="121" y="1610"/>
                  </a:cubicBezTo>
                  <a:lnTo>
                    <a:pt x="583" y="2293"/>
                  </a:lnTo>
                  <a:cubicBezTo>
                    <a:pt x="604" y="2338"/>
                    <a:pt x="756" y="2676"/>
                    <a:pt x="772" y="3001"/>
                  </a:cubicBezTo>
                  <a:cubicBezTo>
                    <a:pt x="793" y="3420"/>
                    <a:pt x="1001" y="3849"/>
                    <a:pt x="1407" y="3967"/>
                  </a:cubicBezTo>
                  <a:lnTo>
                    <a:pt x="1407" y="4322"/>
                  </a:lnTo>
                  <a:cubicBezTo>
                    <a:pt x="1407" y="4368"/>
                    <a:pt x="1444" y="4405"/>
                    <a:pt x="1489" y="4405"/>
                  </a:cubicBezTo>
                  <a:lnTo>
                    <a:pt x="1690" y="4405"/>
                  </a:lnTo>
                  <a:cubicBezTo>
                    <a:pt x="1736" y="4405"/>
                    <a:pt x="1773" y="4368"/>
                    <a:pt x="1773" y="4322"/>
                  </a:cubicBezTo>
                  <a:cubicBezTo>
                    <a:pt x="1773" y="4277"/>
                    <a:pt x="1736" y="4240"/>
                    <a:pt x="1690" y="4240"/>
                  </a:cubicBezTo>
                  <a:lnTo>
                    <a:pt x="1571" y="4240"/>
                  </a:lnTo>
                  <a:lnTo>
                    <a:pt x="1571" y="3996"/>
                  </a:lnTo>
                  <a:cubicBezTo>
                    <a:pt x="1595" y="3998"/>
                    <a:pt x="1619" y="3999"/>
                    <a:pt x="1644" y="3999"/>
                  </a:cubicBezTo>
                  <a:lnTo>
                    <a:pt x="3119" y="3999"/>
                  </a:lnTo>
                  <a:cubicBezTo>
                    <a:pt x="3178" y="3999"/>
                    <a:pt x="3235" y="3992"/>
                    <a:pt x="3290" y="3980"/>
                  </a:cubicBezTo>
                  <a:lnTo>
                    <a:pt x="3290" y="4240"/>
                  </a:lnTo>
                  <a:lnTo>
                    <a:pt x="2043" y="4240"/>
                  </a:lnTo>
                  <a:cubicBezTo>
                    <a:pt x="1998" y="4240"/>
                    <a:pt x="1961" y="4277"/>
                    <a:pt x="1961" y="4322"/>
                  </a:cubicBezTo>
                  <a:cubicBezTo>
                    <a:pt x="1961" y="4368"/>
                    <a:pt x="1998" y="4405"/>
                    <a:pt x="2043" y="4405"/>
                  </a:cubicBezTo>
                  <a:lnTo>
                    <a:pt x="3373" y="4405"/>
                  </a:lnTo>
                  <a:cubicBezTo>
                    <a:pt x="3418" y="4405"/>
                    <a:pt x="3454" y="4368"/>
                    <a:pt x="3454" y="4322"/>
                  </a:cubicBezTo>
                  <a:lnTo>
                    <a:pt x="3454" y="3919"/>
                  </a:lnTo>
                  <a:cubicBezTo>
                    <a:pt x="3523" y="3883"/>
                    <a:pt x="3588" y="3837"/>
                    <a:pt x="3645" y="3779"/>
                  </a:cubicBezTo>
                  <a:cubicBezTo>
                    <a:pt x="3801" y="3622"/>
                    <a:pt x="3891" y="3397"/>
                    <a:pt x="3889" y="3161"/>
                  </a:cubicBezTo>
                  <a:lnTo>
                    <a:pt x="3887" y="2646"/>
                  </a:lnTo>
                  <a:cubicBezTo>
                    <a:pt x="3887" y="2601"/>
                    <a:pt x="3850" y="2564"/>
                    <a:pt x="3805" y="2564"/>
                  </a:cubicBezTo>
                  <a:lnTo>
                    <a:pt x="3804" y="2564"/>
                  </a:lnTo>
                  <a:cubicBezTo>
                    <a:pt x="3759" y="2564"/>
                    <a:pt x="3722" y="2602"/>
                    <a:pt x="3722" y="2647"/>
                  </a:cubicBezTo>
                  <a:lnTo>
                    <a:pt x="3726" y="3161"/>
                  </a:lnTo>
                  <a:cubicBezTo>
                    <a:pt x="3727" y="3354"/>
                    <a:pt x="3654" y="3537"/>
                    <a:pt x="3529" y="3664"/>
                  </a:cubicBezTo>
                  <a:cubicBezTo>
                    <a:pt x="3418" y="3776"/>
                    <a:pt x="3275" y="3835"/>
                    <a:pt x="3120" y="3835"/>
                  </a:cubicBezTo>
                  <a:lnTo>
                    <a:pt x="1644" y="3835"/>
                  </a:lnTo>
                  <a:cubicBezTo>
                    <a:pt x="1119" y="3835"/>
                    <a:pt x="953" y="3306"/>
                    <a:pt x="936" y="2993"/>
                  </a:cubicBezTo>
                  <a:cubicBezTo>
                    <a:pt x="917" y="2612"/>
                    <a:pt x="736" y="2232"/>
                    <a:pt x="728" y="2216"/>
                  </a:cubicBezTo>
                  <a:cubicBezTo>
                    <a:pt x="726" y="2212"/>
                    <a:pt x="724" y="2209"/>
                    <a:pt x="722" y="2206"/>
                  </a:cubicBezTo>
                  <a:lnTo>
                    <a:pt x="257" y="1518"/>
                  </a:lnTo>
                  <a:cubicBezTo>
                    <a:pt x="188" y="1416"/>
                    <a:pt x="214" y="1277"/>
                    <a:pt x="316" y="1208"/>
                  </a:cubicBezTo>
                  <a:cubicBezTo>
                    <a:pt x="354" y="1182"/>
                    <a:pt x="398" y="1169"/>
                    <a:pt x="441" y="1169"/>
                  </a:cubicBezTo>
                  <a:cubicBezTo>
                    <a:pt x="512" y="1169"/>
                    <a:pt x="583" y="1204"/>
                    <a:pt x="626" y="1267"/>
                  </a:cubicBezTo>
                  <a:lnTo>
                    <a:pt x="991" y="1807"/>
                  </a:lnTo>
                  <a:cubicBezTo>
                    <a:pt x="1043" y="1883"/>
                    <a:pt x="1128" y="1925"/>
                    <a:pt x="1215" y="1925"/>
                  </a:cubicBezTo>
                  <a:cubicBezTo>
                    <a:pt x="1257" y="1925"/>
                    <a:pt x="1299" y="1915"/>
                    <a:pt x="1338" y="1894"/>
                  </a:cubicBezTo>
                  <a:cubicBezTo>
                    <a:pt x="1440" y="1837"/>
                    <a:pt x="1492" y="1732"/>
                    <a:pt x="1474" y="1618"/>
                  </a:cubicBezTo>
                  <a:lnTo>
                    <a:pt x="1238" y="70"/>
                  </a:lnTo>
                  <a:cubicBezTo>
                    <a:pt x="1231" y="29"/>
                    <a:pt x="1197" y="1"/>
                    <a:pt x="11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45" name="Google Shape;845;p38"/>
          <p:cNvSpPr/>
          <p:nvPr/>
        </p:nvSpPr>
        <p:spPr>
          <a:xfrm rot="-7588906">
            <a:off x="5920255" y="1980866"/>
            <a:ext cx="112810" cy="112828"/>
          </a:xfrm>
          <a:custGeom>
            <a:avLst/>
            <a:gdLst/>
            <a:ahLst/>
            <a:cxnLst/>
            <a:rect l="l" t="t" r="r" b="b"/>
            <a:pathLst>
              <a:path w="6138" h="6139" extrusionOk="0">
                <a:moveTo>
                  <a:pt x="3069" y="0"/>
                </a:moveTo>
                <a:cubicBezTo>
                  <a:pt x="2625" y="513"/>
                  <a:pt x="2402" y="1024"/>
                  <a:pt x="2235" y="1535"/>
                </a:cubicBezTo>
                <a:cubicBezTo>
                  <a:pt x="2177" y="1722"/>
                  <a:pt x="2134" y="1909"/>
                  <a:pt x="2099" y="2097"/>
                </a:cubicBezTo>
                <a:cubicBezTo>
                  <a:pt x="1912" y="2131"/>
                  <a:pt x="1723" y="2173"/>
                  <a:pt x="1536" y="2233"/>
                </a:cubicBezTo>
                <a:cubicBezTo>
                  <a:pt x="1023" y="2398"/>
                  <a:pt x="512" y="2623"/>
                  <a:pt x="1" y="3070"/>
                </a:cubicBezTo>
                <a:cubicBezTo>
                  <a:pt x="512" y="3517"/>
                  <a:pt x="1023" y="3740"/>
                  <a:pt x="1536" y="3907"/>
                </a:cubicBezTo>
                <a:cubicBezTo>
                  <a:pt x="1722" y="3966"/>
                  <a:pt x="1909" y="4008"/>
                  <a:pt x="2096" y="4042"/>
                </a:cubicBezTo>
                <a:cubicBezTo>
                  <a:pt x="2132" y="4230"/>
                  <a:pt x="2173" y="4417"/>
                  <a:pt x="2232" y="4604"/>
                </a:cubicBezTo>
                <a:cubicBezTo>
                  <a:pt x="2399" y="5115"/>
                  <a:pt x="2622" y="5627"/>
                  <a:pt x="3069" y="6138"/>
                </a:cubicBezTo>
                <a:cubicBezTo>
                  <a:pt x="3517" y="5627"/>
                  <a:pt x="3741" y="5115"/>
                  <a:pt x="3906" y="4604"/>
                </a:cubicBezTo>
                <a:cubicBezTo>
                  <a:pt x="3966" y="4416"/>
                  <a:pt x="4008" y="4229"/>
                  <a:pt x="4042" y="4040"/>
                </a:cubicBezTo>
                <a:cubicBezTo>
                  <a:pt x="4230" y="4005"/>
                  <a:pt x="4416" y="3963"/>
                  <a:pt x="4604" y="3904"/>
                </a:cubicBezTo>
                <a:cubicBezTo>
                  <a:pt x="5115" y="3737"/>
                  <a:pt x="5626" y="3514"/>
                  <a:pt x="6138" y="3070"/>
                </a:cubicBezTo>
                <a:cubicBezTo>
                  <a:pt x="5626" y="2625"/>
                  <a:pt x="5115" y="2402"/>
                  <a:pt x="4604" y="2235"/>
                </a:cubicBezTo>
                <a:cubicBezTo>
                  <a:pt x="4416" y="2176"/>
                  <a:pt x="4228" y="2133"/>
                  <a:pt x="4040" y="2099"/>
                </a:cubicBezTo>
                <a:cubicBezTo>
                  <a:pt x="4005" y="1910"/>
                  <a:pt x="3963" y="1723"/>
                  <a:pt x="3904" y="1535"/>
                </a:cubicBezTo>
                <a:cubicBezTo>
                  <a:pt x="3738" y="1024"/>
                  <a:pt x="3514" y="513"/>
                  <a:pt x="306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" name="Slide Zoom 2">
                <a:extLst>
                  <a:ext uri="{FF2B5EF4-FFF2-40B4-BE49-F238E27FC236}">
                    <a16:creationId xmlns:a16="http://schemas.microsoft.com/office/drawing/2014/main" id="{7D025471-12D8-7210-284E-B031E76D449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1634495"/>
                  </p:ext>
                </p:extLst>
              </p:nvPr>
            </p:nvGraphicFramePr>
            <p:xfrm>
              <a:off x="1233750" y="3712097"/>
              <a:ext cx="1297518" cy="702699"/>
            </p:xfrm>
            <a:graphic>
              <a:graphicData uri="http://schemas.microsoft.com/office/powerpoint/2016/slidezoom">
                <pslz:sldZm>
                  <pslz:sldZmObj sldId="262" cId="0">
                    <pslz:zmPr id="{86BFBECA-10A0-4277-B2B8-54F0C1498211}" returnToParent="0" transitionDur="100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297518" cy="702699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" name="Slide Zoom 2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7D025471-12D8-7210-284E-B031E76D449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33750" y="3712097"/>
                <a:ext cx="1297518" cy="702699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5" name="Slide Zoom 4">
                <a:extLst>
                  <a:ext uri="{FF2B5EF4-FFF2-40B4-BE49-F238E27FC236}">
                    <a16:creationId xmlns:a16="http://schemas.microsoft.com/office/drawing/2014/main" id="{3BBE3709-3932-E09F-D583-C531C687AF3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633306876"/>
                  </p:ext>
                </p:extLst>
              </p:nvPr>
            </p:nvGraphicFramePr>
            <p:xfrm>
              <a:off x="3968414" y="3946349"/>
              <a:ext cx="1249243" cy="702699"/>
            </p:xfrm>
            <a:graphic>
              <a:graphicData uri="http://schemas.microsoft.com/office/powerpoint/2016/slidezoom">
                <pslz:sldZm>
                  <pslz:sldZmObj sldId="257" cId="0">
                    <pslz:zmPr id="{EAB4B871-E41B-4A07-B818-387C77B4350C}" returnToParent="0" transitionDur="1000">
                      <p166:blipFill xmlns:p166="http://schemas.microsoft.com/office/powerpoint/2016/6/main">
                        <a:blip r:embed="rId9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249243" cy="702699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5" name="Slide Zoom 4">
                <a:hlinkClick r:id="rId10" action="ppaction://hlinksldjump"/>
                <a:extLst>
                  <a:ext uri="{FF2B5EF4-FFF2-40B4-BE49-F238E27FC236}">
                    <a16:creationId xmlns:a16="http://schemas.microsoft.com/office/drawing/2014/main" id="{3BBE3709-3932-E09F-D583-C531C687AF3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968414" y="3946349"/>
                <a:ext cx="1249243" cy="702699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7" name="Slide Zoom 6">
                <a:extLst>
                  <a:ext uri="{FF2B5EF4-FFF2-40B4-BE49-F238E27FC236}">
                    <a16:creationId xmlns:a16="http://schemas.microsoft.com/office/drawing/2014/main" id="{7FC70A23-3AE4-A79C-55D7-002FEBC3973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067705523"/>
                  </p:ext>
                </p:extLst>
              </p:nvPr>
            </p:nvGraphicFramePr>
            <p:xfrm>
              <a:off x="6840500" y="3278369"/>
              <a:ext cx="1229476" cy="691580"/>
            </p:xfrm>
            <a:graphic>
              <a:graphicData uri="http://schemas.microsoft.com/office/powerpoint/2016/slidezoom">
                <pslz:sldZm>
                  <pslz:sldZmObj sldId="263" cId="0">
                    <pslz:zmPr id="{A43F542A-2C4F-4962-9503-DC0154FE41A0}" returnToParent="0" transitionDur="1000">
                      <p166:blipFill xmlns:p166="http://schemas.microsoft.com/office/powerpoint/2016/6/main">
                        <a:blip r:embed="rId1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229476" cy="69158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7" name="Slide Zoom 6">
                <a:hlinkClick r:id="rId13" action="ppaction://hlinksldjump"/>
                <a:extLst>
                  <a:ext uri="{FF2B5EF4-FFF2-40B4-BE49-F238E27FC236}">
                    <a16:creationId xmlns:a16="http://schemas.microsoft.com/office/drawing/2014/main" id="{7FC70A23-3AE4-A79C-55D7-002FEBC3973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840500" y="3278369"/>
                <a:ext cx="1229476" cy="69158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over dir="r"/>
      </p:transition>
    </mc:Choice>
    <mc:Fallback xmlns="">
      <p:transition spd="slow">
        <p:cover dir="r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5" name="Google Shape;945;p42"/>
          <p:cNvGrpSpPr/>
          <p:nvPr/>
        </p:nvGrpSpPr>
        <p:grpSpPr>
          <a:xfrm>
            <a:off x="8523862" y="3870808"/>
            <a:ext cx="577125" cy="1153478"/>
            <a:chOff x="7618275" y="2759550"/>
            <a:chExt cx="1000800" cy="2054458"/>
          </a:xfrm>
        </p:grpSpPr>
        <p:sp>
          <p:nvSpPr>
            <p:cNvPr id="946" name="Google Shape;946;p42"/>
            <p:cNvSpPr/>
            <p:nvPr/>
          </p:nvSpPr>
          <p:spPr>
            <a:xfrm>
              <a:off x="7798182" y="2759550"/>
              <a:ext cx="640990" cy="2054458"/>
            </a:xfrm>
            <a:custGeom>
              <a:avLst/>
              <a:gdLst/>
              <a:ahLst/>
              <a:cxnLst/>
              <a:rect l="l" t="t" r="r" b="b"/>
              <a:pathLst>
                <a:path w="4051" h="12984" extrusionOk="0">
                  <a:moveTo>
                    <a:pt x="808" y="1"/>
                  </a:moveTo>
                  <a:cubicBezTo>
                    <a:pt x="608" y="1"/>
                    <a:pt x="446" y="164"/>
                    <a:pt x="446" y="364"/>
                  </a:cubicBezTo>
                  <a:lnTo>
                    <a:pt x="446" y="402"/>
                  </a:lnTo>
                  <a:cubicBezTo>
                    <a:pt x="197" y="419"/>
                    <a:pt x="1" y="625"/>
                    <a:pt x="1" y="878"/>
                  </a:cubicBezTo>
                  <a:cubicBezTo>
                    <a:pt x="1" y="1130"/>
                    <a:pt x="197" y="1337"/>
                    <a:pt x="446" y="1353"/>
                  </a:cubicBezTo>
                  <a:lnTo>
                    <a:pt x="446" y="1514"/>
                  </a:lnTo>
                  <a:cubicBezTo>
                    <a:pt x="446" y="1646"/>
                    <a:pt x="517" y="1767"/>
                    <a:pt x="633" y="1831"/>
                  </a:cubicBezTo>
                  <a:lnTo>
                    <a:pt x="889" y="1972"/>
                  </a:lnTo>
                  <a:lnTo>
                    <a:pt x="889" y="2543"/>
                  </a:lnTo>
                  <a:lnTo>
                    <a:pt x="808" y="2543"/>
                  </a:lnTo>
                  <a:cubicBezTo>
                    <a:pt x="608" y="2543"/>
                    <a:pt x="446" y="2707"/>
                    <a:pt x="446" y="2906"/>
                  </a:cubicBezTo>
                  <a:lnTo>
                    <a:pt x="446" y="2945"/>
                  </a:lnTo>
                  <a:cubicBezTo>
                    <a:pt x="197" y="2961"/>
                    <a:pt x="1" y="3168"/>
                    <a:pt x="1" y="3420"/>
                  </a:cubicBezTo>
                  <a:cubicBezTo>
                    <a:pt x="1" y="3673"/>
                    <a:pt x="197" y="3879"/>
                    <a:pt x="446" y="3896"/>
                  </a:cubicBezTo>
                  <a:lnTo>
                    <a:pt x="446" y="4056"/>
                  </a:lnTo>
                  <a:cubicBezTo>
                    <a:pt x="446" y="4188"/>
                    <a:pt x="517" y="4310"/>
                    <a:pt x="633" y="4374"/>
                  </a:cubicBezTo>
                  <a:lnTo>
                    <a:pt x="889" y="4515"/>
                  </a:lnTo>
                  <a:lnTo>
                    <a:pt x="889" y="5077"/>
                  </a:lnTo>
                  <a:lnTo>
                    <a:pt x="808" y="5077"/>
                  </a:lnTo>
                  <a:cubicBezTo>
                    <a:pt x="608" y="5077"/>
                    <a:pt x="446" y="5240"/>
                    <a:pt x="446" y="5440"/>
                  </a:cubicBezTo>
                  <a:lnTo>
                    <a:pt x="446" y="5478"/>
                  </a:lnTo>
                  <a:cubicBezTo>
                    <a:pt x="197" y="5495"/>
                    <a:pt x="1" y="5701"/>
                    <a:pt x="1" y="5953"/>
                  </a:cubicBezTo>
                  <a:cubicBezTo>
                    <a:pt x="1" y="6206"/>
                    <a:pt x="197" y="6412"/>
                    <a:pt x="446" y="6429"/>
                  </a:cubicBezTo>
                  <a:lnTo>
                    <a:pt x="446" y="6589"/>
                  </a:lnTo>
                  <a:cubicBezTo>
                    <a:pt x="446" y="6721"/>
                    <a:pt x="517" y="6843"/>
                    <a:pt x="633" y="6907"/>
                  </a:cubicBezTo>
                  <a:lnTo>
                    <a:pt x="889" y="7048"/>
                  </a:lnTo>
                  <a:lnTo>
                    <a:pt x="889" y="7611"/>
                  </a:lnTo>
                  <a:lnTo>
                    <a:pt x="808" y="7611"/>
                  </a:lnTo>
                  <a:cubicBezTo>
                    <a:pt x="608" y="7611"/>
                    <a:pt x="446" y="7773"/>
                    <a:pt x="446" y="7973"/>
                  </a:cubicBezTo>
                  <a:lnTo>
                    <a:pt x="446" y="8011"/>
                  </a:lnTo>
                  <a:cubicBezTo>
                    <a:pt x="197" y="8028"/>
                    <a:pt x="1" y="8235"/>
                    <a:pt x="1" y="8486"/>
                  </a:cubicBezTo>
                  <a:cubicBezTo>
                    <a:pt x="1" y="8739"/>
                    <a:pt x="197" y="8946"/>
                    <a:pt x="446" y="8962"/>
                  </a:cubicBezTo>
                  <a:lnTo>
                    <a:pt x="446" y="9122"/>
                  </a:lnTo>
                  <a:cubicBezTo>
                    <a:pt x="446" y="9254"/>
                    <a:pt x="517" y="9377"/>
                    <a:pt x="633" y="9440"/>
                  </a:cubicBezTo>
                  <a:lnTo>
                    <a:pt x="889" y="9581"/>
                  </a:lnTo>
                  <a:lnTo>
                    <a:pt x="889" y="10144"/>
                  </a:lnTo>
                  <a:lnTo>
                    <a:pt x="808" y="10144"/>
                  </a:lnTo>
                  <a:cubicBezTo>
                    <a:pt x="608" y="10144"/>
                    <a:pt x="446" y="10306"/>
                    <a:pt x="446" y="10506"/>
                  </a:cubicBezTo>
                  <a:lnTo>
                    <a:pt x="446" y="10545"/>
                  </a:lnTo>
                  <a:cubicBezTo>
                    <a:pt x="197" y="10561"/>
                    <a:pt x="1" y="10768"/>
                    <a:pt x="1" y="11020"/>
                  </a:cubicBezTo>
                  <a:cubicBezTo>
                    <a:pt x="1" y="11272"/>
                    <a:pt x="197" y="11479"/>
                    <a:pt x="446" y="11495"/>
                  </a:cubicBezTo>
                  <a:lnTo>
                    <a:pt x="446" y="11655"/>
                  </a:lnTo>
                  <a:cubicBezTo>
                    <a:pt x="446" y="11787"/>
                    <a:pt x="517" y="11910"/>
                    <a:pt x="633" y="11974"/>
                  </a:cubicBezTo>
                  <a:lnTo>
                    <a:pt x="889" y="12114"/>
                  </a:lnTo>
                  <a:lnTo>
                    <a:pt x="889" y="12794"/>
                  </a:lnTo>
                  <a:cubicBezTo>
                    <a:pt x="889" y="12899"/>
                    <a:pt x="974" y="12984"/>
                    <a:pt x="1080" y="12984"/>
                  </a:cubicBezTo>
                  <a:cubicBezTo>
                    <a:pt x="1184" y="12984"/>
                    <a:pt x="1269" y="12899"/>
                    <a:pt x="1269" y="12794"/>
                  </a:cubicBezTo>
                  <a:lnTo>
                    <a:pt x="2782" y="12794"/>
                  </a:lnTo>
                  <a:cubicBezTo>
                    <a:pt x="2782" y="12899"/>
                    <a:pt x="2867" y="12984"/>
                    <a:pt x="2972" y="12984"/>
                  </a:cubicBezTo>
                  <a:cubicBezTo>
                    <a:pt x="3077" y="12984"/>
                    <a:pt x="3162" y="12899"/>
                    <a:pt x="3162" y="12794"/>
                  </a:cubicBezTo>
                  <a:lnTo>
                    <a:pt x="3162" y="12115"/>
                  </a:lnTo>
                  <a:lnTo>
                    <a:pt x="3418" y="11974"/>
                  </a:lnTo>
                  <a:cubicBezTo>
                    <a:pt x="3534" y="11910"/>
                    <a:pt x="3605" y="11788"/>
                    <a:pt x="3605" y="11655"/>
                  </a:cubicBezTo>
                  <a:lnTo>
                    <a:pt x="3605" y="11495"/>
                  </a:lnTo>
                  <a:cubicBezTo>
                    <a:pt x="3854" y="11479"/>
                    <a:pt x="4051" y="11272"/>
                    <a:pt x="4051" y="11021"/>
                  </a:cubicBezTo>
                  <a:cubicBezTo>
                    <a:pt x="4051" y="10768"/>
                    <a:pt x="3854" y="10561"/>
                    <a:pt x="3605" y="10545"/>
                  </a:cubicBezTo>
                  <a:lnTo>
                    <a:pt x="3605" y="10506"/>
                  </a:lnTo>
                  <a:cubicBezTo>
                    <a:pt x="3605" y="10306"/>
                    <a:pt x="3443" y="10144"/>
                    <a:pt x="3243" y="10144"/>
                  </a:cubicBezTo>
                  <a:lnTo>
                    <a:pt x="3162" y="10144"/>
                  </a:lnTo>
                  <a:lnTo>
                    <a:pt x="3162" y="9581"/>
                  </a:lnTo>
                  <a:lnTo>
                    <a:pt x="3418" y="9440"/>
                  </a:lnTo>
                  <a:cubicBezTo>
                    <a:pt x="3533" y="9377"/>
                    <a:pt x="3605" y="9254"/>
                    <a:pt x="3605" y="9122"/>
                  </a:cubicBezTo>
                  <a:lnTo>
                    <a:pt x="3605" y="8962"/>
                  </a:lnTo>
                  <a:cubicBezTo>
                    <a:pt x="3854" y="8946"/>
                    <a:pt x="4051" y="8739"/>
                    <a:pt x="4051" y="8486"/>
                  </a:cubicBezTo>
                  <a:cubicBezTo>
                    <a:pt x="4051" y="8235"/>
                    <a:pt x="3854" y="8028"/>
                    <a:pt x="3605" y="8011"/>
                  </a:cubicBezTo>
                  <a:lnTo>
                    <a:pt x="3605" y="7973"/>
                  </a:lnTo>
                  <a:cubicBezTo>
                    <a:pt x="3605" y="7773"/>
                    <a:pt x="3443" y="7611"/>
                    <a:pt x="3243" y="7611"/>
                  </a:cubicBezTo>
                  <a:lnTo>
                    <a:pt x="3162" y="7611"/>
                  </a:lnTo>
                  <a:lnTo>
                    <a:pt x="3162" y="7048"/>
                  </a:lnTo>
                  <a:lnTo>
                    <a:pt x="3418" y="6907"/>
                  </a:lnTo>
                  <a:cubicBezTo>
                    <a:pt x="3533" y="6843"/>
                    <a:pt x="3605" y="6721"/>
                    <a:pt x="3605" y="6589"/>
                  </a:cubicBezTo>
                  <a:lnTo>
                    <a:pt x="3605" y="6429"/>
                  </a:lnTo>
                  <a:cubicBezTo>
                    <a:pt x="3854" y="6412"/>
                    <a:pt x="4051" y="6206"/>
                    <a:pt x="4051" y="5953"/>
                  </a:cubicBezTo>
                  <a:cubicBezTo>
                    <a:pt x="4051" y="5701"/>
                    <a:pt x="3854" y="5495"/>
                    <a:pt x="3605" y="5478"/>
                  </a:cubicBezTo>
                  <a:lnTo>
                    <a:pt x="3605" y="5440"/>
                  </a:lnTo>
                  <a:cubicBezTo>
                    <a:pt x="3605" y="5240"/>
                    <a:pt x="3443" y="5077"/>
                    <a:pt x="3243" y="5077"/>
                  </a:cubicBezTo>
                  <a:lnTo>
                    <a:pt x="3162" y="5077"/>
                  </a:lnTo>
                  <a:lnTo>
                    <a:pt x="3162" y="4515"/>
                  </a:lnTo>
                  <a:lnTo>
                    <a:pt x="3418" y="4374"/>
                  </a:lnTo>
                  <a:cubicBezTo>
                    <a:pt x="3533" y="4310"/>
                    <a:pt x="3605" y="4188"/>
                    <a:pt x="3605" y="4056"/>
                  </a:cubicBezTo>
                  <a:lnTo>
                    <a:pt x="3605" y="3896"/>
                  </a:lnTo>
                  <a:cubicBezTo>
                    <a:pt x="3854" y="3879"/>
                    <a:pt x="4051" y="3672"/>
                    <a:pt x="4051" y="3420"/>
                  </a:cubicBezTo>
                  <a:cubicBezTo>
                    <a:pt x="4051" y="3168"/>
                    <a:pt x="3854" y="2961"/>
                    <a:pt x="3605" y="2945"/>
                  </a:cubicBezTo>
                  <a:lnTo>
                    <a:pt x="3605" y="2906"/>
                  </a:lnTo>
                  <a:cubicBezTo>
                    <a:pt x="3605" y="2707"/>
                    <a:pt x="3443" y="2543"/>
                    <a:pt x="3243" y="2543"/>
                  </a:cubicBezTo>
                  <a:lnTo>
                    <a:pt x="3162" y="2543"/>
                  </a:lnTo>
                  <a:lnTo>
                    <a:pt x="3162" y="1972"/>
                  </a:lnTo>
                  <a:lnTo>
                    <a:pt x="3418" y="1831"/>
                  </a:lnTo>
                  <a:cubicBezTo>
                    <a:pt x="3534" y="1767"/>
                    <a:pt x="3606" y="1646"/>
                    <a:pt x="3606" y="1514"/>
                  </a:cubicBezTo>
                  <a:lnTo>
                    <a:pt x="3606" y="1353"/>
                  </a:lnTo>
                  <a:cubicBezTo>
                    <a:pt x="3854" y="1337"/>
                    <a:pt x="4051" y="1130"/>
                    <a:pt x="4051" y="878"/>
                  </a:cubicBezTo>
                  <a:cubicBezTo>
                    <a:pt x="4051" y="625"/>
                    <a:pt x="3854" y="419"/>
                    <a:pt x="3606" y="402"/>
                  </a:cubicBezTo>
                  <a:lnTo>
                    <a:pt x="3606" y="364"/>
                  </a:lnTo>
                  <a:cubicBezTo>
                    <a:pt x="3606" y="164"/>
                    <a:pt x="3443" y="1"/>
                    <a:pt x="3243" y="1"/>
                  </a:cubicBezTo>
                  <a:close/>
                </a:path>
              </a:pathLst>
            </a:custGeom>
            <a:solidFill>
              <a:schemeClr val="accent2"/>
            </a:solidFill>
            <a:ln w="1143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76200" dir="1800000" algn="bl" rotWithShape="0">
                <a:schemeClr val="lt2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42"/>
            <p:cNvSpPr/>
            <p:nvPr/>
          </p:nvSpPr>
          <p:spPr>
            <a:xfrm>
              <a:off x="7968911" y="4624599"/>
              <a:ext cx="299688" cy="159338"/>
            </a:xfrm>
            <a:custGeom>
              <a:avLst/>
              <a:gdLst/>
              <a:ahLst/>
              <a:cxnLst/>
              <a:rect l="l" t="t" r="r" b="b"/>
              <a:pathLst>
                <a:path w="1894" h="1007" extrusionOk="0">
                  <a:moveTo>
                    <a:pt x="1" y="0"/>
                  </a:moveTo>
                  <a:lnTo>
                    <a:pt x="1" y="1006"/>
                  </a:lnTo>
                  <a:lnTo>
                    <a:pt x="1894" y="1006"/>
                  </a:lnTo>
                  <a:lnTo>
                    <a:pt x="189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42"/>
            <p:cNvSpPr/>
            <p:nvPr/>
          </p:nvSpPr>
          <p:spPr>
            <a:xfrm>
              <a:off x="7968911" y="4242001"/>
              <a:ext cx="299688" cy="174528"/>
            </a:xfrm>
            <a:custGeom>
              <a:avLst/>
              <a:gdLst/>
              <a:ahLst/>
              <a:cxnLst/>
              <a:rect l="l" t="t" r="r" b="b"/>
              <a:pathLst>
                <a:path w="1894" h="1103" extrusionOk="0">
                  <a:moveTo>
                    <a:pt x="1" y="1"/>
                  </a:moveTo>
                  <a:lnTo>
                    <a:pt x="1" y="1103"/>
                  </a:lnTo>
                  <a:lnTo>
                    <a:pt x="1894" y="1103"/>
                  </a:lnTo>
                  <a:lnTo>
                    <a:pt x="18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42"/>
            <p:cNvSpPr/>
            <p:nvPr/>
          </p:nvSpPr>
          <p:spPr>
            <a:xfrm>
              <a:off x="7828403" y="4394534"/>
              <a:ext cx="580704" cy="327220"/>
            </a:xfrm>
            <a:custGeom>
              <a:avLst/>
              <a:gdLst/>
              <a:ahLst/>
              <a:cxnLst/>
              <a:rect l="l" t="t" r="r" b="b"/>
              <a:pathLst>
                <a:path w="3670" h="2068" extrusionOk="0">
                  <a:moveTo>
                    <a:pt x="617" y="0"/>
                  </a:moveTo>
                  <a:cubicBezTo>
                    <a:pt x="522" y="0"/>
                    <a:pt x="445" y="78"/>
                    <a:pt x="445" y="173"/>
                  </a:cubicBezTo>
                  <a:lnTo>
                    <a:pt x="445" y="401"/>
                  </a:lnTo>
                  <a:lnTo>
                    <a:pt x="286" y="401"/>
                  </a:lnTo>
                  <a:cubicBezTo>
                    <a:pt x="128" y="401"/>
                    <a:pt x="0" y="528"/>
                    <a:pt x="0" y="687"/>
                  </a:cubicBezTo>
                  <a:cubicBezTo>
                    <a:pt x="0" y="765"/>
                    <a:pt x="33" y="837"/>
                    <a:pt x="84" y="889"/>
                  </a:cubicBezTo>
                  <a:cubicBezTo>
                    <a:pt x="135" y="941"/>
                    <a:pt x="208" y="973"/>
                    <a:pt x="286" y="973"/>
                  </a:cubicBezTo>
                  <a:lnTo>
                    <a:pt x="444" y="973"/>
                  </a:lnTo>
                  <a:lnTo>
                    <a:pt x="444" y="1322"/>
                  </a:lnTo>
                  <a:cubicBezTo>
                    <a:pt x="444" y="1385"/>
                    <a:pt x="479" y="1443"/>
                    <a:pt x="534" y="1473"/>
                  </a:cubicBezTo>
                  <a:lnTo>
                    <a:pt x="1416" y="1959"/>
                  </a:lnTo>
                  <a:cubicBezTo>
                    <a:pt x="1434" y="1970"/>
                    <a:pt x="1453" y="1979"/>
                    <a:pt x="1472" y="1988"/>
                  </a:cubicBezTo>
                  <a:cubicBezTo>
                    <a:pt x="1587" y="2041"/>
                    <a:pt x="1711" y="2068"/>
                    <a:pt x="1835" y="2068"/>
                  </a:cubicBezTo>
                  <a:cubicBezTo>
                    <a:pt x="1979" y="2068"/>
                    <a:pt x="2123" y="2032"/>
                    <a:pt x="2254" y="1959"/>
                  </a:cubicBezTo>
                  <a:lnTo>
                    <a:pt x="3136" y="1473"/>
                  </a:lnTo>
                  <a:cubicBezTo>
                    <a:pt x="3190" y="1443"/>
                    <a:pt x="3225" y="1385"/>
                    <a:pt x="3225" y="1322"/>
                  </a:cubicBezTo>
                  <a:lnTo>
                    <a:pt x="3225" y="973"/>
                  </a:lnTo>
                  <a:lnTo>
                    <a:pt x="3383" y="973"/>
                  </a:lnTo>
                  <a:cubicBezTo>
                    <a:pt x="3541" y="973"/>
                    <a:pt x="3670" y="845"/>
                    <a:pt x="3670" y="687"/>
                  </a:cubicBezTo>
                  <a:cubicBezTo>
                    <a:pt x="3670" y="607"/>
                    <a:pt x="3637" y="536"/>
                    <a:pt x="3586" y="484"/>
                  </a:cubicBezTo>
                  <a:cubicBezTo>
                    <a:pt x="3534" y="432"/>
                    <a:pt x="3463" y="401"/>
                    <a:pt x="3383" y="401"/>
                  </a:cubicBezTo>
                  <a:lnTo>
                    <a:pt x="3225" y="401"/>
                  </a:lnTo>
                  <a:lnTo>
                    <a:pt x="3225" y="173"/>
                  </a:lnTo>
                  <a:cubicBezTo>
                    <a:pt x="3225" y="78"/>
                    <a:pt x="3147" y="0"/>
                    <a:pt x="30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42"/>
            <p:cNvSpPr/>
            <p:nvPr/>
          </p:nvSpPr>
          <p:spPr>
            <a:xfrm>
              <a:off x="7968911" y="3841206"/>
              <a:ext cx="299688" cy="174528"/>
            </a:xfrm>
            <a:custGeom>
              <a:avLst/>
              <a:gdLst/>
              <a:ahLst/>
              <a:cxnLst/>
              <a:rect l="l" t="t" r="r" b="b"/>
              <a:pathLst>
                <a:path w="1894" h="1103" extrusionOk="0">
                  <a:moveTo>
                    <a:pt x="1" y="0"/>
                  </a:moveTo>
                  <a:lnTo>
                    <a:pt x="1" y="1103"/>
                  </a:lnTo>
                  <a:lnTo>
                    <a:pt x="1894" y="1103"/>
                  </a:lnTo>
                  <a:lnTo>
                    <a:pt x="189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42"/>
            <p:cNvSpPr/>
            <p:nvPr/>
          </p:nvSpPr>
          <p:spPr>
            <a:xfrm>
              <a:off x="7828403" y="3993739"/>
              <a:ext cx="580704" cy="327220"/>
            </a:xfrm>
            <a:custGeom>
              <a:avLst/>
              <a:gdLst/>
              <a:ahLst/>
              <a:cxnLst/>
              <a:rect l="l" t="t" r="r" b="b"/>
              <a:pathLst>
                <a:path w="3670" h="2068" extrusionOk="0">
                  <a:moveTo>
                    <a:pt x="617" y="0"/>
                  </a:moveTo>
                  <a:cubicBezTo>
                    <a:pt x="522" y="0"/>
                    <a:pt x="445" y="78"/>
                    <a:pt x="445" y="173"/>
                  </a:cubicBezTo>
                  <a:lnTo>
                    <a:pt x="445" y="399"/>
                  </a:lnTo>
                  <a:lnTo>
                    <a:pt x="286" y="399"/>
                  </a:lnTo>
                  <a:cubicBezTo>
                    <a:pt x="128" y="399"/>
                    <a:pt x="0" y="528"/>
                    <a:pt x="0" y="686"/>
                  </a:cubicBezTo>
                  <a:cubicBezTo>
                    <a:pt x="0" y="765"/>
                    <a:pt x="33" y="837"/>
                    <a:pt x="84" y="889"/>
                  </a:cubicBezTo>
                  <a:cubicBezTo>
                    <a:pt x="135" y="941"/>
                    <a:pt x="208" y="972"/>
                    <a:pt x="286" y="972"/>
                  </a:cubicBezTo>
                  <a:lnTo>
                    <a:pt x="444" y="972"/>
                  </a:lnTo>
                  <a:lnTo>
                    <a:pt x="444" y="1322"/>
                  </a:lnTo>
                  <a:cubicBezTo>
                    <a:pt x="444" y="1385"/>
                    <a:pt x="479" y="1443"/>
                    <a:pt x="534" y="1473"/>
                  </a:cubicBezTo>
                  <a:lnTo>
                    <a:pt x="1416" y="1959"/>
                  </a:lnTo>
                  <a:cubicBezTo>
                    <a:pt x="1424" y="1963"/>
                    <a:pt x="1432" y="1968"/>
                    <a:pt x="1441" y="1973"/>
                  </a:cubicBezTo>
                  <a:cubicBezTo>
                    <a:pt x="1564" y="2036"/>
                    <a:pt x="1699" y="2067"/>
                    <a:pt x="1834" y="2067"/>
                  </a:cubicBezTo>
                  <a:cubicBezTo>
                    <a:pt x="1979" y="2067"/>
                    <a:pt x="2123" y="2031"/>
                    <a:pt x="2254" y="1959"/>
                  </a:cubicBezTo>
                  <a:lnTo>
                    <a:pt x="3136" y="1473"/>
                  </a:lnTo>
                  <a:cubicBezTo>
                    <a:pt x="3190" y="1443"/>
                    <a:pt x="3225" y="1385"/>
                    <a:pt x="3225" y="1322"/>
                  </a:cubicBezTo>
                  <a:lnTo>
                    <a:pt x="3225" y="972"/>
                  </a:lnTo>
                  <a:lnTo>
                    <a:pt x="3383" y="972"/>
                  </a:lnTo>
                  <a:cubicBezTo>
                    <a:pt x="3541" y="972"/>
                    <a:pt x="3670" y="845"/>
                    <a:pt x="3670" y="686"/>
                  </a:cubicBezTo>
                  <a:cubicBezTo>
                    <a:pt x="3670" y="608"/>
                    <a:pt x="3637" y="536"/>
                    <a:pt x="3586" y="484"/>
                  </a:cubicBezTo>
                  <a:cubicBezTo>
                    <a:pt x="3534" y="432"/>
                    <a:pt x="3463" y="399"/>
                    <a:pt x="3383" y="399"/>
                  </a:cubicBezTo>
                  <a:lnTo>
                    <a:pt x="3225" y="399"/>
                  </a:lnTo>
                  <a:lnTo>
                    <a:pt x="3225" y="173"/>
                  </a:lnTo>
                  <a:cubicBezTo>
                    <a:pt x="3225" y="78"/>
                    <a:pt x="3147" y="0"/>
                    <a:pt x="30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42"/>
            <p:cNvSpPr/>
            <p:nvPr/>
          </p:nvSpPr>
          <p:spPr>
            <a:xfrm>
              <a:off x="7968911" y="3440411"/>
              <a:ext cx="299688" cy="174528"/>
            </a:xfrm>
            <a:custGeom>
              <a:avLst/>
              <a:gdLst/>
              <a:ahLst/>
              <a:cxnLst/>
              <a:rect l="l" t="t" r="r" b="b"/>
              <a:pathLst>
                <a:path w="1894" h="1103" extrusionOk="0">
                  <a:moveTo>
                    <a:pt x="1" y="0"/>
                  </a:moveTo>
                  <a:lnTo>
                    <a:pt x="1" y="1102"/>
                  </a:lnTo>
                  <a:lnTo>
                    <a:pt x="1894" y="1102"/>
                  </a:lnTo>
                  <a:lnTo>
                    <a:pt x="189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42"/>
            <p:cNvSpPr/>
            <p:nvPr/>
          </p:nvSpPr>
          <p:spPr>
            <a:xfrm>
              <a:off x="7828403" y="3592944"/>
              <a:ext cx="580704" cy="327061"/>
            </a:xfrm>
            <a:custGeom>
              <a:avLst/>
              <a:gdLst/>
              <a:ahLst/>
              <a:cxnLst/>
              <a:rect l="l" t="t" r="r" b="b"/>
              <a:pathLst>
                <a:path w="3670" h="2067" extrusionOk="0">
                  <a:moveTo>
                    <a:pt x="617" y="0"/>
                  </a:moveTo>
                  <a:cubicBezTo>
                    <a:pt x="522" y="0"/>
                    <a:pt x="444" y="78"/>
                    <a:pt x="444" y="173"/>
                  </a:cubicBezTo>
                  <a:lnTo>
                    <a:pt x="444" y="399"/>
                  </a:lnTo>
                  <a:lnTo>
                    <a:pt x="286" y="399"/>
                  </a:lnTo>
                  <a:cubicBezTo>
                    <a:pt x="128" y="399"/>
                    <a:pt x="0" y="528"/>
                    <a:pt x="0" y="686"/>
                  </a:cubicBezTo>
                  <a:cubicBezTo>
                    <a:pt x="0" y="766"/>
                    <a:pt x="32" y="837"/>
                    <a:pt x="84" y="889"/>
                  </a:cubicBezTo>
                  <a:cubicBezTo>
                    <a:pt x="135" y="941"/>
                    <a:pt x="208" y="972"/>
                    <a:pt x="286" y="972"/>
                  </a:cubicBezTo>
                  <a:lnTo>
                    <a:pt x="444" y="972"/>
                  </a:lnTo>
                  <a:lnTo>
                    <a:pt x="444" y="1322"/>
                  </a:lnTo>
                  <a:cubicBezTo>
                    <a:pt x="444" y="1385"/>
                    <a:pt x="479" y="1443"/>
                    <a:pt x="534" y="1473"/>
                  </a:cubicBezTo>
                  <a:lnTo>
                    <a:pt x="1410" y="1956"/>
                  </a:lnTo>
                  <a:lnTo>
                    <a:pt x="1416" y="1959"/>
                  </a:lnTo>
                  <a:cubicBezTo>
                    <a:pt x="1546" y="2031"/>
                    <a:pt x="1690" y="2067"/>
                    <a:pt x="1835" y="2067"/>
                  </a:cubicBezTo>
                  <a:cubicBezTo>
                    <a:pt x="1979" y="2067"/>
                    <a:pt x="2123" y="2031"/>
                    <a:pt x="2254" y="1959"/>
                  </a:cubicBezTo>
                  <a:lnTo>
                    <a:pt x="3136" y="1473"/>
                  </a:lnTo>
                  <a:cubicBezTo>
                    <a:pt x="3190" y="1443"/>
                    <a:pt x="3225" y="1385"/>
                    <a:pt x="3225" y="1322"/>
                  </a:cubicBezTo>
                  <a:lnTo>
                    <a:pt x="3225" y="972"/>
                  </a:lnTo>
                  <a:lnTo>
                    <a:pt x="3383" y="972"/>
                  </a:lnTo>
                  <a:cubicBezTo>
                    <a:pt x="3541" y="972"/>
                    <a:pt x="3670" y="845"/>
                    <a:pt x="3670" y="686"/>
                  </a:cubicBezTo>
                  <a:cubicBezTo>
                    <a:pt x="3670" y="607"/>
                    <a:pt x="3637" y="536"/>
                    <a:pt x="3586" y="484"/>
                  </a:cubicBezTo>
                  <a:cubicBezTo>
                    <a:pt x="3534" y="432"/>
                    <a:pt x="3463" y="399"/>
                    <a:pt x="3383" y="399"/>
                  </a:cubicBezTo>
                  <a:lnTo>
                    <a:pt x="3225" y="399"/>
                  </a:lnTo>
                  <a:lnTo>
                    <a:pt x="3225" y="173"/>
                  </a:lnTo>
                  <a:cubicBezTo>
                    <a:pt x="3225" y="78"/>
                    <a:pt x="3147" y="0"/>
                    <a:pt x="30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42"/>
            <p:cNvSpPr/>
            <p:nvPr/>
          </p:nvSpPr>
          <p:spPr>
            <a:xfrm>
              <a:off x="7968911" y="3016040"/>
              <a:ext cx="299688" cy="198104"/>
            </a:xfrm>
            <a:custGeom>
              <a:avLst/>
              <a:gdLst/>
              <a:ahLst/>
              <a:cxnLst/>
              <a:rect l="l" t="t" r="r" b="b"/>
              <a:pathLst>
                <a:path w="1894" h="1252" extrusionOk="0">
                  <a:moveTo>
                    <a:pt x="1" y="1"/>
                  </a:moveTo>
                  <a:lnTo>
                    <a:pt x="1" y="1251"/>
                  </a:lnTo>
                  <a:lnTo>
                    <a:pt x="1894" y="1251"/>
                  </a:lnTo>
                  <a:lnTo>
                    <a:pt x="18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42"/>
            <p:cNvSpPr/>
            <p:nvPr/>
          </p:nvSpPr>
          <p:spPr>
            <a:xfrm>
              <a:off x="7828403" y="3192149"/>
              <a:ext cx="580704" cy="327061"/>
            </a:xfrm>
            <a:custGeom>
              <a:avLst/>
              <a:gdLst/>
              <a:ahLst/>
              <a:cxnLst/>
              <a:rect l="l" t="t" r="r" b="b"/>
              <a:pathLst>
                <a:path w="3670" h="2067" extrusionOk="0">
                  <a:moveTo>
                    <a:pt x="617" y="0"/>
                  </a:moveTo>
                  <a:cubicBezTo>
                    <a:pt x="522" y="0"/>
                    <a:pt x="444" y="77"/>
                    <a:pt x="444" y="172"/>
                  </a:cubicBezTo>
                  <a:lnTo>
                    <a:pt x="444" y="399"/>
                  </a:lnTo>
                  <a:lnTo>
                    <a:pt x="286" y="399"/>
                  </a:lnTo>
                  <a:cubicBezTo>
                    <a:pt x="128" y="399"/>
                    <a:pt x="0" y="527"/>
                    <a:pt x="0" y="686"/>
                  </a:cubicBezTo>
                  <a:cubicBezTo>
                    <a:pt x="0" y="765"/>
                    <a:pt x="32" y="836"/>
                    <a:pt x="84" y="888"/>
                  </a:cubicBezTo>
                  <a:cubicBezTo>
                    <a:pt x="135" y="941"/>
                    <a:pt x="208" y="972"/>
                    <a:pt x="286" y="972"/>
                  </a:cubicBezTo>
                  <a:lnTo>
                    <a:pt x="444" y="972"/>
                  </a:lnTo>
                  <a:lnTo>
                    <a:pt x="444" y="1321"/>
                  </a:lnTo>
                  <a:cubicBezTo>
                    <a:pt x="444" y="1385"/>
                    <a:pt x="479" y="1443"/>
                    <a:pt x="534" y="1473"/>
                  </a:cubicBezTo>
                  <a:lnTo>
                    <a:pt x="1380" y="1939"/>
                  </a:lnTo>
                  <a:lnTo>
                    <a:pt x="1416" y="1959"/>
                  </a:lnTo>
                  <a:cubicBezTo>
                    <a:pt x="1546" y="2031"/>
                    <a:pt x="1690" y="2067"/>
                    <a:pt x="1835" y="2067"/>
                  </a:cubicBezTo>
                  <a:cubicBezTo>
                    <a:pt x="1979" y="2067"/>
                    <a:pt x="2123" y="2031"/>
                    <a:pt x="2254" y="1959"/>
                  </a:cubicBezTo>
                  <a:lnTo>
                    <a:pt x="3136" y="1473"/>
                  </a:lnTo>
                  <a:cubicBezTo>
                    <a:pt x="3190" y="1443"/>
                    <a:pt x="3225" y="1384"/>
                    <a:pt x="3225" y="1321"/>
                  </a:cubicBezTo>
                  <a:lnTo>
                    <a:pt x="3225" y="972"/>
                  </a:lnTo>
                  <a:lnTo>
                    <a:pt x="3383" y="972"/>
                  </a:lnTo>
                  <a:cubicBezTo>
                    <a:pt x="3541" y="972"/>
                    <a:pt x="3670" y="844"/>
                    <a:pt x="3670" y="686"/>
                  </a:cubicBezTo>
                  <a:cubicBezTo>
                    <a:pt x="3670" y="607"/>
                    <a:pt x="3637" y="535"/>
                    <a:pt x="3586" y="484"/>
                  </a:cubicBezTo>
                  <a:cubicBezTo>
                    <a:pt x="3534" y="432"/>
                    <a:pt x="3463" y="399"/>
                    <a:pt x="3383" y="399"/>
                  </a:cubicBezTo>
                  <a:lnTo>
                    <a:pt x="3225" y="399"/>
                  </a:lnTo>
                  <a:lnTo>
                    <a:pt x="3225" y="172"/>
                  </a:lnTo>
                  <a:cubicBezTo>
                    <a:pt x="3225" y="77"/>
                    <a:pt x="3147" y="0"/>
                    <a:pt x="30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42"/>
            <p:cNvSpPr/>
            <p:nvPr/>
          </p:nvSpPr>
          <p:spPr>
            <a:xfrm>
              <a:off x="7828403" y="2789772"/>
              <a:ext cx="580704" cy="327220"/>
            </a:xfrm>
            <a:custGeom>
              <a:avLst/>
              <a:gdLst/>
              <a:ahLst/>
              <a:cxnLst/>
              <a:rect l="l" t="t" r="r" b="b"/>
              <a:pathLst>
                <a:path w="3670" h="2068" extrusionOk="0">
                  <a:moveTo>
                    <a:pt x="617" y="1"/>
                  </a:moveTo>
                  <a:cubicBezTo>
                    <a:pt x="522" y="1"/>
                    <a:pt x="444" y="78"/>
                    <a:pt x="444" y="173"/>
                  </a:cubicBezTo>
                  <a:lnTo>
                    <a:pt x="444" y="401"/>
                  </a:lnTo>
                  <a:lnTo>
                    <a:pt x="286" y="401"/>
                  </a:lnTo>
                  <a:cubicBezTo>
                    <a:pt x="128" y="401"/>
                    <a:pt x="0" y="529"/>
                    <a:pt x="0" y="687"/>
                  </a:cubicBezTo>
                  <a:cubicBezTo>
                    <a:pt x="0" y="765"/>
                    <a:pt x="32" y="838"/>
                    <a:pt x="84" y="889"/>
                  </a:cubicBezTo>
                  <a:cubicBezTo>
                    <a:pt x="135" y="941"/>
                    <a:pt x="208" y="974"/>
                    <a:pt x="286" y="974"/>
                  </a:cubicBezTo>
                  <a:lnTo>
                    <a:pt x="444" y="974"/>
                  </a:lnTo>
                  <a:lnTo>
                    <a:pt x="444" y="1323"/>
                  </a:lnTo>
                  <a:cubicBezTo>
                    <a:pt x="444" y="1386"/>
                    <a:pt x="479" y="1443"/>
                    <a:pt x="534" y="1474"/>
                  </a:cubicBezTo>
                  <a:lnTo>
                    <a:pt x="1416" y="1960"/>
                  </a:lnTo>
                  <a:cubicBezTo>
                    <a:pt x="1430" y="1968"/>
                    <a:pt x="1445" y="1975"/>
                    <a:pt x="1460" y="1982"/>
                  </a:cubicBezTo>
                  <a:cubicBezTo>
                    <a:pt x="1578" y="2039"/>
                    <a:pt x="1707" y="2068"/>
                    <a:pt x="1835" y="2068"/>
                  </a:cubicBezTo>
                  <a:cubicBezTo>
                    <a:pt x="1979" y="2068"/>
                    <a:pt x="2123" y="2032"/>
                    <a:pt x="2254" y="1960"/>
                  </a:cubicBezTo>
                  <a:lnTo>
                    <a:pt x="3136" y="1474"/>
                  </a:lnTo>
                  <a:cubicBezTo>
                    <a:pt x="3190" y="1443"/>
                    <a:pt x="3225" y="1386"/>
                    <a:pt x="3225" y="1323"/>
                  </a:cubicBezTo>
                  <a:lnTo>
                    <a:pt x="3225" y="974"/>
                  </a:lnTo>
                  <a:lnTo>
                    <a:pt x="3383" y="974"/>
                  </a:lnTo>
                  <a:cubicBezTo>
                    <a:pt x="3541" y="974"/>
                    <a:pt x="3670" y="845"/>
                    <a:pt x="3670" y="687"/>
                  </a:cubicBezTo>
                  <a:cubicBezTo>
                    <a:pt x="3670" y="608"/>
                    <a:pt x="3637" y="536"/>
                    <a:pt x="3586" y="485"/>
                  </a:cubicBezTo>
                  <a:cubicBezTo>
                    <a:pt x="3534" y="432"/>
                    <a:pt x="3463" y="401"/>
                    <a:pt x="3383" y="401"/>
                  </a:cubicBezTo>
                  <a:lnTo>
                    <a:pt x="3225" y="401"/>
                  </a:lnTo>
                  <a:lnTo>
                    <a:pt x="3225" y="173"/>
                  </a:lnTo>
                  <a:cubicBezTo>
                    <a:pt x="3225" y="78"/>
                    <a:pt x="3147" y="1"/>
                    <a:pt x="305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42"/>
            <p:cNvSpPr/>
            <p:nvPr/>
          </p:nvSpPr>
          <p:spPr>
            <a:xfrm>
              <a:off x="7994544" y="4133930"/>
              <a:ext cx="60760" cy="60286"/>
            </a:xfrm>
            <a:custGeom>
              <a:avLst/>
              <a:gdLst/>
              <a:ahLst/>
              <a:cxnLst/>
              <a:rect l="l" t="t" r="r" b="b"/>
              <a:pathLst>
                <a:path w="384" h="381" extrusionOk="0">
                  <a:moveTo>
                    <a:pt x="190" y="1"/>
                  </a:moveTo>
                  <a:cubicBezTo>
                    <a:pt x="85" y="2"/>
                    <a:pt x="1" y="86"/>
                    <a:pt x="2" y="192"/>
                  </a:cubicBezTo>
                  <a:cubicBezTo>
                    <a:pt x="2" y="297"/>
                    <a:pt x="88" y="381"/>
                    <a:pt x="193" y="381"/>
                  </a:cubicBezTo>
                  <a:lnTo>
                    <a:pt x="194" y="381"/>
                  </a:lnTo>
                  <a:cubicBezTo>
                    <a:pt x="300" y="381"/>
                    <a:pt x="383" y="295"/>
                    <a:pt x="383" y="190"/>
                  </a:cubicBezTo>
                  <a:cubicBezTo>
                    <a:pt x="382" y="85"/>
                    <a:pt x="297" y="1"/>
                    <a:pt x="1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42"/>
            <p:cNvSpPr/>
            <p:nvPr/>
          </p:nvSpPr>
          <p:spPr>
            <a:xfrm>
              <a:off x="8124134" y="3655919"/>
              <a:ext cx="60602" cy="60286"/>
            </a:xfrm>
            <a:custGeom>
              <a:avLst/>
              <a:gdLst/>
              <a:ahLst/>
              <a:cxnLst/>
              <a:rect l="l" t="t" r="r" b="b"/>
              <a:pathLst>
                <a:path w="383" h="381" extrusionOk="0">
                  <a:moveTo>
                    <a:pt x="189" y="0"/>
                  </a:moveTo>
                  <a:cubicBezTo>
                    <a:pt x="84" y="1"/>
                    <a:pt x="0" y="86"/>
                    <a:pt x="0" y="192"/>
                  </a:cubicBezTo>
                  <a:cubicBezTo>
                    <a:pt x="1" y="296"/>
                    <a:pt x="87" y="381"/>
                    <a:pt x="192" y="381"/>
                  </a:cubicBezTo>
                  <a:lnTo>
                    <a:pt x="193" y="381"/>
                  </a:lnTo>
                  <a:cubicBezTo>
                    <a:pt x="298" y="381"/>
                    <a:pt x="382" y="295"/>
                    <a:pt x="382" y="190"/>
                  </a:cubicBezTo>
                  <a:cubicBezTo>
                    <a:pt x="381" y="85"/>
                    <a:pt x="297" y="0"/>
                    <a:pt x="1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42"/>
            <p:cNvSpPr/>
            <p:nvPr/>
          </p:nvSpPr>
          <p:spPr>
            <a:xfrm>
              <a:off x="8180622" y="3725698"/>
              <a:ext cx="60602" cy="60444"/>
            </a:xfrm>
            <a:custGeom>
              <a:avLst/>
              <a:gdLst/>
              <a:ahLst/>
              <a:cxnLst/>
              <a:rect l="l" t="t" r="r" b="b"/>
              <a:pathLst>
                <a:path w="383" h="382" extrusionOk="0">
                  <a:moveTo>
                    <a:pt x="189" y="0"/>
                  </a:moveTo>
                  <a:cubicBezTo>
                    <a:pt x="84" y="1"/>
                    <a:pt x="0" y="87"/>
                    <a:pt x="1" y="192"/>
                  </a:cubicBezTo>
                  <a:cubicBezTo>
                    <a:pt x="1" y="297"/>
                    <a:pt x="88" y="382"/>
                    <a:pt x="192" y="382"/>
                  </a:cubicBezTo>
                  <a:lnTo>
                    <a:pt x="193" y="382"/>
                  </a:lnTo>
                  <a:cubicBezTo>
                    <a:pt x="299" y="381"/>
                    <a:pt x="383" y="295"/>
                    <a:pt x="383" y="190"/>
                  </a:cubicBezTo>
                  <a:cubicBezTo>
                    <a:pt x="382" y="85"/>
                    <a:pt x="297" y="0"/>
                    <a:pt x="1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42"/>
            <p:cNvSpPr/>
            <p:nvPr/>
          </p:nvSpPr>
          <p:spPr>
            <a:xfrm>
              <a:off x="8016696" y="2868728"/>
              <a:ext cx="60444" cy="60286"/>
            </a:xfrm>
            <a:custGeom>
              <a:avLst/>
              <a:gdLst/>
              <a:ahLst/>
              <a:cxnLst/>
              <a:rect l="l" t="t" r="r" b="b"/>
              <a:pathLst>
                <a:path w="382" h="381" extrusionOk="0">
                  <a:moveTo>
                    <a:pt x="189" y="0"/>
                  </a:moveTo>
                  <a:cubicBezTo>
                    <a:pt x="84" y="0"/>
                    <a:pt x="0" y="85"/>
                    <a:pt x="0" y="190"/>
                  </a:cubicBezTo>
                  <a:cubicBezTo>
                    <a:pt x="0" y="296"/>
                    <a:pt x="86" y="381"/>
                    <a:pt x="191" y="381"/>
                  </a:cubicBezTo>
                  <a:cubicBezTo>
                    <a:pt x="297" y="381"/>
                    <a:pt x="382" y="296"/>
                    <a:pt x="382" y="190"/>
                  </a:cubicBezTo>
                  <a:cubicBezTo>
                    <a:pt x="382" y="85"/>
                    <a:pt x="297" y="0"/>
                    <a:pt x="1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42"/>
            <p:cNvSpPr/>
            <p:nvPr/>
          </p:nvSpPr>
          <p:spPr>
            <a:xfrm>
              <a:off x="8520498" y="3673641"/>
              <a:ext cx="98577" cy="60444"/>
            </a:xfrm>
            <a:custGeom>
              <a:avLst/>
              <a:gdLst/>
              <a:ahLst/>
              <a:cxnLst/>
              <a:rect l="l" t="t" r="r" b="b"/>
              <a:pathLst>
                <a:path w="623" h="382" extrusionOk="0">
                  <a:moveTo>
                    <a:pt x="432" y="0"/>
                  </a:moveTo>
                  <a:lnTo>
                    <a:pt x="192" y="1"/>
                  </a:lnTo>
                  <a:cubicBezTo>
                    <a:pt x="86" y="1"/>
                    <a:pt x="1" y="87"/>
                    <a:pt x="2" y="192"/>
                  </a:cubicBezTo>
                  <a:cubicBezTo>
                    <a:pt x="2" y="297"/>
                    <a:pt x="87" y="382"/>
                    <a:pt x="192" y="382"/>
                  </a:cubicBezTo>
                  <a:lnTo>
                    <a:pt x="193" y="382"/>
                  </a:lnTo>
                  <a:lnTo>
                    <a:pt x="433" y="381"/>
                  </a:lnTo>
                  <a:cubicBezTo>
                    <a:pt x="537" y="381"/>
                    <a:pt x="622" y="296"/>
                    <a:pt x="622" y="190"/>
                  </a:cubicBezTo>
                  <a:cubicBezTo>
                    <a:pt x="622" y="85"/>
                    <a:pt x="537" y="0"/>
                    <a:pt x="43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42"/>
            <p:cNvSpPr/>
            <p:nvPr/>
          </p:nvSpPr>
          <p:spPr>
            <a:xfrm>
              <a:off x="8499612" y="3563672"/>
              <a:ext cx="101900" cy="79431"/>
            </a:xfrm>
            <a:custGeom>
              <a:avLst/>
              <a:gdLst/>
              <a:ahLst/>
              <a:cxnLst/>
              <a:rect l="l" t="t" r="r" b="b"/>
              <a:pathLst>
                <a:path w="644" h="502" extrusionOk="0">
                  <a:moveTo>
                    <a:pt x="426" y="0"/>
                  </a:moveTo>
                  <a:cubicBezTo>
                    <a:pt x="393" y="0"/>
                    <a:pt x="361" y="9"/>
                    <a:pt x="331" y="26"/>
                  </a:cubicBezTo>
                  <a:lnTo>
                    <a:pt x="122" y="146"/>
                  </a:lnTo>
                  <a:cubicBezTo>
                    <a:pt x="31" y="200"/>
                    <a:pt x="1" y="316"/>
                    <a:pt x="53" y="406"/>
                  </a:cubicBezTo>
                  <a:cubicBezTo>
                    <a:pt x="89" y="467"/>
                    <a:pt x="153" y="502"/>
                    <a:pt x="218" y="502"/>
                  </a:cubicBezTo>
                  <a:cubicBezTo>
                    <a:pt x="250" y="502"/>
                    <a:pt x="284" y="493"/>
                    <a:pt x="313" y="475"/>
                  </a:cubicBezTo>
                  <a:lnTo>
                    <a:pt x="522" y="355"/>
                  </a:lnTo>
                  <a:cubicBezTo>
                    <a:pt x="613" y="301"/>
                    <a:pt x="643" y="185"/>
                    <a:pt x="591" y="95"/>
                  </a:cubicBezTo>
                  <a:cubicBezTo>
                    <a:pt x="555" y="34"/>
                    <a:pt x="491" y="0"/>
                    <a:pt x="42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42"/>
            <p:cNvSpPr/>
            <p:nvPr/>
          </p:nvSpPr>
          <p:spPr>
            <a:xfrm>
              <a:off x="8500245" y="3764939"/>
              <a:ext cx="101742" cy="79273"/>
            </a:xfrm>
            <a:custGeom>
              <a:avLst/>
              <a:gdLst/>
              <a:ahLst/>
              <a:cxnLst/>
              <a:rect l="l" t="t" r="r" b="b"/>
              <a:pathLst>
                <a:path w="643" h="501" extrusionOk="0">
                  <a:moveTo>
                    <a:pt x="217" y="0"/>
                  </a:moveTo>
                  <a:cubicBezTo>
                    <a:pt x="151" y="0"/>
                    <a:pt x="87" y="35"/>
                    <a:pt x="51" y="96"/>
                  </a:cubicBezTo>
                  <a:cubicBezTo>
                    <a:pt x="0" y="187"/>
                    <a:pt x="32" y="302"/>
                    <a:pt x="123" y="355"/>
                  </a:cubicBezTo>
                  <a:lnTo>
                    <a:pt x="331" y="475"/>
                  </a:lnTo>
                  <a:cubicBezTo>
                    <a:pt x="360" y="492"/>
                    <a:pt x="393" y="500"/>
                    <a:pt x="425" y="500"/>
                  </a:cubicBezTo>
                  <a:cubicBezTo>
                    <a:pt x="491" y="500"/>
                    <a:pt x="555" y="466"/>
                    <a:pt x="591" y="405"/>
                  </a:cubicBezTo>
                  <a:cubicBezTo>
                    <a:pt x="642" y="314"/>
                    <a:pt x="611" y="198"/>
                    <a:pt x="521" y="145"/>
                  </a:cubicBezTo>
                  <a:lnTo>
                    <a:pt x="311" y="26"/>
                  </a:lnTo>
                  <a:cubicBezTo>
                    <a:pt x="281" y="9"/>
                    <a:pt x="249" y="0"/>
                    <a:pt x="21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42"/>
            <p:cNvSpPr/>
            <p:nvPr/>
          </p:nvSpPr>
          <p:spPr>
            <a:xfrm>
              <a:off x="7618275" y="3673641"/>
              <a:ext cx="98577" cy="60444"/>
            </a:xfrm>
            <a:custGeom>
              <a:avLst/>
              <a:gdLst/>
              <a:ahLst/>
              <a:cxnLst/>
              <a:rect l="l" t="t" r="r" b="b"/>
              <a:pathLst>
                <a:path w="623" h="382" extrusionOk="0">
                  <a:moveTo>
                    <a:pt x="431" y="0"/>
                  </a:moveTo>
                  <a:lnTo>
                    <a:pt x="191" y="1"/>
                  </a:lnTo>
                  <a:cubicBezTo>
                    <a:pt x="86" y="1"/>
                    <a:pt x="1" y="87"/>
                    <a:pt x="1" y="192"/>
                  </a:cubicBezTo>
                  <a:cubicBezTo>
                    <a:pt x="1" y="297"/>
                    <a:pt x="87" y="382"/>
                    <a:pt x="192" y="382"/>
                  </a:cubicBezTo>
                  <a:lnTo>
                    <a:pt x="433" y="381"/>
                  </a:lnTo>
                  <a:cubicBezTo>
                    <a:pt x="537" y="381"/>
                    <a:pt x="622" y="296"/>
                    <a:pt x="622" y="190"/>
                  </a:cubicBezTo>
                  <a:cubicBezTo>
                    <a:pt x="622" y="85"/>
                    <a:pt x="536" y="0"/>
                    <a:pt x="43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42"/>
            <p:cNvSpPr/>
            <p:nvPr/>
          </p:nvSpPr>
          <p:spPr>
            <a:xfrm>
              <a:off x="7635838" y="3764781"/>
              <a:ext cx="102058" cy="79431"/>
            </a:xfrm>
            <a:custGeom>
              <a:avLst/>
              <a:gdLst/>
              <a:ahLst/>
              <a:cxnLst/>
              <a:rect l="l" t="t" r="r" b="b"/>
              <a:pathLst>
                <a:path w="645" h="502" extrusionOk="0">
                  <a:moveTo>
                    <a:pt x="426" y="0"/>
                  </a:moveTo>
                  <a:cubicBezTo>
                    <a:pt x="394" y="0"/>
                    <a:pt x="361" y="8"/>
                    <a:pt x="331" y="26"/>
                  </a:cubicBezTo>
                  <a:lnTo>
                    <a:pt x="124" y="146"/>
                  </a:lnTo>
                  <a:cubicBezTo>
                    <a:pt x="32" y="200"/>
                    <a:pt x="1" y="316"/>
                    <a:pt x="54" y="407"/>
                  </a:cubicBezTo>
                  <a:cubicBezTo>
                    <a:pt x="89" y="468"/>
                    <a:pt x="153" y="501"/>
                    <a:pt x="219" y="501"/>
                  </a:cubicBezTo>
                  <a:cubicBezTo>
                    <a:pt x="251" y="501"/>
                    <a:pt x="284" y="493"/>
                    <a:pt x="314" y="475"/>
                  </a:cubicBezTo>
                  <a:lnTo>
                    <a:pt x="522" y="355"/>
                  </a:lnTo>
                  <a:cubicBezTo>
                    <a:pt x="613" y="302"/>
                    <a:pt x="644" y="186"/>
                    <a:pt x="591" y="95"/>
                  </a:cubicBezTo>
                  <a:cubicBezTo>
                    <a:pt x="556" y="34"/>
                    <a:pt x="492" y="0"/>
                    <a:pt x="42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42"/>
            <p:cNvSpPr/>
            <p:nvPr/>
          </p:nvSpPr>
          <p:spPr>
            <a:xfrm>
              <a:off x="7635364" y="3563672"/>
              <a:ext cx="102058" cy="79273"/>
            </a:xfrm>
            <a:custGeom>
              <a:avLst/>
              <a:gdLst/>
              <a:ahLst/>
              <a:cxnLst/>
              <a:rect l="l" t="t" r="r" b="b"/>
              <a:pathLst>
                <a:path w="645" h="501" extrusionOk="0">
                  <a:moveTo>
                    <a:pt x="218" y="1"/>
                  </a:moveTo>
                  <a:cubicBezTo>
                    <a:pt x="152" y="1"/>
                    <a:pt x="88" y="35"/>
                    <a:pt x="53" y="96"/>
                  </a:cubicBezTo>
                  <a:cubicBezTo>
                    <a:pt x="1" y="186"/>
                    <a:pt x="32" y="303"/>
                    <a:pt x="123" y="355"/>
                  </a:cubicBezTo>
                  <a:lnTo>
                    <a:pt x="332" y="475"/>
                  </a:lnTo>
                  <a:cubicBezTo>
                    <a:pt x="362" y="492"/>
                    <a:pt x="395" y="501"/>
                    <a:pt x="426" y="501"/>
                  </a:cubicBezTo>
                  <a:cubicBezTo>
                    <a:pt x="492" y="501"/>
                    <a:pt x="556" y="466"/>
                    <a:pt x="592" y="405"/>
                  </a:cubicBezTo>
                  <a:cubicBezTo>
                    <a:pt x="644" y="314"/>
                    <a:pt x="613" y="198"/>
                    <a:pt x="521" y="145"/>
                  </a:cubicBezTo>
                  <a:lnTo>
                    <a:pt x="313" y="26"/>
                  </a:lnTo>
                  <a:cubicBezTo>
                    <a:pt x="283" y="9"/>
                    <a:pt x="250" y="1"/>
                    <a:pt x="21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42"/>
            <p:cNvSpPr/>
            <p:nvPr/>
          </p:nvSpPr>
          <p:spPr>
            <a:xfrm>
              <a:off x="8520498" y="3673641"/>
              <a:ext cx="98577" cy="60444"/>
            </a:xfrm>
            <a:custGeom>
              <a:avLst/>
              <a:gdLst/>
              <a:ahLst/>
              <a:cxnLst/>
              <a:rect l="l" t="t" r="r" b="b"/>
              <a:pathLst>
                <a:path w="623" h="382" extrusionOk="0">
                  <a:moveTo>
                    <a:pt x="432" y="0"/>
                  </a:moveTo>
                  <a:lnTo>
                    <a:pt x="192" y="1"/>
                  </a:lnTo>
                  <a:cubicBezTo>
                    <a:pt x="86" y="1"/>
                    <a:pt x="1" y="87"/>
                    <a:pt x="2" y="192"/>
                  </a:cubicBezTo>
                  <a:cubicBezTo>
                    <a:pt x="2" y="297"/>
                    <a:pt x="87" y="382"/>
                    <a:pt x="192" y="382"/>
                  </a:cubicBezTo>
                  <a:lnTo>
                    <a:pt x="193" y="382"/>
                  </a:lnTo>
                  <a:lnTo>
                    <a:pt x="433" y="381"/>
                  </a:lnTo>
                  <a:cubicBezTo>
                    <a:pt x="537" y="381"/>
                    <a:pt x="622" y="296"/>
                    <a:pt x="622" y="190"/>
                  </a:cubicBezTo>
                  <a:cubicBezTo>
                    <a:pt x="622" y="85"/>
                    <a:pt x="537" y="0"/>
                    <a:pt x="4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42"/>
            <p:cNvSpPr/>
            <p:nvPr/>
          </p:nvSpPr>
          <p:spPr>
            <a:xfrm>
              <a:off x="8499612" y="3563672"/>
              <a:ext cx="101900" cy="79431"/>
            </a:xfrm>
            <a:custGeom>
              <a:avLst/>
              <a:gdLst/>
              <a:ahLst/>
              <a:cxnLst/>
              <a:rect l="l" t="t" r="r" b="b"/>
              <a:pathLst>
                <a:path w="644" h="502" extrusionOk="0">
                  <a:moveTo>
                    <a:pt x="426" y="0"/>
                  </a:moveTo>
                  <a:cubicBezTo>
                    <a:pt x="393" y="0"/>
                    <a:pt x="361" y="9"/>
                    <a:pt x="331" y="26"/>
                  </a:cubicBezTo>
                  <a:lnTo>
                    <a:pt x="122" y="146"/>
                  </a:lnTo>
                  <a:cubicBezTo>
                    <a:pt x="31" y="200"/>
                    <a:pt x="1" y="316"/>
                    <a:pt x="53" y="406"/>
                  </a:cubicBezTo>
                  <a:cubicBezTo>
                    <a:pt x="89" y="467"/>
                    <a:pt x="153" y="502"/>
                    <a:pt x="218" y="502"/>
                  </a:cubicBezTo>
                  <a:cubicBezTo>
                    <a:pt x="250" y="502"/>
                    <a:pt x="284" y="493"/>
                    <a:pt x="313" y="475"/>
                  </a:cubicBezTo>
                  <a:lnTo>
                    <a:pt x="522" y="355"/>
                  </a:lnTo>
                  <a:cubicBezTo>
                    <a:pt x="613" y="301"/>
                    <a:pt x="643" y="185"/>
                    <a:pt x="591" y="95"/>
                  </a:cubicBezTo>
                  <a:cubicBezTo>
                    <a:pt x="555" y="34"/>
                    <a:pt x="491" y="0"/>
                    <a:pt x="4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42"/>
            <p:cNvSpPr/>
            <p:nvPr/>
          </p:nvSpPr>
          <p:spPr>
            <a:xfrm>
              <a:off x="8500245" y="3764939"/>
              <a:ext cx="101742" cy="79273"/>
            </a:xfrm>
            <a:custGeom>
              <a:avLst/>
              <a:gdLst/>
              <a:ahLst/>
              <a:cxnLst/>
              <a:rect l="l" t="t" r="r" b="b"/>
              <a:pathLst>
                <a:path w="643" h="501" extrusionOk="0">
                  <a:moveTo>
                    <a:pt x="217" y="0"/>
                  </a:moveTo>
                  <a:cubicBezTo>
                    <a:pt x="151" y="0"/>
                    <a:pt x="87" y="35"/>
                    <a:pt x="51" y="96"/>
                  </a:cubicBezTo>
                  <a:cubicBezTo>
                    <a:pt x="0" y="187"/>
                    <a:pt x="32" y="302"/>
                    <a:pt x="123" y="355"/>
                  </a:cubicBezTo>
                  <a:lnTo>
                    <a:pt x="331" y="475"/>
                  </a:lnTo>
                  <a:cubicBezTo>
                    <a:pt x="360" y="492"/>
                    <a:pt x="393" y="500"/>
                    <a:pt x="425" y="500"/>
                  </a:cubicBezTo>
                  <a:cubicBezTo>
                    <a:pt x="491" y="500"/>
                    <a:pt x="555" y="466"/>
                    <a:pt x="591" y="405"/>
                  </a:cubicBezTo>
                  <a:cubicBezTo>
                    <a:pt x="642" y="314"/>
                    <a:pt x="611" y="198"/>
                    <a:pt x="521" y="145"/>
                  </a:cubicBezTo>
                  <a:lnTo>
                    <a:pt x="311" y="26"/>
                  </a:lnTo>
                  <a:cubicBezTo>
                    <a:pt x="281" y="9"/>
                    <a:pt x="249" y="0"/>
                    <a:pt x="2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42"/>
            <p:cNvSpPr/>
            <p:nvPr/>
          </p:nvSpPr>
          <p:spPr>
            <a:xfrm>
              <a:off x="7618275" y="3673641"/>
              <a:ext cx="98577" cy="60444"/>
            </a:xfrm>
            <a:custGeom>
              <a:avLst/>
              <a:gdLst/>
              <a:ahLst/>
              <a:cxnLst/>
              <a:rect l="l" t="t" r="r" b="b"/>
              <a:pathLst>
                <a:path w="623" h="382" extrusionOk="0">
                  <a:moveTo>
                    <a:pt x="431" y="0"/>
                  </a:moveTo>
                  <a:lnTo>
                    <a:pt x="191" y="1"/>
                  </a:lnTo>
                  <a:cubicBezTo>
                    <a:pt x="86" y="1"/>
                    <a:pt x="1" y="87"/>
                    <a:pt x="1" y="192"/>
                  </a:cubicBezTo>
                  <a:cubicBezTo>
                    <a:pt x="1" y="297"/>
                    <a:pt x="87" y="382"/>
                    <a:pt x="192" y="382"/>
                  </a:cubicBezTo>
                  <a:lnTo>
                    <a:pt x="433" y="381"/>
                  </a:lnTo>
                  <a:cubicBezTo>
                    <a:pt x="537" y="381"/>
                    <a:pt x="622" y="296"/>
                    <a:pt x="622" y="190"/>
                  </a:cubicBezTo>
                  <a:cubicBezTo>
                    <a:pt x="622" y="85"/>
                    <a:pt x="536" y="0"/>
                    <a:pt x="4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42"/>
            <p:cNvSpPr/>
            <p:nvPr/>
          </p:nvSpPr>
          <p:spPr>
            <a:xfrm>
              <a:off x="7635838" y="3764781"/>
              <a:ext cx="102058" cy="79431"/>
            </a:xfrm>
            <a:custGeom>
              <a:avLst/>
              <a:gdLst/>
              <a:ahLst/>
              <a:cxnLst/>
              <a:rect l="l" t="t" r="r" b="b"/>
              <a:pathLst>
                <a:path w="645" h="502" extrusionOk="0">
                  <a:moveTo>
                    <a:pt x="426" y="0"/>
                  </a:moveTo>
                  <a:cubicBezTo>
                    <a:pt x="394" y="0"/>
                    <a:pt x="361" y="8"/>
                    <a:pt x="331" y="26"/>
                  </a:cubicBezTo>
                  <a:lnTo>
                    <a:pt x="124" y="146"/>
                  </a:lnTo>
                  <a:cubicBezTo>
                    <a:pt x="32" y="200"/>
                    <a:pt x="1" y="316"/>
                    <a:pt x="54" y="407"/>
                  </a:cubicBezTo>
                  <a:cubicBezTo>
                    <a:pt x="89" y="468"/>
                    <a:pt x="153" y="501"/>
                    <a:pt x="219" y="501"/>
                  </a:cubicBezTo>
                  <a:cubicBezTo>
                    <a:pt x="251" y="501"/>
                    <a:pt x="284" y="493"/>
                    <a:pt x="314" y="475"/>
                  </a:cubicBezTo>
                  <a:lnTo>
                    <a:pt x="522" y="355"/>
                  </a:lnTo>
                  <a:cubicBezTo>
                    <a:pt x="613" y="302"/>
                    <a:pt x="644" y="186"/>
                    <a:pt x="591" y="95"/>
                  </a:cubicBezTo>
                  <a:cubicBezTo>
                    <a:pt x="556" y="34"/>
                    <a:pt x="492" y="0"/>
                    <a:pt x="4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42"/>
            <p:cNvSpPr/>
            <p:nvPr/>
          </p:nvSpPr>
          <p:spPr>
            <a:xfrm>
              <a:off x="7635364" y="3563672"/>
              <a:ext cx="102058" cy="79273"/>
            </a:xfrm>
            <a:custGeom>
              <a:avLst/>
              <a:gdLst/>
              <a:ahLst/>
              <a:cxnLst/>
              <a:rect l="l" t="t" r="r" b="b"/>
              <a:pathLst>
                <a:path w="645" h="501" extrusionOk="0">
                  <a:moveTo>
                    <a:pt x="218" y="1"/>
                  </a:moveTo>
                  <a:cubicBezTo>
                    <a:pt x="152" y="1"/>
                    <a:pt x="88" y="35"/>
                    <a:pt x="53" y="96"/>
                  </a:cubicBezTo>
                  <a:cubicBezTo>
                    <a:pt x="1" y="186"/>
                    <a:pt x="32" y="303"/>
                    <a:pt x="123" y="355"/>
                  </a:cubicBezTo>
                  <a:lnTo>
                    <a:pt x="332" y="475"/>
                  </a:lnTo>
                  <a:cubicBezTo>
                    <a:pt x="362" y="492"/>
                    <a:pt x="395" y="501"/>
                    <a:pt x="426" y="501"/>
                  </a:cubicBezTo>
                  <a:cubicBezTo>
                    <a:pt x="492" y="501"/>
                    <a:pt x="556" y="466"/>
                    <a:pt x="592" y="405"/>
                  </a:cubicBezTo>
                  <a:cubicBezTo>
                    <a:pt x="644" y="314"/>
                    <a:pt x="613" y="198"/>
                    <a:pt x="521" y="145"/>
                  </a:cubicBezTo>
                  <a:lnTo>
                    <a:pt x="313" y="26"/>
                  </a:lnTo>
                  <a:cubicBezTo>
                    <a:pt x="283" y="9"/>
                    <a:pt x="250" y="1"/>
                    <a:pt x="2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42"/>
            <p:cNvSpPr/>
            <p:nvPr/>
          </p:nvSpPr>
          <p:spPr>
            <a:xfrm>
              <a:off x="7798182" y="2759550"/>
              <a:ext cx="640990" cy="2054458"/>
            </a:xfrm>
            <a:custGeom>
              <a:avLst/>
              <a:gdLst/>
              <a:ahLst/>
              <a:cxnLst/>
              <a:rect l="l" t="t" r="r" b="b"/>
              <a:pathLst>
                <a:path w="4051" h="12984" extrusionOk="0">
                  <a:moveTo>
                    <a:pt x="3226" y="382"/>
                  </a:moveTo>
                  <a:lnTo>
                    <a:pt x="3226" y="592"/>
                  </a:lnTo>
                  <a:cubicBezTo>
                    <a:pt x="3226" y="697"/>
                    <a:pt x="3311" y="782"/>
                    <a:pt x="3416" y="782"/>
                  </a:cubicBezTo>
                  <a:lnTo>
                    <a:pt x="3574" y="782"/>
                  </a:lnTo>
                  <a:cubicBezTo>
                    <a:pt x="3627" y="782"/>
                    <a:pt x="3670" y="825"/>
                    <a:pt x="3670" y="878"/>
                  </a:cubicBezTo>
                  <a:cubicBezTo>
                    <a:pt x="3670" y="931"/>
                    <a:pt x="3627" y="974"/>
                    <a:pt x="3574" y="974"/>
                  </a:cubicBezTo>
                  <a:lnTo>
                    <a:pt x="3416" y="974"/>
                  </a:lnTo>
                  <a:cubicBezTo>
                    <a:pt x="3311" y="974"/>
                    <a:pt x="3226" y="1059"/>
                    <a:pt x="3226" y="1165"/>
                  </a:cubicBezTo>
                  <a:lnTo>
                    <a:pt x="3226" y="1503"/>
                  </a:lnTo>
                  <a:lnTo>
                    <a:pt x="2353" y="1984"/>
                  </a:lnTo>
                  <a:cubicBezTo>
                    <a:pt x="2251" y="2041"/>
                    <a:pt x="2138" y="2069"/>
                    <a:pt x="2026" y="2069"/>
                  </a:cubicBezTo>
                  <a:cubicBezTo>
                    <a:pt x="1913" y="2069"/>
                    <a:pt x="1801" y="2041"/>
                    <a:pt x="1699" y="1984"/>
                  </a:cubicBezTo>
                  <a:lnTo>
                    <a:pt x="826" y="1503"/>
                  </a:lnTo>
                  <a:lnTo>
                    <a:pt x="826" y="1165"/>
                  </a:lnTo>
                  <a:cubicBezTo>
                    <a:pt x="826" y="1059"/>
                    <a:pt x="741" y="974"/>
                    <a:pt x="635" y="974"/>
                  </a:cubicBezTo>
                  <a:lnTo>
                    <a:pt x="477" y="974"/>
                  </a:lnTo>
                  <a:cubicBezTo>
                    <a:pt x="424" y="974"/>
                    <a:pt x="381" y="931"/>
                    <a:pt x="381" y="878"/>
                  </a:cubicBezTo>
                  <a:cubicBezTo>
                    <a:pt x="381" y="825"/>
                    <a:pt x="425" y="782"/>
                    <a:pt x="477" y="782"/>
                  </a:cubicBezTo>
                  <a:lnTo>
                    <a:pt x="635" y="782"/>
                  </a:lnTo>
                  <a:cubicBezTo>
                    <a:pt x="741" y="782"/>
                    <a:pt x="826" y="697"/>
                    <a:pt x="826" y="592"/>
                  </a:cubicBezTo>
                  <a:lnTo>
                    <a:pt x="826" y="382"/>
                  </a:lnTo>
                  <a:close/>
                  <a:moveTo>
                    <a:pt x="2782" y="2182"/>
                  </a:moveTo>
                  <a:lnTo>
                    <a:pt x="2782" y="2543"/>
                  </a:lnTo>
                  <a:lnTo>
                    <a:pt x="2592" y="2543"/>
                  </a:lnTo>
                  <a:cubicBezTo>
                    <a:pt x="2486" y="2543"/>
                    <a:pt x="2402" y="2628"/>
                    <a:pt x="2402" y="2734"/>
                  </a:cubicBezTo>
                  <a:cubicBezTo>
                    <a:pt x="2402" y="2839"/>
                    <a:pt x="2486" y="2924"/>
                    <a:pt x="2592" y="2924"/>
                  </a:cubicBezTo>
                  <a:lnTo>
                    <a:pt x="3225" y="2924"/>
                  </a:lnTo>
                  <a:lnTo>
                    <a:pt x="3225" y="3133"/>
                  </a:lnTo>
                  <a:cubicBezTo>
                    <a:pt x="3225" y="3239"/>
                    <a:pt x="3311" y="3324"/>
                    <a:pt x="3416" y="3324"/>
                  </a:cubicBezTo>
                  <a:lnTo>
                    <a:pt x="3574" y="3324"/>
                  </a:lnTo>
                  <a:cubicBezTo>
                    <a:pt x="3627" y="3324"/>
                    <a:pt x="3670" y="3367"/>
                    <a:pt x="3670" y="3419"/>
                  </a:cubicBezTo>
                  <a:cubicBezTo>
                    <a:pt x="3670" y="3473"/>
                    <a:pt x="3627" y="3516"/>
                    <a:pt x="3574" y="3516"/>
                  </a:cubicBezTo>
                  <a:lnTo>
                    <a:pt x="3416" y="3516"/>
                  </a:lnTo>
                  <a:cubicBezTo>
                    <a:pt x="3311" y="3516"/>
                    <a:pt x="3226" y="3600"/>
                    <a:pt x="3226" y="3706"/>
                  </a:cubicBezTo>
                  <a:lnTo>
                    <a:pt x="3226" y="4045"/>
                  </a:lnTo>
                  <a:lnTo>
                    <a:pt x="2353" y="4527"/>
                  </a:lnTo>
                  <a:cubicBezTo>
                    <a:pt x="2251" y="4583"/>
                    <a:pt x="2138" y="4611"/>
                    <a:pt x="2026" y="4611"/>
                  </a:cubicBezTo>
                  <a:cubicBezTo>
                    <a:pt x="1913" y="4611"/>
                    <a:pt x="1801" y="4583"/>
                    <a:pt x="1699" y="4527"/>
                  </a:cubicBezTo>
                  <a:lnTo>
                    <a:pt x="826" y="4045"/>
                  </a:lnTo>
                  <a:lnTo>
                    <a:pt x="826" y="3706"/>
                  </a:lnTo>
                  <a:cubicBezTo>
                    <a:pt x="826" y="3600"/>
                    <a:pt x="741" y="3516"/>
                    <a:pt x="635" y="3516"/>
                  </a:cubicBezTo>
                  <a:lnTo>
                    <a:pt x="477" y="3516"/>
                  </a:lnTo>
                  <a:cubicBezTo>
                    <a:pt x="424" y="3516"/>
                    <a:pt x="381" y="3473"/>
                    <a:pt x="381" y="3419"/>
                  </a:cubicBezTo>
                  <a:cubicBezTo>
                    <a:pt x="381" y="3367"/>
                    <a:pt x="425" y="3324"/>
                    <a:pt x="477" y="3324"/>
                  </a:cubicBezTo>
                  <a:lnTo>
                    <a:pt x="635" y="3324"/>
                  </a:lnTo>
                  <a:cubicBezTo>
                    <a:pt x="741" y="3324"/>
                    <a:pt x="826" y="3238"/>
                    <a:pt x="826" y="3133"/>
                  </a:cubicBezTo>
                  <a:lnTo>
                    <a:pt x="826" y="2924"/>
                  </a:lnTo>
                  <a:lnTo>
                    <a:pt x="1764" y="2924"/>
                  </a:lnTo>
                  <a:cubicBezTo>
                    <a:pt x="1868" y="2924"/>
                    <a:pt x="1954" y="2839"/>
                    <a:pt x="1954" y="2734"/>
                  </a:cubicBezTo>
                  <a:cubicBezTo>
                    <a:pt x="1954" y="2628"/>
                    <a:pt x="1868" y="2543"/>
                    <a:pt x="1764" y="2543"/>
                  </a:cubicBezTo>
                  <a:lnTo>
                    <a:pt x="1269" y="2543"/>
                  </a:lnTo>
                  <a:lnTo>
                    <a:pt x="1269" y="2182"/>
                  </a:lnTo>
                  <a:lnTo>
                    <a:pt x="1514" y="2317"/>
                  </a:lnTo>
                  <a:cubicBezTo>
                    <a:pt x="1673" y="2405"/>
                    <a:pt x="1847" y="2449"/>
                    <a:pt x="2019" y="2449"/>
                  </a:cubicBezTo>
                  <a:cubicBezTo>
                    <a:pt x="2021" y="2449"/>
                    <a:pt x="2024" y="2449"/>
                    <a:pt x="2026" y="2449"/>
                  </a:cubicBezTo>
                  <a:cubicBezTo>
                    <a:pt x="2202" y="2449"/>
                    <a:pt x="2376" y="2405"/>
                    <a:pt x="2537" y="2317"/>
                  </a:cubicBezTo>
                  <a:lnTo>
                    <a:pt x="2782" y="2182"/>
                  </a:lnTo>
                  <a:close/>
                  <a:moveTo>
                    <a:pt x="2782" y="4725"/>
                  </a:moveTo>
                  <a:lnTo>
                    <a:pt x="2782" y="5077"/>
                  </a:lnTo>
                  <a:lnTo>
                    <a:pt x="1269" y="5077"/>
                  </a:lnTo>
                  <a:lnTo>
                    <a:pt x="1269" y="4725"/>
                  </a:lnTo>
                  <a:lnTo>
                    <a:pt x="1514" y="4860"/>
                  </a:lnTo>
                  <a:cubicBezTo>
                    <a:pt x="1675" y="4948"/>
                    <a:pt x="1851" y="4992"/>
                    <a:pt x="2026" y="4992"/>
                  </a:cubicBezTo>
                  <a:cubicBezTo>
                    <a:pt x="2202" y="4992"/>
                    <a:pt x="2376" y="4948"/>
                    <a:pt x="2537" y="4860"/>
                  </a:cubicBezTo>
                  <a:lnTo>
                    <a:pt x="2782" y="4725"/>
                  </a:lnTo>
                  <a:close/>
                  <a:moveTo>
                    <a:pt x="3226" y="5457"/>
                  </a:moveTo>
                  <a:lnTo>
                    <a:pt x="3226" y="5666"/>
                  </a:lnTo>
                  <a:cubicBezTo>
                    <a:pt x="3225" y="5772"/>
                    <a:pt x="3311" y="5857"/>
                    <a:pt x="3416" y="5857"/>
                  </a:cubicBezTo>
                  <a:lnTo>
                    <a:pt x="3574" y="5857"/>
                  </a:lnTo>
                  <a:cubicBezTo>
                    <a:pt x="3627" y="5857"/>
                    <a:pt x="3670" y="5900"/>
                    <a:pt x="3670" y="5953"/>
                  </a:cubicBezTo>
                  <a:cubicBezTo>
                    <a:pt x="3670" y="6006"/>
                    <a:pt x="3627" y="6049"/>
                    <a:pt x="3574" y="6049"/>
                  </a:cubicBezTo>
                  <a:lnTo>
                    <a:pt x="3416" y="6049"/>
                  </a:lnTo>
                  <a:cubicBezTo>
                    <a:pt x="3311" y="6049"/>
                    <a:pt x="3226" y="6135"/>
                    <a:pt x="3226" y="6239"/>
                  </a:cubicBezTo>
                  <a:lnTo>
                    <a:pt x="3226" y="6578"/>
                  </a:lnTo>
                  <a:lnTo>
                    <a:pt x="2353" y="7060"/>
                  </a:lnTo>
                  <a:cubicBezTo>
                    <a:pt x="2251" y="7116"/>
                    <a:pt x="2138" y="7144"/>
                    <a:pt x="2026" y="7144"/>
                  </a:cubicBezTo>
                  <a:cubicBezTo>
                    <a:pt x="1913" y="7144"/>
                    <a:pt x="1801" y="7116"/>
                    <a:pt x="1699" y="7060"/>
                  </a:cubicBezTo>
                  <a:lnTo>
                    <a:pt x="826" y="6578"/>
                  </a:lnTo>
                  <a:lnTo>
                    <a:pt x="826" y="6239"/>
                  </a:lnTo>
                  <a:cubicBezTo>
                    <a:pt x="826" y="6135"/>
                    <a:pt x="741" y="6049"/>
                    <a:pt x="635" y="6049"/>
                  </a:cubicBezTo>
                  <a:lnTo>
                    <a:pt x="477" y="6049"/>
                  </a:lnTo>
                  <a:cubicBezTo>
                    <a:pt x="424" y="6049"/>
                    <a:pt x="381" y="6006"/>
                    <a:pt x="381" y="5953"/>
                  </a:cubicBezTo>
                  <a:cubicBezTo>
                    <a:pt x="381" y="5900"/>
                    <a:pt x="425" y="5857"/>
                    <a:pt x="477" y="5857"/>
                  </a:cubicBezTo>
                  <a:lnTo>
                    <a:pt x="635" y="5857"/>
                  </a:lnTo>
                  <a:cubicBezTo>
                    <a:pt x="741" y="5857"/>
                    <a:pt x="826" y="5772"/>
                    <a:pt x="826" y="5666"/>
                  </a:cubicBezTo>
                  <a:lnTo>
                    <a:pt x="826" y="5457"/>
                  </a:lnTo>
                  <a:close/>
                  <a:moveTo>
                    <a:pt x="2782" y="7258"/>
                  </a:moveTo>
                  <a:lnTo>
                    <a:pt x="2782" y="7610"/>
                  </a:lnTo>
                  <a:lnTo>
                    <a:pt x="2592" y="7610"/>
                  </a:lnTo>
                  <a:cubicBezTo>
                    <a:pt x="2486" y="7610"/>
                    <a:pt x="2402" y="7694"/>
                    <a:pt x="2402" y="7800"/>
                  </a:cubicBezTo>
                  <a:cubicBezTo>
                    <a:pt x="2402" y="7905"/>
                    <a:pt x="2486" y="7990"/>
                    <a:pt x="2592" y="7990"/>
                  </a:cubicBezTo>
                  <a:lnTo>
                    <a:pt x="3225" y="7990"/>
                  </a:lnTo>
                  <a:lnTo>
                    <a:pt x="3225" y="8199"/>
                  </a:lnTo>
                  <a:cubicBezTo>
                    <a:pt x="3225" y="8305"/>
                    <a:pt x="3311" y="8390"/>
                    <a:pt x="3416" y="8390"/>
                  </a:cubicBezTo>
                  <a:lnTo>
                    <a:pt x="3574" y="8390"/>
                  </a:lnTo>
                  <a:cubicBezTo>
                    <a:pt x="3627" y="8390"/>
                    <a:pt x="3670" y="8433"/>
                    <a:pt x="3670" y="8486"/>
                  </a:cubicBezTo>
                  <a:cubicBezTo>
                    <a:pt x="3670" y="8539"/>
                    <a:pt x="3627" y="8582"/>
                    <a:pt x="3574" y="8582"/>
                  </a:cubicBezTo>
                  <a:lnTo>
                    <a:pt x="3416" y="8582"/>
                  </a:lnTo>
                  <a:cubicBezTo>
                    <a:pt x="3311" y="8582"/>
                    <a:pt x="3226" y="8668"/>
                    <a:pt x="3226" y="8772"/>
                  </a:cubicBezTo>
                  <a:lnTo>
                    <a:pt x="3226" y="9112"/>
                  </a:lnTo>
                  <a:lnTo>
                    <a:pt x="2353" y="9593"/>
                  </a:lnTo>
                  <a:cubicBezTo>
                    <a:pt x="2251" y="9649"/>
                    <a:pt x="2138" y="9678"/>
                    <a:pt x="2026" y="9678"/>
                  </a:cubicBezTo>
                  <a:cubicBezTo>
                    <a:pt x="1913" y="9678"/>
                    <a:pt x="1801" y="9649"/>
                    <a:pt x="1699" y="9593"/>
                  </a:cubicBezTo>
                  <a:lnTo>
                    <a:pt x="826" y="9112"/>
                  </a:lnTo>
                  <a:lnTo>
                    <a:pt x="826" y="8772"/>
                  </a:lnTo>
                  <a:cubicBezTo>
                    <a:pt x="826" y="8668"/>
                    <a:pt x="741" y="8582"/>
                    <a:pt x="635" y="8582"/>
                  </a:cubicBezTo>
                  <a:lnTo>
                    <a:pt x="477" y="8582"/>
                  </a:lnTo>
                  <a:cubicBezTo>
                    <a:pt x="424" y="8582"/>
                    <a:pt x="381" y="8539"/>
                    <a:pt x="381" y="8486"/>
                  </a:cubicBezTo>
                  <a:cubicBezTo>
                    <a:pt x="381" y="8433"/>
                    <a:pt x="425" y="8390"/>
                    <a:pt x="477" y="8390"/>
                  </a:cubicBezTo>
                  <a:lnTo>
                    <a:pt x="635" y="8390"/>
                  </a:lnTo>
                  <a:cubicBezTo>
                    <a:pt x="741" y="8390"/>
                    <a:pt x="826" y="8305"/>
                    <a:pt x="826" y="8199"/>
                  </a:cubicBezTo>
                  <a:lnTo>
                    <a:pt x="826" y="7990"/>
                  </a:lnTo>
                  <a:lnTo>
                    <a:pt x="1764" y="7990"/>
                  </a:lnTo>
                  <a:cubicBezTo>
                    <a:pt x="1868" y="7990"/>
                    <a:pt x="1954" y="7905"/>
                    <a:pt x="1954" y="7800"/>
                  </a:cubicBezTo>
                  <a:cubicBezTo>
                    <a:pt x="1954" y="7694"/>
                    <a:pt x="1868" y="7610"/>
                    <a:pt x="1764" y="7610"/>
                  </a:cubicBezTo>
                  <a:lnTo>
                    <a:pt x="1269" y="7610"/>
                  </a:lnTo>
                  <a:lnTo>
                    <a:pt x="1269" y="7258"/>
                  </a:lnTo>
                  <a:lnTo>
                    <a:pt x="1514" y="7393"/>
                  </a:lnTo>
                  <a:cubicBezTo>
                    <a:pt x="1675" y="7481"/>
                    <a:pt x="1851" y="7525"/>
                    <a:pt x="2026" y="7525"/>
                  </a:cubicBezTo>
                  <a:cubicBezTo>
                    <a:pt x="2202" y="7525"/>
                    <a:pt x="2376" y="7481"/>
                    <a:pt x="2537" y="7393"/>
                  </a:cubicBezTo>
                  <a:lnTo>
                    <a:pt x="2782" y="7258"/>
                  </a:lnTo>
                  <a:close/>
                  <a:moveTo>
                    <a:pt x="2782" y="9791"/>
                  </a:moveTo>
                  <a:lnTo>
                    <a:pt x="2782" y="10143"/>
                  </a:lnTo>
                  <a:lnTo>
                    <a:pt x="2186" y="10143"/>
                  </a:lnTo>
                  <a:cubicBezTo>
                    <a:pt x="2081" y="10143"/>
                    <a:pt x="1996" y="10229"/>
                    <a:pt x="1996" y="10333"/>
                  </a:cubicBezTo>
                  <a:cubicBezTo>
                    <a:pt x="1996" y="10438"/>
                    <a:pt x="2081" y="10523"/>
                    <a:pt x="2186" y="10523"/>
                  </a:cubicBezTo>
                  <a:lnTo>
                    <a:pt x="3225" y="10523"/>
                  </a:lnTo>
                  <a:lnTo>
                    <a:pt x="3225" y="10734"/>
                  </a:lnTo>
                  <a:cubicBezTo>
                    <a:pt x="3225" y="10838"/>
                    <a:pt x="3311" y="10923"/>
                    <a:pt x="3416" y="10923"/>
                  </a:cubicBezTo>
                  <a:lnTo>
                    <a:pt x="3574" y="10923"/>
                  </a:lnTo>
                  <a:cubicBezTo>
                    <a:pt x="3627" y="10923"/>
                    <a:pt x="3670" y="10966"/>
                    <a:pt x="3670" y="11020"/>
                  </a:cubicBezTo>
                  <a:cubicBezTo>
                    <a:pt x="3670" y="11072"/>
                    <a:pt x="3627" y="11116"/>
                    <a:pt x="3574" y="11116"/>
                  </a:cubicBezTo>
                  <a:lnTo>
                    <a:pt x="3416" y="11116"/>
                  </a:lnTo>
                  <a:cubicBezTo>
                    <a:pt x="3311" y="11116"/>
                    <a:pt x="3226" y="11201"/>
                    <a:pt x="3226" y="11306"/>
                  </a:cubicBezTo>
                  <a:lnTo>
                    <a:pt x="3226" y="11645"/>
                  </a:lnTo>
                  <a:lnTo>
                    <a:pt x="2353" y="12126"/>
                  </a:lnTo>
                  <a:cubicBezTo>
                    <a:pt x="2251" y="12182"/>
                    <a:pt x="2138" y="12211"/>
                    <a:pt x="2026" y="12211"/>
                  </a:cubicBezTo>
                  <a:cubicBezTo>
                    <a:pt x="1913" y="12211"/>
                    <a:pt x="1801" y="12182"/>
                    <a:pt x="1699" y="12126"/>
                  </a:cubicBezTo>
                  <a:lnTo>
                    <a:pt x="826" y="11645"/>
                  </a:lnTo>
                  <a:lnTo>
                    <a:pt x="826" y="11306"/>
                  </a:lnTo>
                  <a:cubicBezTo>
                    <a:pt x="826" y="11201"/>
                    <a:pt x="741" y="11116"/>
                    <a:pt x="635" y="11116"/>
                  </a:cubicBezTo>
                  <a:lnTo>
                    <a:pt x="477" y="11116"/>
                  </a:lnTo>
                  <a:cubicBezTo>
                    <a:pt x="424" y="11116"/>
                    <a:pt x="381" y="11072"/>
                    <a:pt x="381" y="11020"/>
                  </a:cubicBezTo>
                  <a:cubicBezTo>
                    <a:pt x="381" y="10966"/>
                    <a:pt x="425" y="10923"/>
                    <a:pt x="477" y="10923"/>
                  </a:cubicBezTo>
                  <a:lnTo>
                    <a:pt x="635" y="10923"/>
                  </a:lnTo>
                  <a:cubicBezTo>
                    <a:pt x="741" y="10923"/>
                    <a:pt x="826" y="10838"/>
                    <a:pt x="826" y="10734"/>
                  </a:cubicBezTo>
                  <a:lnTo>
                    <a:pt x="826" y="10523"/>
                  </a:lnTo>
                  <a:lnTo>
                    <a:pt x="1358" y="10523"/>
                  </a:lnTo>
                  <a:cubicBezTo>
                    <a:pt x="1463" y="10523"/>
                    <a:pt x="1548" y="10438"/>
                    <a:pt x="1548" y="10333"/>
                  </a:cubicBezTo>
                  <a:cubicBezTo>
                    <a:pt x="1548" y="10229"/>
                    <a:pt x="1463" y="10143"/>
                    <a:pt x="1358" y="10143"/>
                  </a:cubicBezTo>
                  <a:lnTo>
                    <a:pt x="1269" y="10143"/>
                  </a:lnTo>
                  <a:lnTo>
                    <a:pt x="1269" y="9791"/>
                  </a:lnTo>
                  <a:lnTo>
                    <a:pt x="1514" y="9926"/>
                  </a:lnTo>
                  <a:cubicBezTo>
                    <a:pt x="1675" y="10014"/>
                    <a:pt x="1851" y="10058"/>
                    <a:pt x="2026" y="10058"/>
                  </a:cubicBezTo>
                  <a:cubicBezTo>
                    <a:pt x="2202" y="10058"/>
                    <a:pt x="2376" y="10014"/>
                    <a:pt x="2537" y="9926"/>
                  </a:cubicBezTo>
                  <a:lnTo>
                    <a:pt x="2782" y="9791"/>
                  </a:lnTo>
                  <a:close/>
                  <a:moveTo>
                    <a:pt x="808" y="1"/>
                  </a:moveTo>
                  <a:cubicBezTo>
                    <a:pt x="608" y="1"/>
                    <a:pt x="446" y="164"/>
                    <a:pt x="446" y="364"/>
                  </a:cubicBezTo>
                  <a:lnTo>
                    <a:pt x="446" y="402"/>
                  </a:lnTo>
                  <a:cubicBezTo>
                    <a:pt x="197" y="419"/>
                    <a:pt x="1" y="625"/>
                    <a:pt x="1" y="878"/>
                  </a:cubicBezTo>
                  <a:cubicBezTo>
                    <a:pt x="1" y="1130"/>
                    <a:pt x="197" y="1337"/>
                    <a:pt x="446" y="1353"/>
                  </a:cubicBezTo>
                  <a:lnTo>
                    <a:pt x="446" y="1514"/>
                  </a:lnTo>
                  <a:cubicBezTo>
                    <a:pt x="446" y="1646"/>
                    <a:pt x="517" y="1767"/>
                    <a:pt x="633" y="1831"/>
                  </a:cubicBezTo>
                  <a:lnTo>
                    <a:pt x="889" y="1972"/>
                  </a:lnTo>
                  <a:lnTo>
                    <a:pt x="889" y="2543"/>
                  </a:lnTo>
                  <a:lnTo>
                    <a:pt x="808" y="2543"/>
                  </a:lnTo>
                  <a:cubicBezTo>
                    <a:pt x="608" y="2543"/>
                    <a:pt x="446" y="2707"/>
                    <a:pt x="446" y="2906"/>
                  </a:cubicBezTo>
                  <a:lnTo>
                    <a:pt x="446" y="2945"/>
                  </a:lnTo>
                  <a:cubicBezTo>
                    <a:pt x="197" y="2961"/>
                    <a:pt x="1" y="3168"/>
                    <a:pt x="1" y="3420"/>
                  </a:cubicBezTo>
                  <a:cubicBezTo>
                    <a:pt x="1" y="3673"/>
                    <a:pt x="197" y="3879"/>
                    <a:pt x="446" y="3896"/>
                  </a:cubicBezTo>
                  <a:lnTo>
                    <a:pt x="446" y="4056"/>
                  </a:lnTo>
                  <a:cubicBezTo>
                    <a:pt x="446" y="4188"/>
                    <a:pt x="517" y="4310"/>
                    <a:pt x="633" y="4374"/>
                  </a:cubicBezTo>
                  <a:lnTo>
                    <a:pt x="889" y="4515"/>
                  </a:lnTo>
                  <a:lnTo>
                    <a:pt x="889" y="5077"/>
                  </a:lnTo>
                  <a:lnTo>
                    <a:pt x="808" y="5077"/>
                  </a:lnTo>
                  <a:cubicBezTo>
                    <a:pt x="608" y="5077"/>
                    <a:pt x="446" y="5240"/>
                    <a:pt x="446" y="5440"/>
                  </a:cubicBezTo>
                  <a:lnTo>
                    <a:pt x="446" y="5478"/>
                  </a:lnTo>
                  <a:cubicBezTo>
                    <a:pt x="197" y="5495"/>
                    <a:pt x="1" y="5701"/>
                    <a:pt x="1" y="5953"/>
                  </a:cubicBezTo>
                  <a:cubicBezTo>
                    <a:pt x="1" y="6206"/>
                    <a:pt x="197" y="6412"/>
                    <a:pt x="446" y="6429"/>
                  </a:cubicBezTo>
                  <a:lnTo>
                    <a:pt x="446" y="6589"/>
                  </a:lnTo>
                  <a:cubicBezTo>
                    <a:pt x="446" y="6721"/>
                    <a:pt x="517" y="6843"/>
                    <a:pt x="633" y="6907"/>
                  </a:cubicBezTo>
                  <a:lnTo>
                    <a:pt x="889" y="7048"/>
                  </a:lnTo>
                  <a:lnTo>
                    <a:pt x="889" y="7611"/>
                  </a:lnTo>
                  <a:lnTo>
                    <a:pt x="808" y="7611"/>
                  </a:lnTo>
                  <a:cubicBezTo>
                    <a:pt x="608" y="7611"/>
                    <a:pt x="446" y="7773"/>
                    <a:pt x="446" y="7973"/>
                  </a:cubicBezTo>
                  <a:lnTo>
                    <a:pt x="446" y="8011"/>
                  </a:lnTo>
                  <a:cubicBezTo>
                    <a:pt x="197" y="8028"/>
                    <a:pt x="1" y="8235"/>
                    <a:pt x="1" y="8486"/>
                  </a:cubicBezTo>
                  <a:cubicBezTo>
                    <a:pt x="1" y="8739"/>
                    <a:pt x="197" y="8946"/>
                    <a:pt x="446" y="8962"/>
                  </a:cubicBezTo>
                  <a:lnTo>
                    <a:pt x="446" y="9122"/>
                  </a:lnTo>
                  <a:cubicBezTo>
                    <a:pt x="446" y="9254"/>
                    <a:pt x="517" y="9377"/>
                    <a:pt x="633" y="9440"/>
                  </a:cubicBezTo>
                  <a:lnTo>
                    <a:pt x="889" y="9581"/>
                  </a:lnTo>
                  <a:lnTo>
                    <a:pt x="889" y="10144"/>
                  </a:lnTo>
                  <a:lnTo>
                    <a:pt x="808" y="10144"/>
                  </a:lnTo>
                  <a:cubicBezTo>
                    <a:pt x="608" y="10144"/>
                    <a:pt x="446" y="10306"/>
                    <a:pt x="446" y="10506"/>
                  </a:cubicBezTo>
                  <a:lnTo>
                    <a:pt x="446" y="10545"/>
                  </a:lnTo>
                  <a:cubicBezTo>
                    <a:pt x="197" y="10561"/>
                    <a:pt x="1" y="10768"/>
                    <a:pt x="1" y="11020"/>
                  </a:cubicBezTo>
                  <a:cubicBezTo>
                    <a:pt x="1" y="11272"/>
                    <a:pt x="197" y="11479"/>
                    <a:pt x="446" y="11495"/>
                  </a:cubicBezTo>
                  <a:lnTo>
                    <a:pt x="446" y="11655"/>
                  </a:lnTo>
                  <a:cubicBezTo>
                    <a:pt x="446" y="11787"/>
                    <a:pt x="517" y="11910"/>
                    <a:pt x="633" y="11974"/>
                  </a:cubicBezTo>
                  <a:lnTo>
                    <a:pt x="889" y="12114"/>
                  </a:lnTo>
                  <a:lnTo>
                    <a:pt x="889" y="12794"/>
                  </a:lnTo>
                  <a:cubicBezTo>
                    <a:pt x="889" y="12899"/>
                    <a:pt x="974" y="12984"/>
                    <a:pt x="1080" y="12984"/>
                  </a:cubicBezTo>
                  <a:cubicBezTo>
                    <a:pt x="1184" y="12984"/>
                    <a:pt x="1269" y="12899"/>
                    <a:pt x="1269" y="12794"/>
                  </a:cubicBezTo>
                  <a:lnTo>
                    <a:pt x="1269" y="12325"/>
                  </a:lnTo>
                  <a:lnTo>
                    <a:pt x="1514" y="12460"/>
                  </a:lnTo>
                  <a:cubicBezTo>
                    <a:pt x="1675" y="12548"/>
                    <a:pt x="1850" y="12592"/>
                    <a:pt x="2026" y="12592"/>
                  </a:cubicBezTo>
                  <a:cubicBezTo>
                    <a:pt x="2200" y="12592"/>
                    <a:pt x="2376" y="12548"/>
                    <a:pt x="2537" y="12460"/>
                  </a:cubicBezTo>
                  <a:lnTo>
                    <a:pt x="2782" y="12325"/>
                  </a:lnTo>
                  <a:lnTo>
                    <a:pt x="2782" y="12794"/>
                  </a:lnTo>
                  <a:cubicBezTo>
                    <a:pt x="2782" y="12899"/>
                    <a:pt x="2867" y="12984"/>
                    <a:pt x="2972" y="12984"/>
                  </a:cubicBezTo>
                  <a:cubicBezTo>
                    <a:pt x="3077" y="12984"/>
                    <a:pt x="3162" y="12899"/>
                    <a:pt x="3162" y="12794"/>
                  </a:cubicBezTo>
                  <a:lnTo>
                    <a:pt x="3162" y="12115"/>
                  </a:lnTo>
                  <a:lnTo>
                    <a:pt x="3418" y="11974"/>
                  </a:lnTo>
                  <a:cubicBezTo>
                    <a:pt x="3534" y="11910"/>
                    <a:pt x="3605" y="11788"/>
                    <a:pt x="3605" y="11655"/>
                  </a:cubicBezTo>
                  <a:lnTo>
                    <a:pt x="3605" y="11495"/>
                  </a:lnTo>
                  <a:cubicBezTo>
                    <a:pt x="3854" y="11479"/>
                    <a:pt x="4051" y="11272"/>
                    <a:pt x="4051" y="11021"/>
                  </a:cubicBezTo>
                  <a:cubicBezTo>
                    <a:pt x="4051" y="10768"/>
                    <a:pt x="3854" y="10561"/>
                    <a:pt x="3605" y="10545"/>
                  </a:cubicBezTo>
                  <a:lnTo>
                    <a:pt x="3605" y="10506"/>
                  </a:lnTo>
                  <a:cubicBezTo>
                    <a:pt x="3605" y="10306"/>
                    <a:pt x="3443" y="10144"/>
                    <a:pt x="3243" y="10144"/>
                  </a:cubicBezTo>
                  <a:lnTo>
                    <a:pt x="3162" y="10144"/>
                  </a:lnTo>
                  <a:lnTo>
                    <a:pt x="3162" y="9581"/>
                  </a:lnTo>
                  <a:lnTo>
                    <a:pt x="3418" y="9440"/>
                  </a:lnTo>
                  <a:cubicBezTo>
                    <a:pt x="3534" y="9377"/>
                    <a:pt x="3605" y="9254"/>
                    <a:pt x="3605" y="9122"/>
                  </a:cubicBezTo>
                  <a:lnTo>
                    <a:pt x="3605" y="8962"/>
                  </a:lnTo>
                  <a:cubicBezTo>
                    <a:pt x="3854" y="8946"/>
                    <a:pt x="4051" y="8739"/>
                    <a:pt x="4051" y="8486"/>
                  </a:cubicBezTo>
                  <a:cubicBezTo>
                    <a:pt x="4051" y="8235"/>
                    <a:pt x="3854" y="8028"/>
                    <a:pt x="3605" y="8011"/>
                  </a:cubicBezTo>
                  <a:lnTo>
                    <a:pt x="3605" y="7973"/>
                  </a:lnTo>
                  <a:cubicBezTo>
                    <a:pt x="3605" y="7773"/>
                    <a:pt x="3443" y="7611"/>
                    <a:pt x="3243" y="7611"/>
                  </a:cubicBezTo>
                  <a:lnTo>
                    <a:pt x="3162" y="7611"/>
                  </a:lnTo>
                  <a:lnTo>
                    <a:pt x="3162" y="7048"/>
                  </a:lnTo>
                  <a:lnTo>
                    <a:pt x="3418" y="6907"/>
                  </a:lnTo>
                  <a:cubicBezTo>
                    <a:pt x="3534" y="6843"/>
                    <a:pt x="3605" y="6721"/>
                    <a:pt x="3605" y="6589"/>
                  </a:cubicBezTo>
                  <a:lnTo>
                    <a:pt x="3605" y="6429"/>
                  </a:lnTo>
                  <a:cubicBezTo>
                    <a:pt x="3854" y="6412"/>
                    <a:pt x="4051" y="6206"/>
                    <a:pt x="4051" y="5953"/>
                  </a:cubicBezTo>
                  <a:cubicBezTo>
                    <a:pt x="4051" y="5701"/>
                    <a:pt x="3854" y="5495"/>
                    <a:pt x="3605" y="5478"/>
                  </a:cubicBezTo>
                  <a:lnTo>
                    <a:pt x="3605" y="5440"/>
                  </a:lnTo>
                  <a:cubicBezTo>
                    <a:pt x="3605" y="5240"/>
                    <a:pt x="3443" y="5077"/>
                    <a:pt x="3243" y="5077"/>
                  </a:cubicBezTo>
                  <a:lnTo>
                    <a:pt x="3162" y="5077"/>
                  </a:lnTo>
                  <a:lnTo>
                    <a:pt x="3162" y="4515"/>
                  </a:lnTo>
                  <a:lnTo>
                    <a:pt x="3418" y="4374"/>
                  </a:lnTo>
                  <a:cubicBezTo>
                    <a:pt x="3534" y="4310"/>
                    <a:pt x="3605" y="4188"/>
                    <a:pt x="3605" y="4056"/>
                  </a:cubicBezTo>
                  <a:lnTo>
                    <a:pt x="3605" y="3896"/>
                  </a:lnTo>
                  <a:cubicBezTo>
                    <a:pt x="3854" y="3879"/>
                    <a:pt x="4051" y="3672"/>
                    <a:pt x="4051" y="3420"/>
                  </a:cubicBezTo>
                  <a:cubicBezTo>
                    <a:pt x="4051" y="3168"/>
                    <a:pt x="3854" y="2961"/>
                    <a:pt x="3605" y="2945"/>
                  </a:cubicBezTo>
                  <a:lnTo>
                    <a:pt x="3605" y="2906"/>
                  </a:lnTo>
                  <a:cubicBezTo>
                    <a:pt x="3605" y="2707"/>
                    <a:pt x="3443" y="2543"/>
                    <a:pt x="3243" y="2543"/>
                  </a:cubicBezTo>
                  <a:lnTo>
                    <a:pt x="3162" y="2543"/>
                  </a:lnTo>
                  <a:lnTo>
                    <a:pt x="3162" y="1972"/>
                  </a:lnTo>
                  <a:lnTo>
                    <a:pt x="3418" y="1831"/>
                  </a:lnTo>
                  <a:cubicBezTo>
                    <a:pt x="3534" y="1767"/>
                    <a:pt x="3606" y="1646"/>
                    <a:pt x="3606" y="1514"/>
                  </a:cubicBezTo>
                  <a:lnTo>
                    <a:pt x="3606" y="1353"/>
                  </a:lnTo>
                  <a:cubicBezTo>
                    <a:pt x="3854" y="1337"/>
                    <a:pt x="4051" y="1130"/>
                    <a:pt x="4051" y="878"/>
                  </a:cubicBezTo>
                  <a:cubicBezTo>
                    <a:pt x="4051" y="625"/>
                    <a:pt x="3854" y="419"/>
                    <a:pt x="3606" y="402"/>
                  </a:cubicBezTo>
                  <a:lnTo>
                    <a:pt x="3606" y="364"/>
                  </a:lnTo>
                  <a:cubicBezTo>
                    <a:pt x="3606" y="164"/>
                    <a:pt x="3443" y="1"/>
                    <a:pt x="32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74" name="Google Shape;974;p42"/>
          <p:cNvSpPr/>
          <p:nvPr/>
        </p:nvSpPr>
        <p:spPr>
          <a:xfrm rot="-8489029">
            <a:off x="7594376" y="2006419"/>
            <a:ext cx="112808" cy="112826"/>
          </a:xfrm>
          <a:custGeom>
            <a:avLst/>
            <a:gdLst/>
            <a:ahLst/>
            <a:cxnLst/>
            <a:rect l="l" t="t" r="r" b="b"/>
            <a:pathLst>
              <a:path w="6138" h="6139" extrusionOk="0">
                <a:moveTo>
                  <a:pt x="3069" y="0"/>
                </a:moveTo>
                <a:cubicBezTo>
                  <a:pt x="2625" y="513"/>
                  <a:pt x="2402" y="1024"/>
                  <a:pt x="2235" y="1535"/>
                </a:cubicBezTo>
                <a:cubicBezTo>
                  <a:pt x="2177" y="1722"/>
                  <a:pt x="2134" y="1909"/>
                  <a:pt x="2099" y="2097"/>
                </a:cubicBezTo>
                <a:cubicBezTo>
                  <a:pt x="1912" y="2131"/>
                  <a:pt x="1723" y="2173"/>
                  <a:pt x="1536" y="2233"/>
                </a:cubicBezTo>
                <a:cubicBezTo>
                  <a:pt x="1023" y="2398"/>
                  <a:pt x="512" y="2623"/>
                  <a:pt x="1" y="3070"/>
                </a:cubicBezTo>
                <a:cubicBezTo>
                  <a:pt x="512" y="3517"/>
                  <a:pt x="1023" y="3740"/>
                  <a:pt x="1536" y="3907"/>
                </a:cubicBezTo>
                <a:cubicBezTo>
                  <a:pt x="1722" y="3966"/>
                  <a:pt x="1909" y="4008"/>
                  <a:pt x="2096" y="4042"/>
                </a:cubicBezTo>
                <a:cubicBezTo>
                  <a:pt x="2132" y="4230"/>
                  <a:pt x="2173" y="4417"/>
                  <a:pt x="2232" y="4604"/>
                </a:cubicBezTo>
                <a:cubicBezTo>
                  <a:pt x="2399" y="5115"/>
                  <a:pt x="2622" y="5627"/>
                  <a:pt x="3069" y="6138"/>
                </a:cubicBezTo>
                <a:cubicBezTo>
                  <a:pt x="3517" y="5627"/>
                  <a:pt x="3741" y="5115"/>
                  <a:pt x="3906" y="4604"/>
                </a:cubicBezTo>
                <a:cubicBezTo>
                  <a:pt x="3966" y="4416"/>
                  <a:pt x="4008" y="4229"/>
                  <a:pt x="4042" y="4040"/>
                </a:cubicBezTo>
                <a:cubicBezTo>
                  <a:pt x="4230" y="4005"/>
                  <a:pt x="4416" y="3963"/>
                  <a:pt x="4604" y="3904"/>
                </a:cubicBezTo>
                <a:cubicBezTo>
                  <a:pt x="5115" y="3737"/>
                  <a:pt x="5626" y="3514"/>
                  <a:pt x="6138" y="3070"/>
                </a:cubicBezTo>
                <a:cubicBezTo>
                  <a:pt x="5626" y="2625"/>
                  <a:pt x="5115" y="2402"/>
                  <a:pt x="4604" y="2235"/>
                </a:cubicBezTo>
                <a:cubicBezTo>
                  <a:pt x="4416" y="2176"/>
                  <a:pt x="4228" y="2133"/>
                  <a:pt x="4040" y="2099"/>
                </a:cubicBezTo>
                <a:cubicBezTo>
                  <a:pt x="4005" y="1910"/>
                  <a:pt x="3963" y="1723"/>
                  <a:pt x="3904" y="1535"/>
                </a:cubicBezTo>
                <a:cubicBezTo>
                  <a:pt x="3738" y="1024"/>
                  <a:pt x="3514" y="513"/>
                  <a:pt x="3069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921;p41">
            <a:extLst>
              <a:ext uri="{FF2B5EF4-FFF2-40B4-BE49-F238E27FC236}">
                <a16:creationId xmlns:a16="http://schemas.microsoft.com/office/drawing/2014/main" id="{2A84B6C8-68EA-2222-A513-90C28FB7E2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988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- Introduction to </a:t>
            </a:r>
            <a:r>
              <a:rPr lang="en-IN" dirty="0"/>
              <a:t>Intelligence </a:t>
            </a:r>
            <a:r>
              <a:rPr lang="en" dirty="0"/>
              <a:t>-</a:t>
            </a:r>
            <a:endParaRPr dirty="0"/>
          </a:p>
        </p:txBody>
      </p:sp>
      <p:sp>
        <p:nvSpPr>
          <p:cNvPr id="9" name="Google Shape;884;p40">
            <a:extLst>
              <a:ext uri="{FF2B5EF4-FFF2-40B4-BE49-F238E27FC236}">
                <a16:creationId xmlns:a16="http://schemas.microsoft.com/office/drawing/2014/main" id="{98A33F78-112A-F74D-2405-F9CB8132D847}"/>
              </a:ext>
            </a:extLst>
          </p:cNvPr>
          <p:cNvSpPr txBox="1">
            <a:spLocks/>
          </p:cNvSpPr>
          <p:nvPr/>
        </p:nvSpPr>
        <p:spPr>
          <a:xfrm rot="1028">
            <a:off x="620571" y="1543985"/>
            <a:ext cx="7885825" cy="2902388"/>
          </a:xfrm>
          <a:prstGeom prst="rect">
            <a:avLst/>
          </a:prstGeom>
          <a:solidFill>
            <a:schemeClr val="accent2"/>
          </a:solidFill>
          <a:ln w="350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  <a:effectLst>
            <a:outerShdw dist="76200" dir="2100000" algn="bl" rotWithShape="0">
              <a:schemeClr val="lt2"/>
            </a:outerShdw>
          </a:effectLst>
        </p:spPr>
        <p:txBody>
          <a:bodyPr spcFirstLastPara="1" wrap="square" lIns="91425" tIns="91425" rIns="91425" bIns="91425" numCol="1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redoka One"/>
              <a:buNone/>
              <a:defRPr sz="4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Bebas Neue"/>
              <a:buNone/>
              <a:defRPr sz="6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Bebas Neue"/>
              <a:buNone/>
              <a:defRPr sz="6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Bebas Neue"/>
              <a:buNone/>
              <a:defRPr sz="6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Bebas Neue"/>
              <a:buNone/>
              <a:defRPr sz="6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Bebas Neue"/>
              <a:buNone/>
              <a:defRPr sz="6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Bebas Neue"/>
              <a:buNone/>
              <a:defRPr sz="6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Bebas Neue"/>
              <a:buNone/>
              <a:defRPr sz="6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Bebas Neue"/>
              <a:buNone/>
              <a:defRPr sz="6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400"/>
              </a:spcAft>
              <a:buClr>
                <a:srgbClr val="333333"/>
              </a:buClr>
              <a:buSzPts val="1100"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Nunito"/>
              <a:sym typeface="Nunito"/>
            </a:endParaRPr>
          </a:p>
        </p:txBody>
      </p:sp>
      <p:sp>
        <p:nvSpPr>
          <p:cNvPr id="5" name="Google Shape;921;p41">
            <a:extLst>
              <a:ext uri="{FF2B5EF4-FFF2-40B4-BE49-F238E27FC236}">
                <a16:creationId xmlns:a16="http://schemas.microsoft.com/office/drawing/2014/main" id="{0492F906-B428-4037-76F2-DED3C340235E}"/>
              </a:ext>
            </a:extLst>
          </p:cNvPr>
          <p:cNvSpPr txBox="1">
            <a:spLocks/>
          </p:cNvSpPr>
          <p:nvPr/>
        </p:nvSpPr>
        <p:spPr>
          <a:xfrm>
            <a:off x="662851" y="1541116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algn="l"/>
            <a:r>
              <a:rPr lang="en-IN" sz="2400" dirty="0"/>
              <a:t>Intelligence</a:t>
            </a:r>
            <a:r>
              <a:rPr lang="en-IN" sz="2000" dirty="0"/>
              <a:t>:</a:t>
            </a:r>
            <a:r>
              <a:rPr lang="en-IN" dirty="0"/>
              <a:t>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2340698-E37B-2F6C-A390-42EDFE6271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9150" y="1530437"/>
            <a:ext cx="3794850" cy="3045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884;p40">
            <a:extLst>
              <a:ext uri="{FF2B5EF4-FFF2-40B4-BE49-F238E27FC236}">
                <a16:creationId xmlns:a16="http://schemas.microsoft.com/office/drawing/2014/main" id="{BE6ACAFC-279B-7D3D-23B9-10151505897C}"/>
              </a:ext>
            </a:extLst>
          </p:cNvPr>
          <p:cNvSpPr txBox="1">
            <a:spLocks/>
          </p:cNvSpPr>
          <p:nvPr/>
        </p:nvSpPr>
        <p:spPr>
          <a:xfrm rot="1028">
            <a:off x="432795" y="165649"/>
            <a:ext cx="1002900" cy="588000"/>
          </a:xfrm>
          <a:prstGeom prst="rect">
            <a:avLst/>
          </a:prstGeom>
          <a:solidFill>
            <a:schemeClr val="accent2"/>
          </a:solidFill>
          <a:ln w="350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  <a:effectLst>
            <a:outerShdw dist="76200" dir="2100000" algn="bl" rotWithShape="0">
              <a:schemeClr val="l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redoka One"/>
              <a:buNone/>
              <a:defRPr sz="4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Bebas Neue"/>
              <a:buNone/>
              <a:defRPr sz="6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Bebas Neue"/>
              <a:buNone/>
              <a:defRPr sz="6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Bebas Neue"/>
              <a:buNone/>
              <a:defRPr sz="6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Bebas Neue"/>
              <a:buNone/>
              <a:defRPr sz="6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Bebas Neue"/>
              <a:buNone/>
              <a:defRPr sz="6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Bebas Neue"/>
              <a:buNone/>
              <a:defRPr sz="6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Bebas Neue"/>
              <a:buNone/>
              <a:defRPr sz="6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Bebas Neue"/>
              <a:buNone/>
              <a:defRPr sz="6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" dirty="0"/>
              <a:t>01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5CBC85-1004-BA04-936F-3B9F1C63D564}"/>
              </a:ext>
            </a:extLst>
          </p:cNvPr>
          <p:cNvSpPr txBox="1"/>
          <p:nvPr/>
        </p:nvSpPr>
        <p:spPr>
          <a:xfrm>
            <a:off x="645513" y="1662657"/>
            <a:ext cx="4355026" cy="3013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400"/>
              </a:spcAft>
              <a:buClr>
                <a:srgbClr val="333333"/>
              </a:buClr>
              <a:buSzPts val="1100"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Nunito"/>
              <a:cs typeface="Arial"/>
              <a:sym typeface="Nunito"/>
            </a:endParaRPr>
          </a:p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400"/>
              </a:spcAft>
              <a:buClr>
                <a:srgbClr val="333333"/>
              </a:buClr>
              <a:buSzPts val="1100"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Nunito"/>
              <a:cs typeface="Arial"/>
              <a:sym typeface="Nunito"/>
            </a:endParaRPr>
          </a:p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400"/>
              </a:spcAft>
              <a:buClr>
                <a:srgbClr val="333333"/>
              </a:buClr>
              <a:buSzPts val="1100"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unito"/>
                <a:cs typeface="Arial"/>
                <a:sym typeface="Nunito"/>
              </a:rPr>
              <a:t>Intelligence is 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unito"/>
                <a:cs typeface="Arial"/>
                <a:sym typeface="Nunito"/>
              </a:rPr>
              <a:t>the ability to learn, adapt, reason, and solve problems using acquired knowledge and experiences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unito"/>
                <a:cs typeface="Arial"/>
                <a:sym typeface="Nunito"/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400"/>
              </a:spcAft>
              <a:buClr>
                <a:srgbClr val="333333"/>
              </a:buClr>
              <a:buSzPts val="1100"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Nunito"/>
              <a:cs typeface="Arial"/>
              <a:sym typeface="Nunito"/>
            </a:endParaRPr>
          </a:p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400"/>
              </a:spcAft>
              <a:buClr>
                <a:srgbClr val="333333"/>
              </a:buClr>
              <a:buSzPts val="1100"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unito"/>
                <a:cs typeface="Arial"/>
                <a:sym typeface="Nunito"/>
              </a:rPr>
              <a:t>It allows entities—whether biological (humans, animals) or artificial (AI systems)—to process information, make decisions, and respond effectively to their environment.</a:t>
            </a:r>
          </a:p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400"/>
              </a:spcAft>
              <a:buClr>
                <a:srgbClr val="333333"/>
              </a:buClr>
              <a:buSzPts val="1100"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unito"/>
                <a:cs typeface="Arial"/>
                <a:sym typeface="Nunito"/>
              </a:rPr>
              <a:t> </a:t>
            </a:r>
            <a:endParaRPr kumimoji="0" lang="en-IN" sz="140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Nunito"/>
              <a:cs typeface="Arial"/>
              <a:sym typeface="Nunito"/>
            </a:endParaRPr>
          </a:p>
          <a:p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cover dir="u"/>
      </p:transition>
    </mc:Choice>
    <mc:Fallback xmlns="">
      <p:transition spd="slow">
        <p:cover dir="u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8" name="Google Shape;1728;p62"/>
          <p:cNvSpPr/>
          <p:nvPr/>
        </p:nvSpPr>
        <p:spPr>
          <a:xfrm>
            <a:off x="777703" y="1321979"/>
            <a:ext cx="7588594" cy="3092859"/>
          </a:xfrm>
          <a:prstGeom prst="rect">
            <a:avLst/>
          </a:prstGeom>
          <a:solidFill>
            <a:schemeClr val="lt1"/>
          </a:solidFill>
          <a:ln>
            <a:solidFill>
              <a:schemeClr val="tx1">
                <a:lumMod val="50000"/>
              </a:schemeClr>
            </a:solidFill>
          </a:ln>
          <a:effectLst>
            <a:outerShdw dist="95250" dir="2940000" algn="bl" rotWithShape="0">
              <a:schemeClr val="l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9" name="Google Shape;1729;p62"/>
          <p:cNvSpPr txBox="1">
            <a:spLocks noGrp="1"/>
          </p:cNvSpPr>
          <p:nvPr>
            <p:ph type="title"/>
          </p:nvPr>
        </p:nvSpPr>
        <p:spPr>
          <a:xfrm>
            <a:off x="720000" y="5988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kumimoji="0" lang="en" sz="3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Fredoka One"/>
                <a:sym typeface="Fredoka One"/>
              </a:rPr>
              <a:t>- Introduction to Types of </a:t>
            </a:r>
            <a:r>
              <a:rPr kumimoji="0" lang="en-IN" sz="3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Fredoka One"/>
                <a:sym typeface="Fredoka One"/>
              </a:rPr>
              <a:t>Intelligence </a:t>
            </a:r>
            <a:r>
              <a:rPr kumimoji="0" lang="en" sz="3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Fredoka One"/>
                <a:sym typeface="Fredoka One"/>
              </a:rPr>
              <a:t>-</a:t>
            </a:r>
            <a:endParaRPr lang="en-IN" dirty="0"/>
          </a:p>
        </p:txBody>
      </p:sp>
      <p:sp>
        <p:nvSpPr>
          <p:cNvPr id="1730" name="Google Shape;1730;p62"/>
          <p:cNvSpPr txBox="1">
            <a:spLocks noGrp="1"/>
          </p:cNvSpPr>
          <p:nvPr>
            <p:ph type="body" idx="4294967295"/>
          </p:nvPr>
        </p:nvSpPr>
        <p:spPr>
          <a:xfrm>
            <a:off x="720000" y="1365619"/>
            <a:ext cx="7072397" cy="23293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en-US" sz="1800" b="1" dirty="0"/>
              <a:t>Types of Intelligence: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b="1" dirty="0"/>
              <a:t>Biological Intelligence (Human &amp; Animal Intelligence)</a:t>
            </a:r>
            <a:endParaRPr lang="en-US" dirty="0"/>
          </a:p>
          <a:p>
            <a:pPr marL="742950" lvl="1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Emerges from the nervous system, particularly the brain.</a:t>
            </a:r>
          </a:p>
          <a:p>
            <a:pPr marL="742950" lvl="1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Involves memory, reasoning, learning, problem-solving, and emotions.</a:t>
            </a:r>
          </a:p>
          <a:p>
            <a:pPr marL="742950" lvl="1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Adapts dynamically through experience and neuroplasticity.</a:t>
            </a:r>
          </a:p>
          <a:p>
            <a:pPr marL="742950" lvl="1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Uses abstract thinking, creativity, and intuition.</a:t>
            </a:r>
          </a:p>
          <a:p>
            <a:pPr marL="457200" lvl="1" indent="0">
              <a:spcBef>
                <a:spcPts val="0"/>
              </a:spcBef>
              <a:buNone/>
            </a:pPr>
            <a:endParaRPr lang="en-US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b="1" dirty="0"/>
              <a:t>Artificial Intelligence (Machine Intelligence)</a:t>
            </a:r>
            <a:endParaRPr lang="en-US" dirty="0"/>
          </a:p>
          <a:p>
            <a:pPr marL="742950" lvl="1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Simulated using algorithms and neural networks.</a:t>
            </a:r>
          </a:p>
          <a:p>
            <a:pPr marL="742950" lvl="1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Learns from data, detects patterns, and makes predictions.</a:t>
            </a:r>
          </a:p>
          <a:p>
            <a:pPr marL="742950" lvl="1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Optimizes problem-solving through mathematical models.</a:t>
            </a:r>
          </a:p>
          <a:p>
            <a:pPr marL="742950" lvl="1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Lacks consciousness, emotions, and self-awareness.</a:t>
            </a:r>
          </a:p>
        </p:txBody>
      </p:sp>
      <p:sp>
        <p:nvSpPr>
          <p:cNvPr id="1787" name="Google Shape;1787;p62"/>
          <p:cNvSpPr/>
          <p:nvPr/>
        </p:nvSpPr>
        <p:spPr>
          <a:xfrm>
            <a:off x="7400575" y="2500550"/>
            <a:ext cx="59523" cy="59523"/>
          </a:xfrm>
          <a:custGeom>
            <a:avLst/>
            <a:gdLst/>
            <a:ahLst/>
            <a:cxnLst/>
            <a:rect l="l" t="t" r="r" b="b"/>
            <a:pathLst>
              <a:path w="2764" h="2764" extrusionOk="0">
                <a:moveTo>
                  <a:pt x="1383" y="1"/>
                </a:moveTo>
                <a:cubicBezTo>
                  <a:pt x="620" y="1"/>
                  <a:pt x="1" y="620"/>
                  <a:pt x="1" y="1382"/>
                </a:cubicBezTo>
                <a:cubicBezTo>
                  <a:pt x="1" y="2145"/>
                  <a:pt x="620" y="2763"/>
                  <a:pt x="1383" y="2763"/>
                </a:cubicBezTo>
                <a:cubicBezTo>
                  <a:pt x="2145" y="2763"/>
                  <a:pt x="2763" y="2145"/>
                  <a:pt x="2763" y="1382"/>
                </a:cubicBezTo>
                <a:cubicBezTo>
                  <a:pt x="2763" y="619"/>
                  <a:pt x="2145" y="1"/>
                  <a:pt x="138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8" name="Google Shape;1788;p62"/>
          <p:cNvSpPr/>
          <p:nvPr/>
        </p:nvSpPr>
        <p:spPr>
          <a:xfrm rot="511152">
            <a:off x="6142647" y="1709175"/>
            <a:ext cx="112803" cy="112821"/>
          </a:xfrm>
          <a:custGeom>
            <a:avLst/>
            <a:gdLst/>
            <a:ahLst/>
            <a:cxnLst/>
            <a:rect l="l" t="t" r="r" b="b"/>
            <a:pathLst>
              <a:path w="6138" h="6139" extrusionOk="0">
                <a:moveTo>
                  <a:pt x="3069" y="0"/>
                </a:moveTo>
                <a:cubicBezTo>
                  <a:pt x="2625" y="513"/>
                  <a:pt x="2402" y="1024"/>
                  <a:pt x="2235" y="1535"/>
                </a:cubicBezTo>
                <a:cubicBezTo>
                  <a:pt x="2177" y="1722"/>
                  <a:pt x="2134" y="1909"/>
                  <a:pt x="2099" y="2097"/>
                </a:cubicBezTo>
                <a:cubicBezTo>
                  <a:pt x="1912" y="2131"/>
                  <a:pt x="1723" y="2173"/>
                  <a:pt x="1536" y="2233"/>
                </a:cubicBezTo>
                <a:cubicBezTo>
                  <a:pt x="1023" y="2398"/>
                  <a:pt x="512" y="2623"/>
                  <a:pt x="1" y="3070"/>
                </a:cubicBezTo>
                <a:cubicBezTo>
                  <a:pt x="512" y="3517"/>
                  <a:pt x="1023" y="3740"/>
                  <a:pt x="1536" y="3907"/>
                </a:cubicBezTo>
                <a:cubicBezTo>
                  <a:pt x="1722" y="3966"/>
                  <a:pt x="1909" y="4008"/>
                  <a:pt x="2096" y="4042"/>
                </a:cubicBezTo>
                <a:cubicBezTo>
                  <a:pt x="2132" y="4230"/>
                  <a:pt x="2173" y="4417"/>
                  <a:pt x="2232" y="4604"/>
                </a:cubicBezTo>
                <a:cubicBezTo>
                  <a:pt x="2399" y="5115"/>
                  <a:pt x="2622" y="5627"/>
                  <a:pt x="3069" y="6138"/>
                </a:cubicBezTo>
                <a:cubicBezTo>
                  <a:pt x="3517" y="5627"/>
                  <a:pt x="3741" y="5115"/>
                  <a:pt x="3906" y="4604"/>
                </a:cubicBezTo>
                <a:cubicBezTo>
                  <a:pt x="3966" y="4416"/>
                  <a:pt x="4008" y="4229"/>
                  <a:pt x="4042" y="4040"/>
                </a:cubicBezTo>
                <a:cubicBezTo>
                  <a:pt x="4230" y="4005"/>
                  <a:pt x="4416" y="3963"/>
                  <a:pt x="4604" y="3904"/>
                </a:cubicBezTo>
                <a:cubicBezTo>
                  <a:pt x="5115" y="3737"/>
                  <a:pt x="5626" y="3514"/>
                  <a:pt x="6138" y="3070"/>
                </a:cubicBezTo>
                <a:cubicBezTo>
                  <a:pt x="5626" y="2625"/>
                  <a:pt x="5115" y="2402"/>
                  <a:pt x="4604" y="2235"/>
                </a:cubicBezTo>
                <a:cubicBezTo>
                  <a:pt x="4416" y="2176"/>
                  <a:pt x="4228" y="2133"/>
                  <a:pt x="4040" y="2099"/>
                </a:cubicBezTo>
                <a:cubicBezTo>
                  <a:pt x="4005" y="1910"/>
                  <a:pt x="3963" y="1723"/>
                  <a:pt x="3904" y="1535"/>
                </a:cubicBezTo>
                <a:cubicBezTo>
                  <a:pt x="3738" y="1024"/>
                  <a:pt x="3514" y="513"/>
                  <a:pt x="306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9" name="Google Shape;1789;p62"/>
          <p:cNvSpPr/>
          <p:nvPr/>
        </p:nvSpPr>
        <p:spPr>
          <a:xfrm rot="511152">
            <a:off x="8041817" y="3980601"/>
            <a:ext cx="112803" cy="112821"/>
          </a:xfrm>
          <a:custGeom>
            <a:avLst/>
            <a:gdLst/>
            <a:ahLst/>
            <a:cxnLst/>
            <a:rect l="l" t="t" r="r" b="b"/>
            <a:pathLst>
              <a:path w="6138" h="6139" extrusionOk="0">
                <a:moveTo>
                  <a:pt x="3069" y="0"/>
                </a:moveTo>
                <a:cubicBezTo>
                  <a:pt x="2625" y="513"/>
                  <a:pt x="2402" y="1024"/>
                  <a:pt x="2235" y="1535"/>
                </a:cubicBezTo>
                <a:cubicBezTo>
                  <a:pt x="2177" y="1722"/>
                  <a:pt x="2134" y="1909"/>
                  <a:pt x="2099" y="2097"/>
                </a:cubicBezTo>
                <a:cubicBezTo>
                  <a:pt x="1912" y="2131"/>
                  <a:pt x="1723" y="2173"/>
                  <a:pt x="1536" y="2233"/>
                </a:cubicBezTo>
                <a:cubicBezTo>
                  <a:pt x="1023" y="2398"/>
                  <a:pt x="512" y="2623"/>
                  <a:pt x="1" y="3070"/>
                </a:cubicBezTo>
                <a:cubicBezTo>
                  <a:pt x="512" y="3517"/>
                  <a:pt x="1023" y="3740"/>
                  <a:pt x="1536" y="3907"/>
                </a:cubicBezTo>
                <a:cubicBezTo>
                  <a:pt x="1722" y="3966"/>
                  <a:pt x="1909" y="4008"/>
                  <a:pt x="2096" y="4042"/>
                </a:cubicBezTo>
                <a:cubicBezTo>
                  <a:pt x="2132" y="4230"/>
                  <a:pt x="2173" y="4417"/>
                  <a:pt x="2232" y="4604"/>
                </a:cubicBezTo>
                <a:cubicBezTo>
                  <a:pt x="2399" y="5115"/>
                  <a:pt x="2622" y="5627"/>
                  <a:pt x="3069" y="6138"/>
                </a:cubicBezTo>
                <a:cubicBezTo>
                  <a:pt x="3517" y="5627"/>
                  <a:pt x="3741" y="5115"/>
                  <a:pt x="3906" y="4604"/>
                </a:cubicBezTo>
                <a:cubicBezTo>
                  <a:pt x="3966" y="4416"/>
                  <a:pt x="4008" y="4229"/>
                  <a:pt x="4042" y="4040"/>
                </a:cubicBezTo>
                <a:cubicBezTo>
                  <a:pt x="4230" y="4005"/>
                  <a:pt x="4416" y="3963"/>
                  <a:pt x="4604" y="3904"/>
                </a:cubicBezTo>
                <a:cubicBezTo>
                  <a:pt x="5115" y="3737"/>
                  <a:pt x="5626" y="3514"/>
                  <a:pt x="6138" y="3070"/>
                </a:cubicBezTo>
                <a:cubicBezTo>
                  <a:pt x="5626" y="2625"/>
                  <a:pt x="5115" y="2402"/>
                  <a:pt x="4604" y="2235"/>
                </a:cubicBezTo>
                <a:cubicBezTo>
                  <a:pt x="4416" y="2176"/>
                  <a:pt x="4228" y="2133"/>
                  <a:pt x="4040" y="2099"/>
                </a:cubicBezTo>
                <a:cubicBezTo>
                  <a:pt x="4005" y="1910"/>
                  <a:pt x="3963" y="1723"/>
                  <a:pt x="3904" y="1535"/>
                </a:cubicBezTo>
                <a:cubicBezTo>
                  <a:pt x="3738" y="1024"/>
                  <a:pt x="3514" y="513"/>
                  <a:pt x="3069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0" name="Google Shape;1790;p62"/>
          <p:cNvSpPr/>
          <p:nvPr/>
        </p:nvSpPr>
        <p:spPr>
          <a:xfrm rot="2700000">
            <a:off x="6283987" y="3670799"/>
            <a:ext cx="100453" cy="100448"/>
          </a:xfrm>
          <a:custGeom>
            <a:avLst/>
            <a:gdLst/>
            <a:ahLst/>
            <a:cxnLst/>
            <a:rect l="l" t="t" r="r" b="b"/>
            <a:pathLst>
              <a:path w="2835" h="2836" extrusionOk="0">
                <a:moveTo>
                  <a:pt x="1417" y="0"/>
                </a:moveTo>
                <a:cubicBezTo>
                  <a:pt x="635" y="0"/>
                  <a:pt x="0" y="635"/>
                  <a:pt x="0" y="1418"/>
                </a:cubicBezTo>
                <a:cubicBezTo>
                  <a:pt x="0" y="2200"/>
                  <a:pt x="635" y="2835"/>
                  <a:pt x="1417" y="2835"/>
                </a:cubicBezTo>
                <a:cubicBezTo>
                  <a:pt x="2200" y="2835"/>
                  <a:pt x="2835" y="2200"/>
                  <a:pt x="2835" y="1418"/>
                </a:cubicBezTo>
                <a:cubicBezTo>
                  <a:pt x="2835" y="635"/>
                  <a:pt x="2201" y="0"/>
                  <a:pt x="141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1" name="Google Shape;1791;p62"/>
          <p:cNvSpPr/>
          <p:nvPr/>
        </p:nvSpPr>
        <p:spPr>
          <a:xfrm rot="4960608">
            <a:off x="842145" y="4066311"/>
            <a:ext cx="112801" cy="112819"/>
          </a:xfrm>
          <a:custGeom>
            <a:avLst/>
            <a:gdLst/>
            <a:ahLst/>
            <a:cxnLst/>
            <a:rect l="l" t="t" r="r" b="b"/>
            <a:pathLst>
              <a:path w="6138" h="6139" extrusionOk="0">
                <a:moveTo>
                  <a:pt x="3069" y="0"/>
                </a:moveTo>
                <a:cubicBezTo>
                  <a:pt x="2625" y="513"/>
                  <a:pt x="2402" y="1024"/>
                  <a:pt x="2235" y="1535"/>
                </a:cubicBezTo>
                <a:cubicBezTo>
                  <a:pt x="2177" y="1722"/>
                  <a:pt x="2134" y="1909"/>
                  <a:pt x="2099" y="2097"/>
                </a:cubicBezTo>
                <a:cubicBezTo>
                  <a:pt x="1912" y="2131"/>
                  <a:pt x="1723" y="2173"/>
                  <a:pt x="1536" y="2233"/>
                </a:cubicBezTo>
                <a:cubicBezTo>
                  <a:pt x="1023" y="2398"/>
                  <a:pt x="512" y="2623"/>
                  <a:pt x="1" y="3070"/>
                </a:cubicBezTo>
                <a:cubicBezTo>
                  <a:pt x="512" y="3517"/>
                  <a:pt x="1023" y="3740"/>
                  <a:pt x="1536" y="3907"/>
                </a:cubicBezTo>
                <a:cubicBezTo>
                  <a:pt x="1722" y="3966"/>
                  <a:pt x="1909" y="4008"/>
                  <a:pt x="2096" y="4042"/>
                </a:cubicBezTo>
                <a:cubicBezTo>
                  <a:pt x="2132" y="4230"/>
                  <a:pt x="2173" y="4417"/>
                  <a:pt x="2232" y="4604"/>
                </a:cubicBezTo>
                <a:cubicBezTo>
                  <a:pt x="2399" y="5115"/>
                  <a:pt x="2622" y="5627"/>
                  <a:pt x="3069" y="6138"/>
                </a:cubicBezTo>
                <a:cubicBezTo>
                  <a:pt x="3517" y="5627"/>
                  <a:pt x="3741" y="5115"/>
                  <a:pt x="3906" y="4604"/>
                </a:cubicBezTo>
                <a:cubicBezTo>
                  <a:pt x="3966" y="4416"/>
                  <a:pt x="4008" y="4229"/>
                  <a:pt x="4042" y="4040"/>
                </a:cubicBezTo>
                <a:cubicBezTo>
                  <a:pt x="4230" y="4005"/>
                  <a:pt x="4416" y="3963"/>
                  <a:pt x="4604" y="3904"/>
                </a:cubicBezTo>
                <a:cubicBezTo>
                  <a:pt x="5115" y="3737"/>
                  <a:pt x="5626" y="3514"/>
                  <a:pt x="6138" y="3070"/>
                </a:cubicBezTo>
                <a:cubicBezTo>
                  <a:pt x="5626" y="2625"/>
                  <a:pt x="5115" y="2402"/>
                  <a:pt x="4604" y="2235"/>
                </a:cubicBezTo>
                <a:cubicBezTo>
                  <a:pt x="4416" y="2176"/>
                  <a:pt x="4228" y="2133"/>
                  <a:pt x="4040" y="2099"/>
                </a:cubicBezTo>
                <a:cubicBezTo>
                  <a:pt x="4005" y="1910"/>
                  <a:pt x="3963" y="1723"/>
                  <a:pt x="3904" y="1535"/>
                </a:cubicBezTo>
                <a:cubicBezTo>
                  <a:pt x="3738" y="1024"/>
                  <a:pt x="3514" y="513"/>
                  <a:pt x="306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2" name="Google Shape;1792;p62"/>
          <p:cNvSpPr/>
          <p:nvPr/>
        </p:nvSpPr>
        <p:spPr>
          <a:xfrm rot="511152">
            <a:off x="8004192" y="1709176"/>
            <a:ext cx="112803" cy="112821"/>
          </a:xfrm>
          <a:custGeom>
            <a:avLst/>
            <a:gdLst/>
            <a:ahLst/>
            <a:cxnLst/>
            <a:rect l="l" t="t" r="r" b="b"/>
            <a:pathLst>
              <a:path w="6138" h="6139" extrusionOk="0">
                <a:moveTo>
                  <a:pt x="3069" y="0"/>
                </a:moveTo>
                <a:cubicBezTo>
                  <a:pt x="2625" y="513"/>
                  <a:pt x="2402" y="1024"/>
                  <a:pt x="2235" y="1535"/>
                </a:cubicBezTo>
                <a:cubicBezTo>
                  <a:pt x="2177" y="1722"/>
                  <a:pt x="2134" y="1909"/>
                  <a:pt x="2099" y="2097"/>
                </a:cubicBezTo>
                <a:cubicBezTo>
                  <a:pt x="1912" y="2131"/>
                  <a:pt x="1723" y="2173"/>
                  <a:pt x="1536" y="2233"/>
                </a:cubicBezTo>
                <a:cubicBezTo>
                  <a:pt x="1023" y="2398"/>
                  <a:pt x="512" y="2623"/>
                  <a:pt x="1" y="3070"/>
                </a:cubicBezTo>
                <a:cubicBezTo>
                  <a:pt x="512" y="3517"/>
                  <a:pt x="1023" y="3740"/>
                  <a:pt x="1536" y="3907"/>
                </a:cubicBezTo>
                <a:cubicBezTo>
                  <a:pt x="1722" y="3966"/>
                  <a:pt x="1909" y="4008"/>
                  <a:pt x="2096" y="4042"/>
                </a:cubicBezTo>
                <a:cubicBezTo>
                  <a:pt x="2132" y="4230"/>
                  <a:pt x="2173" y="4417"/>
                  <a:pt x="2232" y="4604"/>
                </a:cubicBezTo>
                <a:cubicBezTo>
                  <a:pt x="2399" y="5115"/>
                  <a:pt x="2622" y="5627"/>
                  <a:pt x="3069" y="6138"/>
                </a:cubicBezTo>
                <a:cubicBezTo>
                  <a:pt x="3517" y="5627"/>
                  <a:pt x="3741" y="5115"/>
                  <a:pt x="3906" y="4604"/>
                </a:cubicBezTo>
                <a:cubicBezTo>
                  <a:pt x="3966" y="4416"/>
                  <a:pt x="4008" y="4229"/>
                  <a:pt x="4042" y="4040"/>
                </a:cubicBezTo>
                <a:cubicBezTo>
                  <a:pt x="4230" y="4005"/>
                  <a:pt x="4416" y="3963"/>
                  <a:pt x="4604" y="3904"/>
                </a:cubicBezTo>
                <a:cubicBezTo>
                  <a:pt x="5115" y="3737"/>
                  <a:pt x="5626" y="3514"/>
                  <a:pt x="6138" y="3070"/>
                </a:cubicBezTo>
                <a:cubicBezTo>
                  <a:pt x="5626" y="2625"/>
                  <a:pt x="5115" y="2402"/>
                  <a:pt x="4604" y="2235"/>
                </a:cubicBezTo>
                <a:cubicBezTo>
                  <a:pt x="4416" y="2176"/>
                  <a:pt x="4228" y="2133"/>
                  <a:pt x="4040" y="2099"/>
                </a:cubicBezTo>
                <a:cubicBezTo>
                  <a:pt x="4005" y="1910"/>
                  <a:pt x="3963" y="1723"/>
                  <a:pt x="3904" y="1535"/>
                </a:cubicBezTo>
                <a:cubicBezTo>
                  <a:pt x="3738" y="1024"/>
                  <a:pt x="3514" y="513"/>
                  <a:pt x="3069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cover dir="u"/>
      </p:transition>
    </mc:Choice>
    <mc:Fallback xmlns="">
      <p:transition spd="slow">
        <p:cover dir="u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50AAD80-7AE4-BB20-7C63-E0E1943DE7AF}"/>
              </a:ext>
            </a:extLst>
          </p:cNvPr>
          <p:cNvSpPr/>
          <p:nvPr/>
        </p:nvSpPr>
        <p:spPr>
          <a:xfrm>
            <a:off x="720000" y="1480829"/>
            <a:ext cx="4857471" cy="1076633"/>
          </a:xfrm>
          <a:prstGeom prst="roundRect">
            <a:avLst/>
          </a:prstGeom>
          <a:solidFill>
            <a:srgbClr val="FFFFFF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21" name="Google Shape;921;p41"/>
          <p:cNvSpPr txBox="1">
            <a:spLocks noGrp="1"/>
          </p:cNvSpPr>
          <p:nvPr>
            <p:ph type="title"/>
          </p:nvPr>
        </p:nvSpPr>
        <p:spPr>
          <a:xfrm>
            <a:off x="720000" y="5988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- Introduction to AI Neural Network -</a:t>
            </a:r>
            <a:endParaRPr dirty="0"/>
          </a:p>
        </p:txBody>
      </p:sp>
      <p:sp>
        <p:nvSpPr>
          <p:cNvPr id="923" name="Google Shape;923;p41"/>
          <p:cNvSpPr txBox="1">
            <a:spLocks noGrp="1"/>
          </p:cNvSpPr>
          <p:nvPr>
            <p:ph type="subTitle" idx="2"/>
          </p:nvPr>
        </p:nvSpPr>
        <p:spPr>
          <a:xfrm>
            <a:off x="626537" y="1493805"/>
            <a:ext cx="7444880" cy="252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Aft>
                <a:spcPts val="300"/>
              </a:spcAft>
            </a:pPr>
            <a:r>
              <a:rPr lang="en-US" b="1" dirty="0"/>
              <a:t>Introduction to AI Neural Networks:</a:t>
            </a:r>
          </a:p>
          <a:p>
            <a:r>
              <a:rPr lang="en-US" dirty="0"/>
              <a:t>An </a:t>
            </a:r>
            <a:r>
              <a:rPr lang="en-US" b="1" dirty="0"/>
              <a:t>Artificial Neural Network (ANN)</a:t>
            </a:r>
            <a:r>
              <a:rPr lang="en-US" dirty="0"/>
              <a:t> is a computer model</a:t>
            </a:r>
          </a:p>
          <a:p>
            <a:r>
              <a:rPr lang="en-US" dirty="0"/>
              <a:t>inspired by the human brain. It helps machines learn</a:t>
            </a:r>
          </a:p>
          <a:p>
            <a:r>
              <a:rPr lang="en-US" dirty="0"/>
              <a:t>patterns and make decisions.</a:t>
            </a:r>
          </a:p>
          <a:p>
            <a:endParaRPr lang="en-US" dirty="0"/>
          </a:p>
          <a:p>
            <a:endParaRPr lang="en-US" dirty="0"/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b="1" dirty="0"/>
              <a:t>Structure of an ANN:</a:t>
            </a:r>
          </a:p>
          <a:p>
            <a:pPr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Input Layer</a:t>
            </a:r>
            <a:r>
              <a:rPr lang="en-US" dirty="0"/>
              <a:t>: Receives data (e.g., images, numbers).</a:t>
            </a:r>
          </a:p>
          <a:p>
            <a:pPr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Hidden Layers</a:t>
            </a:r>
            <a:r>
              <a:rPr lang="en-US" dirty="0"/>
              <a:t>: Process and learn from the data.</a:t>
            </a:r>
          </a:p>
          <a:p>
            <a:pPr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Output Layer</a:t>
            </a:r>
            <a:r>
              <a:rPr lang="en-US" dirty="0"/>
              <a:t>: Gives the final result (e.g., classification, prediction).</a:t>
            </a:r>
          </a:p>
        </p:txBody>
      </p:sp>
      <p:sp>
        <p:nvSpPr>
          <p:cNvPr id="924" name="Google Shape;924;p41"/>
          <p:cNvSpPr/>
          <p:nvPr/>
        </p:nvSpPr>
        <p:spPr>
          <a:xfrm rot="-10288848">
            <a:off x="749678" y="998291"/>
            <a:ext cx="112803" cy="112821"/>
          </a:xfrm>
          <a:custGeom>
            <a:avLst/>
            <a:gdLst/>
            <a:ahLst/>
            <a:cxnLst/>
            <a:rect l="l" t="t" r="r" b="b"/>
            <a:pathLst>
              <a:path w="6138" h="6139" extrusionOk="0">
                <a:moveTo>
                  <a:pt x="3069" y="0"/>
                </a:moveTo>
                <a:cubicBezTo>
                  <a:pt x="2625" y="513"/>
                  <a:pt x="2402" y="1024"/>
                  <a:pt x="2235" y="1535"/>
                </a:cubicBezTo>
                <a:cubicBezTo>
                  <a:pt x="2177" y="1722"/>
                  <a:pt x="2134" y="1909"/>
                  <a:pt x="2099" y="2097"/>
                </a:cubicBezTo>
                <a:cubicBezTo>
                  <a:pt x="1912" y="2131"/>
                  <a:pt x="1723" y="2173"/>
                  <a:pt x="1536" y="2233"/>
                </a:cubicBezTo>
                <a:cubicBezTo>
                  <a:pt x="1023" y="2398"/>
                  <a:pt x="512" y="2623"/>
                  <a:pt x="1" y="3070"/>
                </a:cubicBezTo>
                <a:cubicBezTo>
                  <a:pt x="512" y="3517"/>
                  <a:pt x="1023" y="3740"/>
                  <a:pt x="1536" y="3907"/>
                </a:cubicBezTo>
                <a:cubicBezTo>
                  <a:pt x="1722" y="3966"/>
                  <a:pt x="1909" y="4008"/>
                  <a:pt x="2096" y="4042"/>
                </a:cubicBezTo>
                <a:cubicBezTo>
                  <a:pt x="2132" y="4230"/>
                  <a:pt x="2173" y="4417"/>
                  <a:pt x="2232" y="4604"/>
                </a:cubicBezTo>
                <a:cubicBezTo>
                  <a:pt x="2399" y="5115"/>
                  <a:pt x="2622" y="5627"/>
                  <a:pt x="3069" y="6138"/>
                </a:cubicBezTo>
                <a:cubicBezTo>
                  <a:pt x="3517" y="5627"/>
                  <a:pt x="3741" y="5115"/>
                  <a:pt x="3906" y="4604"/>
                </a:cubicBezTo>
                <a:cubicBezTo>
                  <a:pt x="3966" y="4416"/>
                  <a:pt x="4008" y="4229"/>
                  <a:pt x="4042" y="4040"/>
                </a:cubicBezTo>
                <a:cubicBezTo>
                  <a:pt x="4230" y="4005"/>
                  <a:pt x="4416" y="3963"/>
                  <a:pt x="4604" y="3904"/>
                </a:cubicBezTo>
                <a:cubicBezTo>
                  <a:pt x="5115" y="3737"/>
                  <a:pt x="5626" y="3514"/>
                  <a:pt x="6138" y="3070"/>
                </a:cubicBezTo>
                <a:cubicBezTo>
                  <a:pt x="5626" y="2625"/>
                  <a:pt x="5115" y="2402"/>
                  <a:pt x="4604" y="2235"/>
                </a:cubicBezTo>
                <a:cubicBezTo>
                  <a:pt x="4416" y="2176"/>
                  <a:pt x="4228" y="2133"/>
                  <a:pt x="4040" y="2099"/>
                </a:cubicBezTo>
                <a:cubicBezTo>
                  <a:pt x="4005" y="1910"/>
                  <a:pt x="3963" y="1723"/>
                  <a:pt x="3904" y="1535"/>
                </a:cubicBezTo>
                <a:cubicBezTo>
                  <a:pt x="3738" y="1024"/>
                  <a:pt x="3514" y="513"/>
                  <a:pt x="306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5" name="Google Shape;925;p41"/>
          <p:cNvSpPr/>
          <p:nvPr/>
        </p:nvSpPr>
        <p:spPr>
          <a:xfrm rot="-8100000">
            <a:off x="3263002" y="1216253"/>
            <a:ext cx="100453" cy="100448"/>
          </a:xfrm>
          <a:custGeom>
            <a:avLst/>
            <a:gdLst/>
            <a:ahLst/>
            <a:cxnLst/>
            <a:rect l="l" t="t" r="r" b="b"/>
            <a:pathLst>
              <a:path w="2835" h="2836" extrusionOk="0">
                <a:moveTo>
                  <a:pt x="1417" y="0"/>
                </a:moveTo>
                <a:cubicBezTo>
                  <a:pt x="635" y="0"/>
                  <a:pt x="0" y="635"/>
                  <a:pt x="0" y="1418"/>
                </a:cubicBezTo>
                <a:cubicBezTo>
                  <a:pt x="0" y="2200"/>
                  <a:pt x="635" y="2835"/>
                  <a:pt x="1417" y="2835"/>
                </a:cubicBezTo>
                <a:cubicBezTo>
                  <a:pt x="2200" y="2835"/>
                  <a:pt x="2835" y="2200"/>
                  <a:pt x="2835" y="1418"/>
                </a:cubicBezTo>
                <a:cubicBezTo>
                  <a:pt x="2835" y="635"/>
                  <a:pt x="2201" y="0"/>
                  <a:pt x="141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6" name="Google Shape;926;p41"/>
          <p:cNvSpPr/>
          <p:nvPr/>
        </p:nvSpPr>
        <p:spPr>
          <a:xfrm rot="-5839392">
            <a:off x="7951877" y="1125558"/>
            <a:ext cx="112801" cy="112819"/>
          </a:xfrm>
          <a:custGeom>
            <a:avLst/>
            <a:gdLst/>
            <a:ahLst/>
            <a:cxnLst/>
            <a:rect l="l" t="t" r="r" b="b"/>
            <a:pathLst>
              <a:path w="6138" h="6139" extrusionOk="0">
                <a:moveTo>
                  <a:pt x="3069" y="0"/>
                </a:moveTo>
                <a:cubicBezTo>
                  <a:pt x="2625" y="513"/>
                  <a:pt x="2402" y="1024"/>
                  <a:pt x="2235" y="1535"/>
                </a:cubicBezTo>
                <a:cubicBezTo>
                  <a:pt x="2177" y="1722"/>
                  <a:pt x="2134" y="1909"/>
                  <a:pt x="2099" y="2097"/>
                </a:cubicBezTo>
                <a:cubicBezTo>
                  <a:pt x="1912" y="2131"/>
                  <a:pt x="1723" y="2173"/>
                  <a:pt x="1536" y="2233"/>
                </a:cubicBezTo>
                <a:cubicBezTo>
                  <a:pt x="1023" y="2398"/>
                  <a:pt x="512" y="2623"/>
                  <a:pt x="1" y="3070"/>
                </a:cubicBezTo>
                <a:cubicBezTo>
                  <a:pt x="512" y="3517"/>
                  <a:pt x="1023" y="3740"/>
                  <a:pt x="1536" y="3907"/>
                </a:cubicBezTo>
                <a:cubicBezTo>
                  <a:pt x="1722" y="3966"/>
                  <a:pt x="1909" y="4008"/>
                  <a:pt x="2096" y="4042"/>
                </a:cubicBezTo>
                <a:cubicBezTo>
                  <a:pt x="2132" y="4230"/>
                  <a:pt x="2173" y="4417"/>
                  <a:pt x="2232" y="4604"/>
                </a:cubicBezTo>
                <a:cubicBezTo>
                  <a:pt x="2399" y="5115"/>
                  <a:pt x="2622" y="5627"/>
                  <a:pt x="3069" y="6138"/>
                </a:cubicBezTo>
                <a:cubicBezTo>
                  <a:pt x="3517" y="5627"/>
                  <a:pt x="3741" y="5115"/>
                  <a:pt x="3906" y="4604"/>
                </a:cubicBezTo>
                <a:cubicBezTo>
                  <a:pt x="3966" y="4416"/>
                  <a:pt x="4008" y="4229"/>
                  <a:pt x="4042" y="4040"/>
                </a:cubicBezTo>
                <a:cubicBezTo>
                  <a:pt x="4230" y="4005"/>
                  <a:pt x="4416" y="3963"/>
                  <a:pt x="4604" y="3904"/>
                </a:cubicBezTo>
                <a:cubicBezTo>
                  <a:pt x="5115" y="3737"/>
                  <a:pt x="5626" y="3514"/>
                  <a:pt x="6138" y="3070"/>
                </a:cubicBezTo>
                <a:cubicBezTo>
                  <a:pt x="5626" y="2625"/>
                  <a:pt x="5115" y="2402"/>
                  <a:pt x="4604" y="2235"/>
                </a:cubicBezTo>
                <a:cubicBezTo>
                  <a:pt x="4416" y="2176"/>
                  <a:pt x="4228" y="2133"/>
                  <a:pt x="4040" y="2099"/>
                </a:cubicBezTo>
                <a:cubicBezTo>
                  <a:pt x="4005" y="1910"/>
                  <a:pt x="3963" y="1723"/>
                  <a:pt x="3904" y="1535"/>
                </a:cubicBezTo>
                <a:cubicBezTo>
                  <a:pt x="3738" y="1024"/>
                  <a:pt x="3514" y="513"/>
                  <a:pt x="306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7" name="Google Shape;927;p41"/>
          <p:cNvSpPr/>
          <p:nvPr/>
        </p:nvSpPr>
        <p:spPr>
          <a:xfrm rot="511152">
            <a:off x="4370437" y="3988686"/>
            <a:ext cx="112803" cy="112821"/>
          </a:xfrm>
          <a:custGeom>
            <a:avLst/>
            <a:gdLst/>
            <a:ahLst/>
            <a:cxnLst/>
            <a:rect l="l" t="t" r="r" b="b"/>
            <a:pathLst>
              <a:path w="6138" h="6139" extrusionOk="0">
                <a:moveTo>
                  <a:pt x="3069" y="0"/>
                </a:moveTo>
                <a:cubicBezTo>
                  <a:pt x="2625" y="513"/>
                  <a:pt x="2402" y="1024"/>
                  <a:pt x="2235" y="1535"/>
                </a:cubicBezTo>
                <a:cubicBezTo>
                  <a:pt x="2177" y="1722"/>
                  <a:pt x="2134" y="1909"/>
                  <a:pt x="2099" y="2097"/>
                </a:cubicBezTo>
                <a:cubicBezTo>
                  <a:pt x="1912" y="2131"/>
                  <a:pt x="1723" y="2173"/>
                  <a:pt x="1536" y="2233"/>
                </a:cubicBezTo>
                <a:cubicBezTo>
                  <a:pt x="1023" y="2398"/>
                  <a:pt x="512" y="2623"/>
                  <a:pt x="1" y="3070"/>
                </a:cubicBezTo>
                <a:cubicBezTo>
                  <a:pt x="512" y="3517"/>
                  <a:pt x="1023" y="3740"/>
                  <a:pt x="1536" y="3907"/>
                </a:cubicBezTo>
                <a:cubicBezTo>
                  <a:pt x="1722" y="3966"/>
                  <a:pt x="1909" y="4008"/>
                  <a:pt x="2096" y="4042"/>
                </a:cubicBezTo>
                <a:cubicBezTo>
                  <a:pt x="2132" y="4230"/>
                  <a:pt x="2173" y="4417"/>
                  <a:pt x="2232" y="4604"/>
                </a:cubicBezTo>
                <a:cubicBezTo>
                  <a:pt x="2399" y="5115"/>
                  <a:pt x="2622" y="5627"/>
                  <a:pt x="3069" y="6138"/>
                </a:cubicBezTo>
                <a:cubicBezTo>
                  <a:pt x="3517" y="5627"/>
                  <a:pt x="3741" y="5115"/>
                  <a:pt x="3906" y="4604"/>
                </a:cubicBezTo>
                <a:cubicBezTo>
                  <a:pt x="3966" y="4416"/>
                  <a:pt x="4008" y="4229"/>
                  <a:pt x="4042" y="4040"/>
                </a:cubicBezTo>
                <a:cubicBezTo>
                  <a:pt x="4230" y="4005"/>
                  <a:pt x="4416" y="3963"/>
                  <a:pt x="4604" y="3904"/>
                </a:cubicBezTo>
                <a:cubicBezTo>
                  <a:pt x="5115" y="3737"/>
                  <a:pt x="5626" y="3514"/>
                  <a:pt x="6138" y="3070"/>
                </a:cubicBezTo>
                <a:cubicBezTo>
                  <a:pt x="5626" y="2625"/>
                  <a:pt x="5115" y="2402"/>
                  <a:pt x="4604" y="2235"/>
                </a:cubicBezTo>
                <a:cubicBezTo>
                  <a:pt x="4416" y="2176"/>
                  <a:pt x="4228" y="2133"/>
                  <a:pt x="4040" y="2099"/>
                </a:cubicBezTo>
                <a:cubicBezTo>
                  <a:pt x="4005" y="1910"/>
                  <a:pt x="3963" y="1723"/>
                  <a:pt x="3904" y="1535"/>
                </a:cubicBezTo>
                <a:cubicBezTo>
                  <a:pt x="3738" y="1024"/>
                  <a:pt x="3514" y="513"/>
                  <a:pt x="306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26" name="Picture 2" descr="Artificial Neural Networks and its Applications - GeeksforGeeks">
            <a:extLst>
              <a:ext uri="{FF2B5EF4-FFF2-40B4-BE49-F238E27FC236}">
                <a16:creationId xmlns:a16="http://schemas.microsoft.com/office/drawing/2014/main" id="{65EDD7E0-B676-8DFE-EEF0-AC974CD9DD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7425" y="1216970"/>
            <a:ext cx="2603091" cy="1638119"/>
          </a:xfrm>
          <a:prstGeom prst="rect">
            <a:avLst/>
          </a:prstGeom>
          <a:noFill/>
          <a:ln>
            <a:solidFill>
              <a:schemeClr val="tx1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cover dir="u"/>
      </p:transition>
    </mc:Choice>
    <mc:Fallback xmlns="">
      <p:transition spd="slow">
        <p:cover dir="u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0">
          <a:extLst>
            <a:ext uri="{FF2B5EF4-FFF2-40B4-BE49-F238E27FC236}">
              <a16:creationId xmlns:a16="http://schemas.microsoft.com/office/drawing/2014/main" id="{7729CBBD-2214-4F17-E7C8-CEA305475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1C3B68B-8C64-C5F6-47FD-450395566A45}"/>
              </a:ext>
            </a:extLst>
          </p:cNvPr>
          <p:cNvSpPr/>
          <p:nvPr/>
        </p:nvSpPr>
        <p:spPr>
          <a:xfrm>
            <a:off x="435564" y="3375160"/>
            <a:ext cx="8243862" cy="973909"/>
          </a:xfrm>
          <a:prstGeom prst="roundRect">
            <a:avLst/>
          </a:prstGeom>
          <a:solidFill>
            <a:srgbClr val="FFFFFF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21" name="Google Shape;921;p41">
            <a:extLst>
              <a:ext uri="{FF2B5EF4-FFF2-40B4-BE49-F238E27FC236}">
                <a16:creationId xmlns:a16="http://schemas.microsoft.com/office/drawing/2014/main" id="{DFC75481-C45F-B159-04B3-67957FB78C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0081" y="598875"/>
            <a:ext cx="777391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- Introduction to AI Neural Network -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23" name="Google Shape;923;p41">
                <a:extLst>
                  <a:ext uri="{FF2B5EF4-FFF2-40B4-BE49-F238E27FC236}">
                    <a16:creationId xmlns:a16="http://schemas.microsoft.com/office/drawing/2014/main" id="{0521FF96-37F9-E8FD-CAB0-18DD9E7BFE57}"/>
                  </a:ext>
                </a:extLst>
              </p:cNvPr>
              <p:cNvSpPr txBox="1">
                <a:spLocks noGrp="1"/>
              </p:cNvSpPr>
              <p:nvPr>
                <p:ph type="subTitle" idx="2"/>
              </p:nvPr>
            </p:nvSpPr>
            <p:spPr>
              <a:xfrm>
                <a:off x="536245" y="1603553"/>
                <a:ext cx="7968111" cy="2740183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r>
                  <a:rPr lang="en-US" b="1" dirty="0">
                    <a:latin typeface="Nunito" pitchFamily="2" charset="0"/>
                  </a:rPr>
                  <a:t>How a Neuron Works:</a:t>
                </a:r>
              </a:p>
              <a:p>
                <a:pPr>
                  <a:spcBef>
                    <a:spcPts val="300"/>
                  </a:spcBef>
                  <a:spcAft>
                    <a:spcPts val="200"/>
                  </a:spcAft>
                  <a:buFont typeface="+mj-lt"/>
                  <a:buAutoNum type="arabicPeriod"/>
                </a:pPr>
                <a:r>
                  <a:rPr lang="en-US" dirty="0">
                    <a:latin typeface="Nunito" pitchFamily="2" charset="0"/>
                  </a:rPr>
                  <a:t>Inputs (X_1,X_2,... )enter the neuron.</a:t>
                </a:r>
              </a:p>
              <a:p>
                <a:pPr>
                  <a:spcBef>
                    <a:spcPts val="300"/>
                  </a:spcBef>
                  <a:spcAft>
                    <a:spcPts val="200"/>
                  </a:spcAft>
                  <a:buFont typeface="+mj-lt"/>
                  <a:buAutoNum type="arabicPeriod"/>
                </a:pPr>
                <a:r>
                  <a:rPr lang="en-US" dirty="0">
                    <a:latin typeface="Nunito" pitchFamily="2" charset="0"/>
                  </a:rPr>
                  <a:t>Weights (W_1,W_2,...) determine input importance.</a:t>
                </a:r>
              </a:p>
              <a:p>
                <a:pPr>
                  <a:spcBef>
                    <a:spcPts val="300"/>
                  </a:spcBef>
                  <a:spcAft>
                    <a:spcPts val="200"/>
                  </a:spcAft>
                  <a:buFont typeface="+mj-lt"/>
                  <a:buAutoNum type="arabicPeriod"/>
                </a:pPr>
                <a:r>
                  <a:rPr lang="en-US" dirty="0">
                    <a:latin typeface="Nunito" pitchFamily="2" charset="0"/>
                  </a:rPr>
                  <a:t>The weighted sum is calculated: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\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𝑠𝑖𝑔𝑚𝑎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𝑖𝑋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​.</m:t>
                    </m:r>
                  </m:oMath>
                </a14:m>
                <a:endParaRPr lang="en-US" dirty="0">
                  <a:latin typeface="Nunito" pitchFamily="2" charset="0"/>
                </a:endParaRP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  <a:buFont typeface="+mj-lt"/>
                  <a:buAutoNum type="arabicPeriod"/>
                </a:pPr>
                <a:r>
                  <a:rPr lang="en-US" dirty="0">
                    <a:latin typeface="Nunito" pitchFamily="2" charset="0"/>
                  </a:rPr>
                  <a:t>An activation function processes the sum.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  <a:buFont typeface="+mj-lt"/>
                  <a:buAutoNum type="arabicPeriod"/>
                </a:pPr>
                <a:r>
                  <a:rPr lang="en-US" dirty="0">
                    <a:latin typeface="Nunito" pitchFamily="2" charset="0"/>
                  </a:rPr>
                  <a:t>The output is passed to the next layer.</a:t>
                </a:r>
              </a:p>
              <a:p>
                <a:endParaRPr lang="en-US" b="1" dirty="0">
                  <a:latin typeface="Nunito" pitchFamily="2" charset="0"/>
                </a:endParaRPr>
              </a:p>
              <a:p>
                <a:r>
                  <a:rPr lang="en-US" b="1" dirty="0">
                    <a:latin typeface="Nunito" pitchFamily="2" charset="0"/>
                  </a:rPr>
                  <a:t>Key Idea:</a:t>
                </a:r>
              </a:p>
              <a:p>
                <a:r>
                  <a:rPr lang="en-US" dirty="0">
                    <a:latin typeface="Nunito" pitchFamily="2" charset="0"/>
                  </a:rPr>
                  <a:t>ANNs </a:t>
                </a:r>
                <a:r>
                  <a:rPr lang="en-US" b="1" dirty="0">
                    <a:latin typeface="Nunito" pitchFamily="2" charset="0"/>
                  </a:rPr>
                  <a:t>learn by adjusting weights</a:t>
                </a:r>
                <a:r>
                  <a:rPr lang="en-US" dirty="0">
                    <a:latin typeface="Nunito" pitchFamily="2" charset="0"/>
                  </a:rPr>
                  <a:t>, improving their predictions over time. They are used in AI</a:t>
                </a:r>
              </a:p>
              <a:p>
                <a:r>
                  <a:rPr lang="en-US" dirty="0">
                    <a:latin typeface="Nunito" pitchFamily="2" charset="0"/>
                  </a:rPr>
                  <a:t>applications like image recognition, speech processing, and self-driving cars.</a:t>
                </a:r>
              </a:p>
            </p:txBody>
          </p:sp>
        </mc:Choice>
        <mc:Fallback>
          <p:sp>
            <p:nvSpPr>
              <p:cNvPr id="923" name="Google Shape;923;p41">
                <a:extLst>
                  <a:ext uri="{FF2B5EF4-FFF2-40B4-BE49-F238E27FC236}">
                    <a16:creationId xmlns:a16="http://schemas.microsoft.com/office/drawing/2014/main" id="{0521FF96-37F9-E8FD-CAB0-18DD9E7BFE57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2"/>
              </p:nvPr>
            </p:nvSpPr>
            <p:spPr>
              <a:xfrm>
                <a:off x="536245" y="1603553"/>
                <a:ext cx="7968111" cy="27401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4" name="Google Shape;924;p41">
            <a:extLst>
              <a:ext uri="{FF2B5EF4-FFF2-40B4-BE49-F238E27FC236}">
                <a16:creationId xmlns:a16="http://schemas.microsoft.com/office/drawing/2014/main" id="{209ADAFD-E7B7-0E21-FED8-B57E517007D7}"/>
              </a:ext>
            </a:extLst>
          </p:cNvPr>
          <p:cNvSpPr/>
          <p:nvPr/>
        </p:nvSpPr>
        <p:spPr>
          <a:xfrm rot="-10288848">
            <a:off x="843141" y="1275788"/>
            <a:ext cx="112803" cy="112821"/>
          </a:xfrm>
          <a:custGeom>
            <a:avLst/>
            <a:gdLst/>
            <a:ahLst/>
            <a:cxnLst/>
            <a:rect l="l" t="t" r="r" b="b"/>
            <a:pathLst>
              <a:path w="6138" h="6139" extrusionOk="0">
                <a:moveTo>
                  <a:pt x="3069" y="0"/>
                </a:moveTo>
                <a:cubicBezTo>
                  <a:pt x="2625" y="513"/>
                  <a:pt x="2402" y="1024"/>
                  <a:pt x="2235" y="1535"/>
                </a:cubicBezTo>
                <a:cubicBezTo>
                  <a:pt x="2177" y="1722"/>
                  <a:pt x="2134" y="1909"/>
                  <a:pt x="2099" y="2097"/>
                </a:cubicBezTo>
                <a:cubicBezTo>
                  <a:pt x="1912" y="2131"/>
                  <a:pt x="1723" y="2173"/>
                  <a:pt x="1536" y="2233"/>
                </a:cubicBezTo>
                <a:cubicBezTo>
                  <a:pt x="1023" y="2398"/>
                  <a:pt x="512" y="2623"/>
                  <a:pt x="1" y="3070"/>
                </a:cubicBezTo>
                <a:cubicBezTo>
                  <a:pt x="512" y="3517"/>
                  <a:pt x="1023" y="3740"/>
                  <a:pt x="1536" y="3907"/>
                </a:cubicBezTo>
                <a:cubicBezTo>
                  <a:pt x="1722" y="3966"/>
                  <a:pt x="1909" y="4008"/>
                  <a:pt x="2096" y="4042"/>
                </a:cubicBezTo>
                <a:cubicBezTo>
                  <a:pt x="2132" y="4230"/>
                  <a:pt x="2173" y="4417"/>
                  <a:pt x="2232" y="4604"/>
                </a:cubicBezTo>
                <a:cubicBezTo>
                  <a:pt x="2399" y="5115"/>
                  <a:pt x="2622" y="5627"/>
                  <a:pt x="3069" y="6138"/>
                </a:cubicBezTo>
                <a:cubicBezTo>
                  <a:pt x="3517" y="5627"/>
                  <a:pt x="3741" y="5115"/>
                  <a:pt x="3906" y="4604"/>
                </a:cubicBezTo>
                <a:cubicBezTo>
                  <a:pt x="3966" y="4416"/>
                  <a:pt x="4008" y="4229"/>
                  <a:pt x="4042" y="4040"/>
                </a:cubicBezTo>
                <a:cubicBezTo>
                  <a:pt x="4230" y="4005"/>
                  <a:pt x="4416" y="3963"/>
                  <a:pt x="4604" y="3904"/>
                </a:cubicBezTo>
                <a:cubicBezTo>
                  <a:pt x="5115" y="3737"/>
                  <a:pt x="5626" y="3514"/>
                  <a:pt x="6138" y="3070"/>
                </a:cubicBezTo>
                <a:cubicBezTo>
                  <a:pt x="5626" y="2625"/>
                  <a:pt x="5115" y="2402"/>
                  <a:pt x="4604" y="2235"/>
                </a:cubicBezTo>
                <a:cubicBezTo>
                  <a:pt x="4416" y="2176"/>
                  <a:pt x="4228" y="2133"/>
                  <a:pt x="4040" y="2099"/>
                </a:cubicBezTo>
                <a:cubicBezTo>
                  <a:pt x="4005" y="1910"/>
                  <a:pt x="3963" y="1723"/>
                  <a:pt x="3904" y="1535"/>
                </a:cubicBezTo>
                <a:cubicBezTo>
                  <a:pt x="3738" y="1024"/>
                  <a:pt x="3514" y="513"/>
                  <a:pt x="306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5" name="Google Shape;925;p41">
            <a:extLst>
              <a:ext uri="{FF2B5EF4-FFF2-40B4-BE49-F238E27FC236}">
                <a16:creationId xmlns:a16="http://schemas.microsoft.com/office/drawing/2014/main" id="{107DDF29-02E5-D4C3-0B9F-71F11DA85CF3}"/>
              </a:ext>
            </a:extLst>
          </p:cNvPr>
          <p:cNvSpPr/>
          <p:nvPr/>
        </p:nvSpPr>
        <p:spPr>
          <a:xfrm rot="-8100000">
            <a:off x="3263002" y="1180533"/>
            <a:ext cx="100453" cy="100448"/>
          </a:xfrm>
          <a:custGeom>
            <a:avLst/>
            <a:gdLst/>
            <a:ahLst/>
            <a:cxnLst/>
            <a:rect l="l" t="t" r="r" b="b"/>
            <a:pathLst>
              <a:path w="2835" h="2836" extrusionOk="0">
                <a:moveTo>
                  <a:pt x="1417" y="0"/>
                </a:moveTo>
                <a:cubicBezTo>
                  <a:pt x="635" y="0"/>
                  <a:pt x="0" y="635"/>
                  <a:pt x="0" y="1418"/>
                </a:cubicBezTo>
                <a:cubicBezTo>
                  <a:pt x="0" y="2200"/>
                  <a:pt x="635" y="2835"/>
                  <a:pt x="1417" y="2835"/>
                </a:cubicBezTo>
                <a:cubicBezTo>
                  <a:pt x="2200" y="2835"/>
                  <a:pt x="2835" y="2200"/>
                  <a:pt x="2835" y="1418"/>
                </a:cubicBezTo>
                <a:cubicBezTo>
                  <a:pt x="2835" y="635"/>
                  <a:pt x="2201" y="0"/>
                  <a:pt x="141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6" name="Google Shape;926;p41">
            <a:extLst>
              <a:ext uri="{FF2B5EF4-FFF2-40B4-BE49-F238E27FC236}">
                <a16:creationId xmlns:a16="http://schemas.microsoft.com/office/drawing/2014/main" id="{C1D94A89-BD6C-A201-4DD2-0CFE84DDA8D2}"/>
              </a:ext>
            </a:extLst>
          </p:cNvPr>
          <p:cNvSpPr/>
          <p:nvPr/>
        </p:nvSpPr>
        <p:spPr>
          <a:xfrm rot="-5839392">
            <a:off x="8045340" y="1403055"/>
            <a:ext cx="112801" cy="112819"/>
          </a:xfrm>
          <a:custGeom>
            <a:avLst/>
            <a:gdLst/>
            <a:ahLst/>
            <a:cxnLst/>
            <a:rect l="l" t="t" r="r" b="b"/>
            <a:pathLst>
              <a:path w="6138" h="6139" extrusionOk="0">
                <a:moveTo>
                  <a:pt x="3069" y="0"/>
                </a:moveTo>
                <a:cubicBezTo>
                  <a:pt x="2625" y="513"/>
                  <a:pt x="2402" y="1024"/>
                  <a:pt x="2235" y="1535"/>
                </a:cubicBezTo>
                <a:cubicBezTo>
                  <a:pt x="2177" y="1722"/>
                  <a:pt x="2134" y="1909"/>
                  <a:pt x="2099" y="2097"/>
                </a:cubicBezTo>
                <a:cubicBezTo>
                  <a:pt x="1912" y="2131"/>
                  <a:pt x="1723" y="2173"/>
                  <a:pt x="1536" y="2233"/>
                </a:cubicBezTo>
                <a:cubicBezTo>
                  <a:pt x="1023" y="2398"/>
                  <a:pt x="512" y="2623"/>
                  <a:pt x="1" y="3070"/>
                </a:cubicBezTo>
                <a:cubicBezTo>
                  <a:pt x="512" y="3517"/>
                  <a:pt x="1023" y="3740"/>
                  <a:pt x="1536" y="3907"/>
                </a:cubicBezTo>
                <a:cubicBezTo>
                  <a:pt x="1722" y="3966"/>
                  <a:pt x="1909" y="4008"/>
                  <a:pt x="2096" y="4042"/>
                </a:cubicBezTo>
                <a:cubicBezTo>
                  <a:pt x="2132" y="4230"/>
                  <a:pt x="2173" y="4417"/>
                  <a:pt x="2232" y="4604"/>
                </a:cubicBezTo>
                <a:cubicBezTo>
                  <a:pt x="2399" y="5115"/>
                  <a:pt x="2622" y="5627"/>
                  <a:pt x="3069" y="6138"/>
                </a:cubicBezTo>
                <a:cubicBezTo>
                  <a:pt x="3517" y="5627"/>
                  <a:pt x="3741" y="5115"/>
                  <a:pt x="3906" y="4604"/>
                </a:cubicBezTo>
                <a:cubicBezTo>
                  <a:pt x="3966" y="4416"/>
                  <a:pt x="4008" y="4229"/>
                  <a:pt x="4042" y="4040"/>
                </a:cubicBezTo>
                <a:cubicBezTo>
                  <a:pt x="4230" y="4005"/>
                  <a:pt x="4416" y="3963"/>
                  <a:pt x="4604" y="3904"/>
                </a:cubicBezTo>
                <a:cubicBezTo>
                  <a:pt x="5115" y="3737"/>
                  <a:pt x="5626" y="3514"/>
                  <a:pt x="6138" y="3070"/>
                </a:cubicBezTo>
                <a:cubicBezTo>
                  <a:pt x="5626" y="2625"/>
                  <a:pt x="5115" y="2402"/>
                  <a:pt x="4604" y="2235"/>
                </a:cubicBezTo>
                <a:cubicBezTo>
                  <a:pt x="4416" y="2176"/>
                  <a:pt x="4228" y="2133"/>
                  <a:pt x="4040" y="2099"/>
                </a:cubicBezTo>
                <a:cubicBezTo>
                  <a:pt x="4005" y="1910"/>
                  <a:pt x="3963" y="1723"/>
                  <a:pt x="3904" y="1535"/>
                </a:cubicBezTo>
                <a:cubicBezTo>
                  <a:pt x="3738" y="1024"/>
                  <a:pt x="3514" y="513"/>
                  <a:pt x="306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7" name="Google Shape;927;p41">
            <a:extLst>
              <a:ext uri="{FF2B5EF4-FFF2-40B4-BE49-F238E27FC236}">
                <a16:creationId xmlns:a16="http://schemas.microsoft.com/office/drawing/2014/main" id="{E9E78F8C-1744-E8DB-AE18-FFDD9C31F8E5}"/>
              </a:ext>
            </a:extLst>
          </p:cNvPr>
          <p:cNvSpPr/>
          <p:nvPr/>
        </p:nvSpPr>
        <p:spPr>
          <a:xfrm rot="511152">
            <a:off x="4463900" y="4266183"/>
            <a:ext cx="112803" cy="112821"/>
          </a:xfrm>
          <a:custGeom>
            <a:avLst/>
            <a:gdLst/>
            <a:ahLst/>
            <a:cxnLst/>
            <a:rect l="l" t="t" r="r" b="b"/>
            <a:pathLst>
              <a:path w="6138" h="6139" extrusionOk="0">
                <a:moveTo>
                  <a:pt x="3069" y="0"/>
                </a:moveTo>
                <a:cubicBezTo>
                  <a:pt x="2625" y="513"/>
                  <a:pt x="2402" y="1024"/>
                  <a:pt x="2235" y="1535"/>
                </a:cubicBezTo>
                <a:cubicBezTo>
                  <a:pt x="2177" y="1722"/>
                  <a:pt x="2134" y="1909"/>
                  <a:pt x="2099" y="2097"/>
                </a:cubicBezTo>
                <a:cubicBezTo>
                  <a:pt x="1912" y="2131"/>
                  <a:pt x="1723" y="2173"/>
                  <a:pt x="1536" y="2233"/>
                </a:cubicBezTo>
                <a:cubicBezTo>
                  <a:pt x="1023" y="2398"/>
                  <a:pt x="512" y="2623"/>
                  <a:pt x="1" y="3070"/>
                </a:cubicBezTo>
                <a:cubicBezTo>
                  <a:pt x="512" y="3517"/>
                  <a:pt x="1023" y="3740"/>
                  <a:pt x="1536" y="3907"/>
                </a:cubicBezTo>
                <a:cubicBezTo>
                  <a:pt x="1722" y="3966"/>
                  <a:pt x="1909" y="4008"/>
                  <a:pt x="2096" y="4042"/>
                </a:cubicBezTo>
                <a:cubicBezTo>
                  <a:pt x="2132" y="4230"/>
                  <a:pt x="2173" y="4417"/>
                  <a:pt x="2232" y="4604"/>
                </a:cubicBezTo>
                <a:cubicBezTo>
                  <a:pt x="2399" y="5115"/>
                  <a:pt x="2622" y="5627"/>
                  <a:pt x="3069" y="6138"/>
                </a:cubicBezTo>
                <a:cubicBezTo>
                  <a:pt x="3517" y="5627"/>
                  <a:pt x="3741" y="5115"/>
                  <a:pt x="3906" y="4604"/>
                </a:cubicBezTo>
                <a:cubicBezTo>
                  <a:pt x="3966" y="4416"/>
                  <a:pt x="4008" y="4229"/>
                  <a:pt x="4042" y="4040"/>
                </a:cubicBezTo>
                <a:cubicBezTo>
                  <a:pt x="4230" y="4005"/>
                  <a:pt x="4416" y="3963"/>
                  <a:pt x="4604" y="3904"/>
                </a:cubicBezTo>
                <a:cubicBezTo>
                  <a:pt x="5115" y="3737"/>
                  <a:pt x="5626" y="3514"/>
                  <a:pt x="6138" y="3070"/>
                </a:cubicBezTo>
                <a:cubicBezTo>
                  <a:pt x="5626" y="2625"/>
                  <a:pt x="5115" y="2402"/>
                  <a:pt x="4604" y="2235"/>
                </a:cubicBezTo>
                <a:cubicBezTo>
                  <a:pt x="4416" y="2176"/>
                  <a:pt x="4228" y="2133"/>
                  <a:pt x="4040" y="2099"/>
                </a:cubicBezTo>
                <a:cubicBezTo>
                  <a:pt x="4005" y="1910"/>
                  <a:pt x="3963" y="1723"/>
                  <a:pt x="3904" y="1535"/>
                </a:cubicBezTo>
                <a:cubicBezTo>
                  <a:pt x="3738" y="1024"/>
                  <a:pt x="3514" y="513"/>
                  <a:pt x="306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26" name="Picture 2" descr="Artificial Neural Networks and its Applications - GeeksforGeeks">
            <a:extLst>
              <a:ext uri="{FF2B5EF4-FFF2-40B4-BE49-F238E27FC236}">
                <a16:creationId xmlns:a16="http://schemas.microsoft.com/office/drawing/2014/main" id="{468696FC-DA38-3147-5A1A-C3F41667C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7425" y="-1973311"/>
            <a:ext cx="2603091" cy="1638119"/>
          </a:xfrm>
          <a:prstGeom prst="rect">
            <a:avLst/>
          </a:prstGeom>
          <a:noFill/>
          <a:ln>
            <a:solidFill>
              <a:schemeClr val="tx1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4EC103A-B217-28E5-1CCD-0C772F3C821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7943"/>
          <a:stretch/>
        </p:blipFill>
        <p:spPr>
          <a:xfrm>
            <a:off x="5817425" y="1231619"/>
            <a:ext cx="2606575" cy="1719470"/>
          </a:xfrm>
          <a:prstGeom prst="rect">
            <a:avLst/>
          </a:prstGeom>
          <a:ln>
            <a:solidFill>
              <a:schemeClr val="tx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837662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cover dir="u"/>
      </p:transition>
    </mc:Choice>
    <mc:Fallback xmlns="">
      <p:transition spd="slow">
        <p:cover dir="u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0">
          <a:extLst>
            <a:ext uri="{FF2B5EF4-FFF2-40B4-BE49-F238E27FC236}">
              <a16:creationId xmlns:a16="http://schemas.microsoft.com/office/drawing/2014/main" id="{0B517A1E-145A-5559-1D70-A8758BF99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4780A2C-4BCA-1525-09EC-B3A2246299DA}"/>
              </a:ext>
            </a:extLst>
          </p:cNvPr>
          <p:cNvSpPr/>
          <p:nvPr/>
        </p:nvSpPr>
        <p:spPr>
          <a:xfrm>
            <a:off x="3383874" y="1615853"/>
            <a:ext cx="5193838" cy="2627835"/>
          </a:xfrm>
          <a:prstGeom prst="roundRect">
            <a:avLst/>
          </a:prstGeom>
          <a:solidFill>
            <a:srgbClr val="FFFFFF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21" name="Google Shape;921;p41">
            <a:extLst>
              <a:ext uri="{FF2B5EF4-FFF2-40B4-BE49-F238E27FC236}">
                <a16:creationId xmlns:a16="http://schemas.microsoft.com/office/drawing/2014/main" id="{CB18E157-9E4A-2481-2711-9447C5D730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988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- Introduction to H. </a:t>
            </a:r>
            <a:r>
              <a:rPr lang="en-IN" dirty="0"/>
              <a:t>Nervous System </a:t>
            </a:r>
            <a:r>
              <a:rPr lang="en" dirty="0"/>
              <a:t>-</a:t>
            </a:r>
            <a:endParaRPr dirty="0"/>
          </a:p>
        </p:txBody>
      </p:sp>
      <p:sp>
        <p:nvSpPr>
          <p:cNvPr id="922" name="Google Shape;922;p41">
            <a:extLst>
              <a:ext uri="{FF2B5EF4-FFF2-40B4-BE49-F238E27FC236}">
                <a16:creationId xmlns:a16="http://schemas.microsoft.com/office/drawing/2014/main" id="{8EFF040B-8293-2D2F-4704-ECBD7971712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491637" y="1646338"/>
            <a:ext cx="5077658" cy="25436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/>
            <a:r>
              <a:rPr lang="en-US" b="1" dirty="0"/>
              <a:t>Introduction to the Human Nervous System:</a:t>
            </a:r>
          </a:p>
          <a:p>
            <a:pPr marL="0"/>
            <a:endParaRPr lang="en-US" b="1" dirty="0"/>
          </a:p>
          <a:p>
            <a:pPr marL="0"/>
            <a:r>
              <a:rPr lang="en-US" sz="1300" dirty="0"/>
              <a:t>The </a:t>
            </a:r>
            <a:r>
              <a:rPr lang="en-US" sz="1300" b="1" dirty="0"/>
              <a:t>human nervous system</a:t>
            </a:r>
            <a:r>
              <a:rPr lang="en-US" sz="1300" dirty="0"/>
              <a:t> is the body's communication network, responsible for processing information and controlling actions. It consists of the brain, spinal cord, and neurons.</a:t>
            </a:r>
          </a:p>
          <a:p>
            <a:pPr marL="0"/>
            <a:endParaRPr lang="en-US" dirty="0"/>
          </a:p>
          <a:p>
            <a:pPr marL="0" indent="0"/>
            <a:r>
              <a:rPr lang="en-US" b="1" dirty="0"/>
              <a:t>How It Works:</a:t>
            </a:r>
          </a:p>
          <a:p>
            <a:pPr marL="0" indent="0"/>
            <a:endParaRPr lang="en-US" b="1" dirty="0"/>
          </a:p>
          <a:p>
            <a:pPr marL="0" indent="0">
              <a:buFont typeface="+mj-lt"/>
              <a:buAutoNum type="arabicPeriod"/>
            </a:pPr>
            <a:r>
              <a:rPr lang="en-US" sz="1300" b="1" dirty="0"/>
              <a:t>Input</a:t>
            </a:r>
            <a:r>
              <a:rPr lang="en-US" sz="1300" dirty="0"/>
              <a:t>: The brain receives signals from the senses.</a:t>
            </a:r>
          </a:p>
          <a:p>
            <a:pPr marL="0" indent="0">
              <a:buFont typeface="+mj-lt"/>
              <a:buAutoNum type="arabicPeriod"/>
            </a:pPr>
            <a:r>
              <a:rPr lang="en-US" sz="1300" b="1" dirty="0"/>
              <a:t>Processing</a:t>
            </a:r>
            <a:r>
              <a:rPr lang="en-US" sz="1300" dirty="0"/>
              <a:t>: The brain interprets and processes information.</a:t>
            </a:r>
          </a:p>
          <a:p>
            <a:pPr marL="0" indent="0">
              <a:buFont typeface="+mj-lt"/>
              <a:buAutoNum type="arabicPeriod"/>
            </a:pPr>
            <a:r>
              <a:rPr lang="en-US" sz="1300" b="1" dirty="0"/>
              <a:t>Output</a:t>
            </a:r>
            <a:r>
              <a:rPr lang="en-US" sz="1300" dirty="0"/>
              <a:t>: The brain sends signals to muscles or organs to react.</a:t>
            </a:r>
          </a:p>
          <a:p>
            <a:pPr marL="0"/>
            <a:endParaRPr lang="en-US" dirty="0"/>
          </a:p>
        </p:txBody>
      </p:sp>
      <p:sp>
        <p:nvSpPr>
          <p:cNvPr id="924" name="Google Shape;924;p41">
            <a:extLst>
              <a:ext uri="{FF2B5EF4-FFF2-40B4-BE49-F238E27FC236}">
                <a16:creationId xmlns:a16="http://schemas.microsoft.com/office/drawing/2014/main" id="{B9DD245D-0BCE-6697-B3EE-20D88C2907FF}"/>
              </a:ext>
            </a:extLst>
          </p:cNvPr>
          <p:cNvSpPr/>
          <p:nvPr/>
        </p:nvSpPr>
        <p:spPr>
          <a:xfrm rot="-10288848">
            <a:off x="843141" y="1311508"/>
            <a:ext cx="112803" cy="112821"/>
          </a:xfrm>
          <a:custGeom>
            <a:avLst/>
            <a:gdLst/>
            <a:ahLst/>
            <a:cxnLst/>
            <a:rect l="l" t="t" r="r" b="b"/>
            <a:pathLst>
              <a:path w="6138" h="6139" extrusionOk="0">
                <a:moveTo>
                  <a:pt x="3069" y="0"/>
                </a:moveTo>
                <a:cubicBezTo>
                  <a:pt x="2625" y="513"/>
                  <a:pt x="2402" y="1024"/>
                  <a:pt x="2235" y="1535"/>
                </a:cubicBezTo>
                <a:cubicBezTo>
                  <a:pt x="2177" y="1722"/>
                  <a:pt x="2134" y="1909"/>
                  <a:pt x="2099" y="2097"/>
                </a:cubicBezTo>
                <a:cubicBezTo>
                  <a:pt x="1912" y="2131"/>
                  <a:pt x="1723" y="2173"/>
                  <a:pt x="1536" y="2233"/>
                </a:cubicBezTo>
                <a:cubicBezTo>
                  <a:pt x="1023" y="2398"/>
                  <a:pt x="512" y="2623"/>
                  <a:pt x="1" y="3070"/>
                </a:cubicBezTo>
                <a:cubicBezTo>
                  <a:pt x="512" y="3517"/>
                  <a:pt x="1023" y="3740"/>
                  <a:pt x="1536" y="3907"/>
                </a:cubicBezTo>
                <a:cubicBezTo>
                  <a:pt x="1722" y="3966"/>
                  <a:pt x="1909" y="4008"/>
                  <a:pt x="2096" y="4042"/>
                </a:cubicBezTo>
                <a:cubicBezTo>
                  <a:pt x="2132" y="4230"/>
                  <a:pt x="2173" y="4417"/>
                  <a:pt x="2232" y="4604"/>
                </a:cubicBezTo>
                <a:cubicBezTo>
                  <a:pt x="2399" y="5115"/>
                  <a:pt x="2622" y="5627"/>
                  <a:pt x="3069" y="6138"/>
                </a:cubicBezTo>
                <a:cubicBezTo>
                  <a:pt x="3517" y="5627"/>
                  <a:pt x="3741" y="5115"/>
                  <a:pt x="3906" y="4604"/>
                </a:cubicBezTo>
                <a:cubicBezTo>
                  <a:pt x="3966" y="4416"/>
                  <a:pt x="4008" y="4229"/>
                  <a:pt x="4042" y="4040"/>
                </a:cubicBezTo>
                <a:cubicBezTo>
                  <a:pt x="4230" y="4005"/>
                  <a:pt x="4416" y="3963"/>
                  <a:pt x="4604" y="3904"/>
                </a:cubicBezTo>
                <a:cubicBezTo>
                  <a:pt x="5115" y="3737"/>
                  <a:pt x="5626" y="3514"/>
                  <a:pt x="6138" y="3070"/>
                </a:cubicBezTo>
                <a:cubicBezTo>
                  <a:pt x="5626" y="2625"/>
                  <a:pt x="5115" y="2402"/>
                  <a:pt x="4604" y="2235"/>
                </a:cubicBezTo>
                <a:cubicBezTo>
                  <a:pt x="4416" y="2176"/>
                  <a:pt x="4228" y="2133"/>
                  <a:pt x="4040" y="2099"/>
                </a:cubicBezTo>
                <a:cubicBezTo>
                  <a:pt x="4005" y="1910"/>
                  <a:pt x="3963" y="1723"/>
                  <a:pt x="3904" y="1535"/>
                </a:cubicBezTo>
                <a:cubicBezTo>
                  <a:pt x="3738" y="1024"/>
                  <a:pt x="3514" y="513"/>
                  <a:pt x="306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5" name="Google Shape;925;p41">
            <a:extLst>
              <a:ext uri="{FF2B5EF4-FFF2-40B4-BE49-F238E27FC236}">
                <a16:creationId xmlns:a16="http://schemas.microsoft.com/office/drawing/2014/main" id="{E09716E8-EA91-713D-D22F-0F8EA0220CC3}"/>
              </a:ext>
            </a:extLst>
          </p:cNvPr>
          <p:cNvSpPr/>
          <p:nvPr/>
        </p:nvSpPr>
        <p:spPr>
          <a:xfrm rot="-8100000">
            <a:off x="3263002" y="1216253"/>
            <a:ext cx="100453" cy="100448"/>
          </a:xfrm>
          <a:custGeom>
            <a:avLst/>
            <a:gdLst/>
            <a:ahLst/>
            <a:cxnLst/>
            <a:rect l="l" t="t" r="r" b="b"/>
            <a:pathLst>
              <a:path w="2835" h="2836" extrusionOk="0">
                <a:moveTo>
                  <a:pt x="1417" y="0"/>
                </a:moveTo>
                <a:cubicBezTo>
                  <a:pt x="635" y="0"/>
                  <a:pt x="0" y="635"/>
                  <a:pt x="0" y="1418"/>
                </a:cubicBezTo>
                <a:cubicBezTo>
                  <a:pt x="0" y="2200"/>
                  <a:pt x="635" y="2835"/>
                  <a:pt x="1417" y="2835"/>
                </a:cubicBezTo>
                <a:cubicBezTo>
                  <a:pt x="2200" y="2835"/>
                  <a:pt x="2835" y="2200"/>
                  <a:pt x="2835" y="1418"/>
                </a:cubicBezTo>
                <a:cubicBezTo>
                  <a:pt x="2835" y="635"/>
                  <a:pt x="2201" y="0"/>
                  <a:pt x="141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6" name="Google Shape;926;p41">
            <a:extLst>
              <a:ext uri="{FF2B5EF4-FFF2-40B4-BE49-F238E27FC236}">
                <a16:creationId xmlns:a16="http://schemas.microsoft.com/office/drawing/2014/main" id="{63CB8CF9-DFC0-E71C-01C4-A16F18EF5F9B}"/>
              </a:ext>
            </a:extLst>
          </p:cNvPr>
          <p:cNvSpPr/>
          <p:nvPr/>
        </p:nvSpPr>
        <p:spPr>
          <a:xfrm rot="-5839392">
            <a:off x="7979748" y="1248451"/>
            <a:ext cx="112801" cy="112819"/>
          </a:xfrm>
          <a:custGeom>
            <a:avLst/>
            <a:gdLst/>
            <a:ahLst/>
            <a:cxnLst/>
            <a:rect l="l" t="t" r="r" b="b"/>
            <a:pathLst>
              <a:path w="6138" h="6139" extrusionOk="0">
                <a:moveTo>
                  <a:pt x="3069" y="0"/>
                </a:moveTo>
                <a:cubicBezTo>
                  <a:pt x="2625" y="513"/>
                  <a:pt x="2402" y="1024"/>
                  <a:pt x="2235" y="1535"/>
                </a:cubicBezTo>
                <a:cubicBezTo>
                  <a:pt x="2177" y="1722"/>
                  <a:pt x="2134" y="1909"/>
                  <a:pt x="2099" y="2097"/>
                </a:cubicBezTo>
                <a:cubicBezTo>
                  <a:pt x="1912" y="2131"/>
                  <a:pt x="1723" y="2173"/>
                  <a:pt x="1536" y="2233"/>
                </a:cubicBezTo>
                <a:cubicBezTo>
                  <a:pt x="1023" y="2398"/>
                  <a:pt x="512" y="2623"/>
                  <a:pt x="1" y="3070"/>
                </a:cubicBezTo>
                <a:cubicBezTo>
                  <a:pt x="512" y="3517"/>
                  <a:pt x="1023" y="3740"/>
                  <a:pt x="1536" y="3907"/>
                </a:cubicBezTo>
                <a:cubicBezTo>
                  <a:pt x="1722" y="3966"/>
                  <a:pt x="1909" y="4008"/>
                  <a:pt x="2096" y="4042"/>
                </a:cubicBezTo>
                <a:cubicBezTo>
                  <a:pt x="2132" y="4230"/>
                  <a:pt x="2173" y="4417"/>
                  <a:pt x="2232" y="4604"/>
                </a:cubicBezTo>
                <a:cubicBezTo>
                  <a:pt x="2399" y="5115"/>
                  <a:pt x="2622" y="5627"/>
                  <a:pt x="3069" y="6138"/>
                </a:cubicBezTo>
                <a:cubicBezTo>
                  <a:pt x="3517" y="5627"/>
                  <a:pt x="3741" y="5115"/>
                  <a:pt x="3906" y="4604"/>
                </a:cubicBezTo>
                <a:cubicBezTo>
                  <a:pt x="3966" y="4416"/>
                  <a:pt x="4008" y="4229"/>
                  <a:pt x="4042" y="4040"/>
                </a:cubicBezTo>
                <a:cubicBezTo>
                  <a:pt x="4230" y="4005"/>
                  <a:pt x="4416" y="3963"/>
                  <a:pt x="4604" y="3904"/>
                </a:cubicBezTo>
                <a:cubicBezTo>
                  <a:pt x="5115" y="3737"/>
                  <a:pt x="5626" y="3514"/>
                  <a:pt x="6138" y="3070"/>
                </a:cubicBezTo>
                <a:cubicBezTo>
                  <a:pt x="5626" y="2625"/>
                  <a:pt x="5115" y="2402"/>
                  <a:pt x="4604" y="2235"/>
                </a:cubicBezTo>
                <a:cubicBezTo>
                  <a:pt x="4416" y="2176"/>
                  <a:pt x="4228" y="2133"/>
                  <a:pt x="4040" y="2099"/>
                </a:cubicBezTo>
                <a:cubicBezTo>
                  <a:pt x="4005" y="1910"/>
                  <a:pt x="3963" y="1723"/>
                  <a:pt x="3904" y="1535"/>
                </a:cubicBezTo>
                <a:cubicBezTo>
                  <a:pt x="3738" y="1024"/>
                  <a:pt x="3514" y="513"/>
                  <a:pt x="306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7" name="Google Shape;927;p41">
            <a:extLst>
              <a:ext uri="{FF2B5EF4-FFF2-40B4-BE49-F238E27FC236}">
                <a16:creationId xmlns:a16="http://schemas.microsoft.com/office/drawing/2014/main" id="{28F422B0-D063-51C0-D808-1A35987397E2}"/>
              </a:ext>
            </a:extLst>
          </p:cNvPr>
          <p:cNvSpPr/>
          <p:nvPr/>
        </p:nvSpPr>
        <p:spPr>
          <a:xfrm rot="511152">
            <a:off x="3435236" y="4251421"/>
            <a:ext cx="112803" cy="112821"/>
          </a:xfrm>
          <a:custGeom>
            <a:avLst/>
            <a:gdLst/>
            <a:ahLst/>
            <a:cxnLst/>
            <a:rect l="l" t="t" r="r" b="b"/>
            <a:pathLst>
              <a:path w="6138" h="6139" extrusionOk="0">
                <a:moveTo>
                  <a:pt x="3069" y="0"/>
                </a:moveTo>
                <a:cubicBezTo>
                  <a:pt x="2625" y="513"/>
                  <a:pt x="2402" y="1024"/>
                  <a:pt x="2235" y="1535"/>
                </a:cubicBezTo>
                <a:cubicBezTo>
                  <a:pt x="2177" y="1722"/>
                  <a:pt x="2134" y="1909"/>
                  <a:pt x="2099" y="2097"/>
                </a:cubicBezTo>
                <a:cubicBezTo>
                  <a:pt x="1912" y="2131"/>
                  <a:pt x="1723" y="2173"/>
                  <a:pt x="1536" y="2233"/>
                </a:cubicBezTo>
                <a:cubicBezTo>
                  <a:pt x="1023" y="2398"/>
                  <a:pt x="512" y="2623"/>
                  <a:pt x="1" y="3070"/>
                </a:cubicBezTo>
                <a:cubicBezTo>
                  <a:pt x="512" y="3517"/>
                  <a:pt x="1023" y="3740"/>
                  <a:pt x="1536" y="3907"/>
                </a:cubicBezTo>
                <a:cubicBezTo>
                  <a:pt x="1722" y="3966"/>
                  <a:pt x="1909" y="4008"/>
                  <a:pt x="2096" y="4042"/>
                </a:cubicBezTo>
                <a:cubicBezTo>
                  <a:pt x="2132" y="4230"/>
                  <a:pt x="2173" y="4417"/>
                  <a:pt x="2232" y="4604"/>
                </a:cubicBezTo>
                <a:cubicBezTo>
                  <a:pt x="2399" y="5115"/>
                  <a:pt x="2622" y="5627"/>
                  <a:pt x="3069" y="6138"/>
                </a:cubicBezTo>
                <a:cubicBezTo>
                  <a:pt x="3517" y="5627"/>
                  <a:pt x="3741" y="5115"/>
                  <a:pt x="3906" y="4604"/>
                </a:cubicBezTo>
                <a:cubicBezTo>
                  <a:pt x="3966" y="4416"/>
                  <a:pt x="4008" y="4229"/>
                  <a:pt x="4042" y="4040"/>
                </a:cubicBezTo>
                <a:cubicBezTo>
                  <a:pt x="4230" y="4005"/>
                  <a:pt x="4416" y="3963"/>
                  <a:pt x="4604" y="3904"/>
                </a:cubicBezTo>
                <a:cubicBezTo>
                  <a:pt x="5115" y="3737"/>
                  <a:pt x="5626" y="3514"/>
                  <a:pt x="6138" y="3070"/>
                </a:cubicBezTo>
                <a:cubicBezTo>
                  <a:pt x="5626" y="2625"/>
                  <a:pt x="5115" y="2402"/>
                  <a:pt x="4604" y="2235"/>
                </a:cubicBezTo>
                <a:cubicBezTo>
                  <a:pt x="4416" y="2176"/>
                  <a:pt x="4228" y="2133"/>
                  <a:pt x="4040" y="2099"/>
                </a:cubicBezTo>
                <a:cubicBezTo>
                  <a:pt x="4005" y="1910"/>
                  <a:pt x="3963" y="1723"/>
                  <a:pt x="3904" y="1535"/>
                </a:cubicBezTo>
                <a:cubicBezTo>
                  <a:pt x="3738" y="1024"/>
                  <a:pt x="3514" y="513"/>
                  <a:pt x="306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76" name="Picture 4" descr="1,617 Brain Input Royalty-Free Images, Stock Photos &amp; Pictures |  Shutterstock">
            <a:extLst>
              <a:ext uri="{FF2B5EF4-FFF2-40B4-BE49-F238E27FC236}">
                <a16:creationId xmlns:a16="http://schemas.microsoft.com/office/drawing/2014/main" id="{AE68D8A9-AFAB-ABFC-051B-B05642D568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745" y="2166997"/>
            <a:ext cx="2538464" cy="1313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7601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cover dir="u"/>
      </p:transition>
    </mc:Choice>
    <mc:Fallback xmlns="">
      <p:transition spd="slow">
        <p:cover dir="u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0">
          <a:extLst>
            <a:ext uri="{FF2B5EF4-FFF2-40B4-BE49-F238E27FC236}">
              <a16:creationId xmlns:a16="http://schemas.microsoft.com/office/drawing/2014/main" id="{0820C430-7657-F568-4B9E-36D1F5C6C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6804AF0-868B-B440-EF21-9760956FB673}"/>
              </a:ext>
            </a:extLst>
          </p:cNvPr>
          <p:cNvSpPr/>
          <p:nvPr/>
        </p:nvSpPr>
        <p:spPr>
          <a:xfrm>
            <a:off x="3679250" y="1473195"/>
            <a:ext cx="4889089" cy="1656501"/>
          </a:xfrm>
          <a:prstGeom prst="roundRect">
            <a:avLst/>
          </a:prstGeom>
          <a:solidFill>
            <a:srgbClr val="FFFFFF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22" name="Google Shape;922;p41">
            <a:extLst>
              <a:ext uri="{FF2B5EF4-FFF2-40B4-BE49-F238E27FC236}">
                <a16:creationId xmlns:a16="http://schemas.microsoft.com/office/drawing/2014/main" id="{FE9A10E9-4F4D-1411-B94B-584ECA1806E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679250" y="1493001"/>
            <a:ext cx="4689986" cy="16565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b="1" dirty="0"/>
              <a:t>Structure of a Neuron: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Dendrites</a:t>
            </a:r>
            <a:r>
              <a:rPr lang="en-IN" dirty="0"/>
              <a:t>: Receive signals from other neurons.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Soma (Cell Body)</a:t>
            </a:r>
            <a:r>
              <a:rPr lang="en-IN" dirty="0"/>
              <a:t>: Processes incoming signals.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Nucleus</a:t>
            </a:r>
            <a:r>
              <a:rPr lang="en-IN" dirty="0"/>
              <a:t>: Controls cell activities.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Axon</a:t>
            </a:r>
            <a:r>
              <a:rPr lang="en-IN" dirty="0"/>
              <a:t>: Transmits signals over long distances.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Myelin Sheath</a:t>
            </a:r>
            <a:r>
              <a:rPr lang="en-IN" dirty="0"/>
              <a:t>: Speeds up signal transmission.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Axon Terminal</a:t>
            </a:r>
            <a:r>
              <a:rPr lang="en-IN" dirty="0"/>
              <a:t>: Sends signals to the next neuron.</a:t>
            </a:r>
          </a:p>
        </p:txBody>
      </p:sp>
      <p:sp>
        <p:nvSpPr>
          <p:cNvPr id="924" name="Google Shape;924;p41">
            <a:extLst>
              <a:ext uri="{FF2B5EF4-FFF2-40B4-BE49-F238E27FC236}">
                <a16:creationId xmlns:a16="http://schemas.microsoft.com/office/drawing/2014/main" id="{5AC33308-F650-A3BA-72A4-BF7212C727E4}"/>
              </a:ext>
            </a:extLst>
          </p:cNvPr>
          <p:cNvSpPr/>
          <p:nvPr/>
        </p:nvSpPr>
        <p:spPr>
          <a:xfrm rot="-10288848">
            <a:off x="843141" y="1311508"/>
            <a:ext cx="112803" cy="112821"/>
          </a:xfrm>
          <a:custGeom>
            <a:avLst/>
            <a:gdLst/>
            <a:ahLst/>
            <a:cxnLst/>
            <a:rect l="l" t="t" r="r" b="b"/>
            <a:pathLst>
              <a:path w="6138" h="6139" extrusionOk="0">
                <a:moveTo>
                  <a:pt x="3069" y="0"/>
                </a:moveTo>
                <a:cubicBezTo>
                  <a:pt x="2625" y="513"/>
                  <a:pt x="2402" y="1024"/>
                  <a:pt x="2235" y="1535"/>
                </a:cubicBezTo>
                <a:cubicBezTo>
                  <a:pt x="2177" y="1722"/>
                  <a:pt x="2134" y="1909"/>
                  <a:pt x="2099" y="2097"/>
                </a:cubicBezTo>
                <a:cubicBezTo>
                  <a:pt x="1912" y="2131"/>
                  <a:pt x="1723" y="2173"/>
                  <a:pt x="1536" y="2233"/>
                </a:cubicBezTo>
                <a:cubicBezTo>
                  <a:pt x="1023" y="2398"/>
                  <a:pt x="512" y="2623"/>
                  <a:pt x="1" y="3070"/>
                </a:cubicBezTo>
                <a:cubicBezTo>
                  <a:pt x="512" y="3517"/>
                  <a:pt x="1023" y="3740"/>
                  <a:pt x="1536" y="3907"/>
                </a:cubicBezTo>
                <a:cubicBezTo>
                  <a:pt x="1722" y="3966"/>
                  <a:pt x="1909" y="4008"/>
                  <a:pt x="2096" y="4042"/>
                </a:cubicBezTo>
                <a:cubicBezTo>
                  <a:pt x="2132" y="4230"/>
                  <a:pt x="2173" y="4417"/>
                  <a:pt x="2232" y="4604"/>
                </a:cubicBezTo>
                <a:cubicBezTo>
                  <a:pt x="2399" y="5115"/>
                  <a:pt x="2622" y="5627"/>
                  <a:pt x="3069" y="6138"/>
                </a:cubicBezTo>
                <a:cubicBezTo>
                  <a:pt x="3517" y="5627"/>
                  <a:pt x="3741" y="5115"/>
                  <a:pt x="3906" y="4604"/>
                </a:cubicBezTo>
                <a:cubicBezTo>
                  <a:pt x="3966" y="4416"/>
                  <a:pt x="4008" y="4229"/>
                  <a:pt x="4042" y="4040"/>
                </a:cubicBezTo>
                <a:cubicBezTo>
                  <a:pt x="4230" y="4005"/>
                  <a:pt x="4416" y="3963"/>
                  <a:pt x="4604" y="3904"/>
                </a:cubicBezTo>
                <a:cubicBezTo>
                  <a:pt x="5115" y="3737"/>
                  <a:pt x="5626" y="3514"/>
                  <a:pt x="6138" y="3070"/>
                </a:cubicBezTo>
                <a:cubicBezTo>
                  <a:pt x="5626" y="2625"/>
                  <a:pt x="5115" y="2402"/>
                  <a:pt x="4604" y="2235"/>
                </a:cubicBezTo>
                <a:cubicBezTo>
                  <a:pt x="4416" y="2176"/>
                  <a:pt x="4228" y="2133"/>
                  <a:pt x="4040" y="2099"/>
                </a:cubicBezTo>
                <a:cubicBezTo>
                  <a:pt x="4005" y="1910"/>
                  <a:pt x="3963" y="1723"/>
                  <a:pt x="3904" y="1535"/>
                </a:cubicBezTo>
                <a:cubicBezTo>
                  <a:pt x="3738" y="1024"/>
                  <a:pt x="3514" y="513"/>
                  <a:pt x="306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5" name="Google Shape;925;p41">
            <a:extLst>
              <a:ext uri="{FF2B5EF4-FFF2-40B4-BE49-F238E27FC236}">
                <a16:creationId xmlns:a16="http://schemas.microsoft.com/office/drawing/2014/main" id="{2D155F34-ACDE-6E61-C8CA-E5DF2CF2B691}"/>
              </a:ext>
            </a:extLst>
          </p:cNvPr>
          <p:cNvSpPr/>
          <p:nvPr/>
        </p:nvSpPr>
        <p:spPr>
          <a:xfrm rot="-8100000">
            <a:off x="3263002" y="1216253"/>
            <a:ext cx="100453" cy="100448"/>
          </a:xfrm>
          <a:custGeom>
            <a:avLst/>
            <a:gdLst/>
            <a:ahLst/>
            <a:cxnLst/>
            <a:rect l="l" t="t" r="r" b="b"/>
            <a:pathLst>
              <a:path w="2835" h="2836" extrusionOk="0">
                <a:moveTo>
                  <a:pt x="1417" y="0"/>
                </a:moveTo>
                <a:cubicBezTo>
                  <a:pt x="635" y="0"/>
                  <a:pt x="0" y="635"/>
                  <a:pt x="0" y="1418"/>
                </a:cubicBezTo>
                <a:cubicBezTo>
                  <a:pt x="0" y="2200"/>
                  <a:pt x="635" y="2835"/>
                  <a:pt x="1417" y="2835"/>
                </a:cubicBezTo>
                <a:cubicBezTo>
                  <a:pt x="2200" y="2835"/>
                  <a:pt x="2835" y="2200"/>
                  <a:pt x="2835" y="1418"/>
                </a:cubicBezTo>
                <a:cubicBezTo>
                  <a:pt x="2835" y="635"/>
                  <a:pt x="2201" y="0"/>
                  <a:pt x="141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6" name="Google Shape;926;p41">
            <a:extLst>
              <a:ext uri="{FF2B5EF4-FFF2-40B4-BE49-F238E27FC236}">
                <a16:creationId xmlns:a16="http://schemas.microsoft.com/office/drawing/2014/main" id="{720BA8E1-07F8-EDA6-2CB4-6CF0F4CB1AB7}"/>
              </a:ext>
            </a:extLst>
          </p:cNvPr>
          <p:cNvSpPr/>
          <p:nvPr/>
        </p:nvSpPr>
        <p:spPr>
          <a:xfrm rot="-5839392">
            <a:off x="7979748" y="1248451"/>
            <a:ext cx="112801" cy="112819"/>
          </a:xfrm>
          <a:custGeom>
            <a:avLst/>
            <a:gdLst/>
            <a:ahLst/>
            <a:cxnLst/>
            <a:rect l="l" t="t" r="r" b="b"/>
            <a:pathLst>
              <a:path w="6138" h="6139" extrusionOk="0">
                <a:moveTo>
                  <a:pt x="3069" y="0"/>
                </a:moveTo>
                <a:cubicBezTo>
                  <a:pt x="2625" y="513"/>
                  <a:pt x="2402" y="1024"/>
                  <a:pt x="2235" y="1535"/>
                </a:cubicBezTo>
                <a:cubicBezTo>
                  <a:pt x="2177" y="1722"/>
                  <a:pt x="2134" y="1909"/>
                  <a:pt x="2099" y="2097"/>
                </a:cubicBezTo>
                <a:cubicBezTo>
                  <a:pt x="1912" y="2131"/>
                  <a:pt x="1723" y="2173"/>
                  <a:pt x="1536" y="2233"/>
                </a:cubicBezTo>
                <a:cubicBezTo>
                  <a:pt x="1023" y="2398"/>
                  <a:pt x="512" y="2623"/>
                  <a:pt x="1" y="3070"/>
                </a:cubicBezTo>
                <a:cubicBezTo>
                  <a:pt x="512" y="3517"/>
                  <a:pt x="1023" y="3740"/>
                  <a:pt x="1536" y="3907"/>
                </a:cubicBezTo>
                <a:cubicBezTo>
                  <a:pt x="1722" y="3966"/>
                  <a:pt x="1909" y="4008"/>
                  <a:pt x="2096" y="4042"/>
                </a:cubicBezTo>
                <a:cubicBezTo>
                  <a:pt x="2132" y="4230"/>
                  <a:pt x="2173" y="4417"/>
                  <a:pt x="2232" y="4604"/>
                </a:cubicBezTo>
                <a:cubicBezTo>
                  <a:pt x="2399" y="5115"/>
                  <a:pt x="2622" y="5627"/>
                  <a:pt x="3069" y="6138"/>
                </a:cubicBezTo>
                <a:cubicBezTo>
                  <a:pt x="3517" y="5627"/>
                  <a:pt x="3741" y="5115"/>
                  <a:pt x="3906" y="4604"/>
                </a:cubicBezTo>
                <a:cubicBezTo>
                  <a:pt x="3966" y="4416"/>
                  <a:pt x="4008" y="4229"/>
                  <a:pt x="4042" y="4040"/>
                </a:cubicBezTo>
                <a:cubicBezTo>
                  <a:pt x="4230" y="4005"/>
                  <a:pt x="4416" y="3963"/>
                  <a:pt x="4604" y="3904"/>
                </a:cubicBezTo>
                <a:cubicBezTo>
                  <a:pt x="5115" y="3737"/>
                  <a:pt x="5626" y="3514"/>
                  <a:pt x="6138" y="3070"/>
                </a:cubicBezTo>
                <a:cubicBezTo>
                  <a:pt x="5626" y="2625"/>
                  <a:pt x="5115" y="2402"/>
                  <a:pt x="4604" y="2235"/>
                </a:cubicBezTo>
                <a:cubicBezTo>
                  <a:pt x="4416" y="2176"/>
                  <a:pt x="4228" y="2133"/>
                  <a:pt x="4040" y="2099"/>
                </a:cubicBezTo>
                <a:cubicBezTo>
                  <a:pt x="4005" y="1910"/>
                  <a:pt x="3963" y="1723"/>
                  <a:pt x="3904" y="1535"/>
                </a:cubicBezTo>
                <a:cubicBezTo>
                  <a:pt x="3738" y="1024"/>
                  <a:pt x="3514" y="513"/>
                  <a:pt x="306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7" name="Google Shape;927;p41">
            <a:extLst>
              <a:ext uri="{FF2B5EF4-FFF2-40B4-BE49-F238E27FC236}">
                <a16:creationId xmlns:a16="http://schemas.microsoft.com/office/drawing/2014/main" id="{8172727C-205B-CDD7-1C0B-A573F9231B91}"/>
              </a:ext>
            </a:extLst>
          </p:cNvPr>
          <p:cNvSpPr/>
          <p:nvPr/>
        </p:nvSpPr>
        <p:spPr>
          <a:xfrm rot="511152">
            <a:off x="4463900" y="4301903"/>
            <a:ext cx="112803" cy="112821"/>
          </a:xfrm>
          <a:custGeom>
            <a:avLst/>
            <a:gdLst/>
            <a:ahLst/>
            <a:cxnLst/>
            <a:rect l="l" t="t" r="r" b="b"/>
            <a:pathLst>
              <a:path w="6138" h="6139" extrusionOk="0">
                <a:moveTo>
                  <a:pt x="3069" y="0"/>
                </a:moveTo>
                <a:cubicBezTo>
                  <a:pt x="2625" y="513"/>
                  <a:pt x="2402" y="1024"/>
                  <a:pt x="2235" y="1535"/>
                </a:cubicBezTo>
                <a:cubicBezTo>
                  <a:pt x="2177" y="1722"/>
                  <a:pt x="2134" y="1909"/>
                  <a:pt x="2099" y="2097"/>
                </a:cubicBezTo>
                <a:cubicBezTo>
                  <a:pt x="1912" y="2131"/>
                  <a:pt x="1723" y="2173"/>
                  <a:pt x="1536" y="2233"/>
                </a:cubicBezTo>
                <a:cubicBezTo>
                  <a:pt x="1023" y="2398"/>
                  <a:pt x="512" y="2623"/>
                  <a:pt x="1" y="3070"/>
                </a:cubicBezTo>
                <a:cubicBezTo>
                  <a:pt x="512" y="3517"/>
                  <a:pt x="1023" y="3740"/>
                  <a:pt x="1536" y="3907"/>
                </a:cubicBezTo>
                <a:cubicBezTo>
                  <a:pt x="1722" y="3966"/>
                  <a:pt x="1909" y="4008"/>
                  <a:pt x="2096" y="4042"/>
                </a:cubicBezTo>
                <a:cubicBezTo>
                  <a:pt x="2132" y="4230"/>
                  <a:pt x="2173" y="4417"/>
                  <a:pt x="2232" y="4604"/>
                </a:cubicBezTo>
                <a:cubicBezTo>
                  <a:pt x="2399" y="5115"/>
                  <a:pt x="2622" y="5627"/>
                  <a:pt x="3069" y="6138"/>
                </a:cubicBezTo>
                <a:cubicBezTo>
                  <a:pt x="3517" y="5627"/>
                  <a:pt x="3741" y="5115"/>
                  <a:pt x="3906" y="4604"/>
                </a:cubicBezTo>
                <a:cubicBezTo>
                  <a:pt x="3966" y="4416"/>
                  <a:pt x="4008" y="4229"/>
                  <a:pt x="4042" y="4040"/>
                </a:cubicBezTo>
                <a:cubicBezTo>
                  <a:pt x="4230" y="4005"/>
                  <a:pt x="4416" y="3963"/>
                  <a:pt x="4604" y="3904"/>
                </a:cubicBezTo>
                <a:cubicBezTo>
                  <a:pt x="5115" y="3737"/>
                  <a:pt x="5626" y="3514"/>
                  <a:pt x="6138" y="3070"/>
                </a:cubicBezTo>
                <a:cubicBezTo>
                  <a:pt x="5626" y="2625"/>
                  <a:pt x="5115" y="2402"/>
                  <a:pt x="4604" y="2235"/>
                </a:cubicBezTo>
                <a:cubicBezTo>
                  <a:pt x="4416" y="2176"/>
                  <a:pt x="4228" y="2133"/>
                  <a:pt x="4040" y="2099"/>
                </a:cubicBezTo>
                <a:cubicBezTo>
                  <a:pt x="4005" y="1910"/>
                  <a:pt x="3963" y="1723"/>
                  <a:pt x="3904" y="1535"/>
                </a:cubicBezTo>
                <a:cubicBezTo>
                  <a:pt x="3738" y="1024"/>
                  <a:pt x="3514" y="513"/>
                  <a:pt x="306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ABFADD-B591-EFFA-7B05-4C4A500D674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3934"/>
          <a:stretch/>
        </p:blipFill>
        <p:spPr>
          <a:xfrm>
            <a:off x="774764" y="1367918"/>
            <a:ext cx="2538464" cy="189233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E1D9CBA-2793-3097-A34C-CF68A9AFE51E}"/>
              </a:ext>
            </a:extLst>
          </p:cNvPr>
          <p:cNvSpPr txBox="1"/>
          <p:nvPr/>
        </p:nvSpPr>
        <p:spPr>
          <a:xfrm>
            <a:off x="963678" y="3490735"/>
            <a:ext cx="6572747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1600" b="1" dirty="0">
                <a:latin typeface="Nunito" pitchFamily="2" charset="0"/>
              </a:rPr>
              <a:t>Key Idea:</a:t>
            </a:r>
          </a:p>
          <a:p>
            <a:r>
              <a:rPr lang="en-US" dirty="0">
                <a:latin typeface="Nunito" pitchFamily="2" charset="0"/>
              </a:rPr>
              <a:t>The nervous system </a:t>
            </a:r>
            <a:r>
              <a:rPr lang="en-US" b="1" dirty="0">
                <a:latin typeface="Nunito" pitchFamily="2" charset="0"/>
              </a:rPr>
              <a:t>helps humans' senses, thinking, and reaction</a:t>
            </a:r>
            <a:r>
              <a:rPr lang="en-US" dirty="0">
                <a:latin typeface="Nunito" pitchFamily="2" charset="0"/>
              </a:rPr>
              <a:t>, similar to how </a:t>
            </a:r>
            <a:r>
              <a:rPr lang="en-US" b="1" dirty="0">
                <a:latin typeface="Nunito" pitchFamily="2" charset="0"/>
              </a:rPr>
              <a:t>AI neural networks</a:t>
            </a:r>
            <a:r>
              <a:rPr lang="en-US" dirty="0">
                <a:latin typeface="Nunito" pitchFamily="2" charset="0"/>
              </a:rPr>
              <a:t> process data and make decisions.</a:t>
            </a:r>
          </a:p>
        </p:txBody>
      </p:sp>
      <p:sp>
        <p:nvSpPr>
          <p:cNvPr id="5" name="Google Shape;921;p41">
            <a:extLst>
              <a:ext uri="{FF2B5EF4-FFF2-40B4-BE49-F238E27FC236}">
                <a16:creationId xmlns:a16="http://schemas.microsoft.com/office/drawing/2014/main" id="{FA985939-7E4A-814A-E46C-2E764BA96F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725" y="598488"/>
            <a:ext cx="7702550" cy="5730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- Introduction to H. </a:t>
            </a:r>
            <a:r>
              <a:rPr lang="en-IN" dirty="0"/>
              <a:t>Nervous System </a:t>
            </a:r>
            <a:r>
              <a:rPr lang="en" dirty="0"/>
              <a:t>-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23306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cover dir="u"/>
      </p:transition>
    </mc:Choice>
    <mc:Fallback xmlns="">
      <p:transition spd="slow">
        <p:cover dir="u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07" name="Google Shape;807;p37"/>
          <p:cNvGraphicFramePr/>
          <p:nvPr>
            <p:extLst>
              <p:ext uri="{D42A27DB-BD31-4B8C-83A1-F6EECF244321}">
                <p14:modId xmlns:p14="http://schemas.microsoft.com/office/powerpoint/2010/main" val="179299484"/>
              </p:ext>
            </p:extLst>
          </p:nvPr>
        </p:nvGraphicFramePr>
        <p:xfrm>
          <a:off x="471488" y="1232090"/>
          <a:ext cx="8072439" cy="3169500"/>
        </p:xfrm>
        <a:graphic>
          <a:graphicData uri="http://schemas.openxmlformats.org/drawingml/2006/table">
            <a:tbl>
              <a:tblPr>
                <a:noFill/>
                <a:tableStyleId>{78A3460E-21C1-4390-8DAC-6B687231105E}</a:tableStyleId>
              </a:tblPr>
              <a:tblGrid>
                <a:gridCol w="15501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718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0408">
                  <a:extLst>
                    <a:ext uri="{9D8B030D-6E8A-4147-A177-3AD203B41FA5}">
                      <a16:colId xmlns:a16="http://schemas.microsoft.com/office/drawing/2014/main" val="1561635613"/>
                    </a:ext>
                  </a:extLst>
                </a:gridCol>
              </a:tblGrid>
              <a:tr h="5282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b="1" dirty="0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Based on properties-</a:t>
                      </a:r>
                      <a:endParaRPr sz="1100" b="1" dirty="0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uLnTx/>
                          <a:uFillTx/>
                          <a:latin typeface="Fredoka One"/>
                          <a:ea typeface="Fredoka One"/>
                          <a:cs typeface="Fredoka One"/>
                          <a:sym typeface="Fredoka One"/>
                        </a:rPr>
                        <a:t>AI Neural System</a:t>
                      </a: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uLnTx/>
                          <a:uFillTx/>
                          <a:latin typeface="Fredoka One"/>
                          <a:ea typeface="Fredoka One"/>
                          <a:cs typeface="Fredoka One"/>
                          <a:sym typeface="Fredoka One"/>
                        </a:rPr>
                        <a:t>Human Nervous System</a:t>
                      </a: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6275"/>
                  </a:ext>
                </a:extLst>
              </a:tr>
              <a:tr h="5282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b="1" dirty="0">
                          <a:solidFill>
                            <a:schemeClr val="hlink"/>
                          </a:solidFill>
                          <a:uFill>
                            <a:noFill/>
                          </a:u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Structural Comparison</a:t>
                      </a:r>
                      <a:endParaRPr sz="1100" b="1" dirty="0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/>
                        <a:t>Composed of </a:t>
                      </a:r>
                      <a:r>
                        <a:rPr lang="en-US" sz="900" b="1" dirty="0"/>
                        <a:t>nodes (neurons)</a:t>
                      </a:r>
                      <a:r>
                        <a:rPr lang="en-US" sz="900" dirty="0"/>
                        <a:t> and </a:t>
                      </a:r>
                      <a:r>
                        <a:rPr lang="en-US" sz="900" b="1" dirty="0"/>
                        <a:t>layers </a:t>
                      </a:r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/>
                        <a:t>Uses </a:t>
                      </a:r>
                      <a:r>
                        <a:rPr lang="en-US" sz="900" b="1" dirty="0"/>
                        <a:t>weights &amp; biases</a:t>
                      </a:r>
                      <a:r>
                        <a:rPr lang="en-US" sz="900" dirty="0"/>
                        <a:t> for learning</a:t>
                      </a:r>
                      <a:endParaRPr sz="900" dirty="0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/>
                        <a:t>Composed of </a:t>
                      </a:r>
                      <a:r>
                        <a:rPr lang="en-US" sz="900" b="1" dirty="0"/>
                        <a:t>biological neurons</a:t>
                      </a:r>
                      <a:endParaRPr lang="en-US" sz="900" dirty="0"/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/>
                        <a:t>Uses </a:t>
                      </a:r>
                      <a:r>
                        <a:rPr lang="en-US" sz="900" b="1" dirty="0"/>
                        <a:t>electrochemical signals</a:t>
                      </a:r>
                      <a:r>
                        <a:rPr lang="en-US" sz="900" dirty="0"/>
                        <a:t> to process information</a:t>
                      </a:r>
                      <a:endParaRPr sz="900" dirty="0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82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b="1" dirty="0">
                          <a:solidFill>
                            <a:schemeClr val="hlink"/>
                          </a:solidFill>
                          <a:uFill>
                            <a:noFill/>
                          </a:u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Learning Mechanism Comparison</a:t>
                      </a:r>
                      <a:endParaRPr sz="1100" b="1" dirty="0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/>
                        <a:t>Learns through </a:t>
                      </a:r>
                      <a:r>
                        <a:rPr lang="en-US" sz="900" b="1" dirty="0"/>
                        <a:t>backpropagation</a:t>
                      </a:r>
                      <a:r>
                        <a:rPr lang="en-US" sz="900" dirty="0"/>
                        <a:t> and </a:t>
                      </a:r>
                      <a:r>
                        <a:rPr lang="en-US" sz="900" b="1" dirty="0"/>
                        <a:t>gradient descent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/>
                        <a:t>Requires </a:t>
                      </a:r>
                      <a:r>
                        <a:rPr lang="en-US" sz="900" b="1" dirty="0"/>
                        <a:t>large datasets</a:t>
                      </a:r>
                      <a:r>
                        <a:rPr lang="en-US" sz="900" dirty="0"/>
                        <a:t> for training</a:t>
                      </a:r>
                      <a:endParaRPr sz="900" dirty="0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/>
                        <a:t>Learns through </a:t>
                      </a:r>
                      <a:r>
                        <a:rPr lang="en-US" sz="900" b="1" dirty="0"/>
                        <a:t>experience, reinforcement, and adaptation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/>
                        <a:t>Can learn </a:t>
                      </a:r>
                      <a:r>
                        <a:rPr lang="en-US" sz="900" b="1" dirty="0"/>
                        <a:t>from a few examples</a:t>
                      </a:r>
                      <a:endParaRPr sz="900" dirty="0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82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b="1" dirty="0">
                          <a:solidFill>
                            <a:schemeClr val="hlink"/>
                          </a:solidFill>
                          <a:uFill>
                            <a:noFill/>
                          </a:u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Processing Speed &amp; Efficiency</a:t>
                      </a:r>
                      <a:endParaRPr sz="1100" b="1" dirty="0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/>
                        <a:t>Processes data </a:t>
                      </a:r>
                      <a:r>
                        <a:rPr lang="en-US" sz="900" b="1" dirty="0"/>
                        <a:t>much faster</a:t>
                      </a:r>
                      <a:r>
                        <a:rPr lang="en-US" sz="900" dirty="0"/>
                        <a:t> (milliseconds)</a:t>
                      </a:r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/>
                        <a:t>Uses </a:t>
                      </a:r>
                      <a:r>
                        <a:rPr lang="en-US" sz="900" b="1" dirty="0"/>
                        <a:t>parallel processing</a:t>
                      </a:r>
                      <a:r>
                        <a:rPr lang="en-US" sz="900" dirty="0"/>
                        <a:t> in GPUs</a:t>
                      </a:r>
                      <a:endParaRPr sz="900" dirty="0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/>
                        <a:t>Slower (reaction time: </a:t>
                      </a:r>
                      <a:r>
                        <a:rPr lang="en-US" sz="900" b="1" dirty="0"/>
                        <a:t>200-500ms</a:t>
                      </a:r>
                      <a:r>
                        <a:rPr lang="en-US" sz="900" dirty="0"/>
                        <a:t>)</a:t>
                      </a:r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/>
                        <a:t>More energy-efficient</a:t>
                      </a:r>
                      <a:endParaRPr sz="900" dirty="0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82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b="1" dirty="0">
                          <a:solidFill>
                            <a:schemeClr val="hlink"/>
                          </a:solidFill>
                          <a:uFill>
                            <a:noFill/>
                          </a:u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Adaptability &amp; Creativity</a:t>
                      </a:r>
                      <a:endParaRPr sz="1100" b="1" dirty="0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/>
                        <a:t>Excels at </a:t>
                      </a:r>
                      <a:r>
                        <a:rPr lang="en-US" sz="900" b="1" dirty="0"/>
                        <a:t>pattern recognition</a:t>
                      </a:r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/>
                        <a:t>Struggles with </a:t>
                      </a:r>
                      <a:r>
                        <a:rPr lang="en-US" sz="900" b="1" dirty="0"/>
                        <a:t>true creativity &amp; abstraction</a:t>
                      </a:r>
                      <a:endParaRPr sz="900" dirty="0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900" b="1" dirty="0"/>
                        <a:t>Adapts to new environments quickly</a:t>
                      </a:r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/>
                        <a:t>Generates </a:t>
                      </a:r>
                      <a:r>
                        <a:rPr lang="en-US" sz="900" b="1" dirty="0"/>
                        <a:t>new ideas &amp; emotions</a:t>
                      </a:r>
                      <a:endParaRPr sz="900" dirty="0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82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b="1" dirty="0">
                          <a:solidFill>
                            <a:schemeClr val="hlink"/>
                          </a:solidFill>
                          <a:uFill>
                            <a:noFill/>
                          </a:u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Memory &amp; Storage</a:t>
                      </a:r>
                      <a:endParaRPr sz="1100" b="1" dirty="0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/>
                        <a:t>Stores data </a:t>
                      </a:r>
                      <a:r>
                        <a:rPr lang="en-US" sz="900" b="1" dirty="0"/>
                        <a:t>exactly</a:t>
                      </a:r>
                      <a:r>
                        <a:rPr lang="en-US" sz="900" dirty="0"/>
                        <a:t> as it was trained</a:t>
                      </a:r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900" b="1" dirty="0"/>
                        <a:t>Forgetfulness happens with catastrophic overwriting</a:t>
                      </a:r>
                      <a:endParaRPr sz="900" dirty="0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/>
                        <a:t>Memory is </a:t>
                      </a:r>
                      <a:r>
                        <a:rPr lang="en-US" sz="900" b="1" dirty="0"/>
                        <a:t>associative, flexible, and reconstructive</a:t>
                      </a:r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/>
                        <a:t>Can retrieve memories based on </a:t>
                      </a:r>
                      <a:r>
                        <a:rPr lang="en-US" sz="900" b="1" dirty="0"/>
                        <a:t>context and emotions</a:t>
                      </a:r>
                      <a:endParaRPr sz="900" dirty="0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10" name="Google Shape;810;p37"/>
          <p:cNvSpPr txBox="1">
            <a:spLocks noGrp="1"/>
          </p:cNvSpPr>
          <p:nvPr>
            <p:ph type="title"/>
          </p:nvPr>
        </p:nvSpPr>
        <p:spPr>
          <a:xfrm>
            <a:off x="704409" y="73267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dirty="0"/>
              <a:t>- Key Comparison -</a:t>
            </a:r>
            <a:endParaRPr sz="3200" dirty="0">
              <a:solidFill>
                <a:schemeClr val="dk1"/>
              </a:solidFill>
            </a:endParaRPr>
          </a:p>
        </p:txBody>
      </p:sp>
      <p:sp>
        <p:nvSpPr>
          <p:cNvPr id="812" name="Google Shape;812;p37"/>
          <p:cNvSpPr/>
          <p:nvPr/>
        </p:nvSpPr>
        <p:spPr>
          <a:xfrm rot="-7588906">
            <a:off x="5793437" y="4827861"/>
            <a:ext cx="112810" cy="112828"/>
          </a:xfrm>
          <a:custGeom>
            <a:avLst/>
            <a:gdLst/>
            <a:ahLst/>
            <a:cxnLst/>
            <a:rect l="l" t="t" r="r" b="b"/>
            <a:pathLst>
              <a:path w="6138" h="6139" extrusionOk="0">
                <a:moveTo>
                  <a:pt x="3069" y="0"/>
                </a:moveTo>
                <a:cubicBezTo>
                  <a:pt x="2625" y="513"/>
                  <a:pt x="2402" y="1024"/>
                  <a:pt x="2235" y="1535"/>
                </a:cubicBezTo>
                <a:cubicBezTo>
                  <a:pt x="2177" y="1722"/>
                  <a:pt x="2134" y="1909"/>
                  <a:pt x="2099" y="2097"/>
                </a:cubicBezTo>
                <a:cubicBezTo>
                  <a:pt x="1912" y="2131"/>
                  <a:pt x="1723" y="2173"/>
                  <a:pt x="1536" y="2233"/>
                </a:cubicBezTo>
                <a:cubicBezTo>
                  <a:pt x="1023" y="2398"/>
                  <a:pt x="512" y="2623"/>
                  <a:pt x="1" y="3070"/>
                </a:cubicBezTo>
                <a:cubicBezTo>
                  <a:pt x="512" y="3517"/>
                  <a:pt x="1023" y="3740"/>
                  <a:pt x="1536" y="3907"/>
                </a:cubicBezTo>
                <a:cubicBezTo>
                  <a:pt x="1722" y="3966"/>
                  <a:pt x="1909" y="4008"/>
                  <a:pt x="2096" y="4042"/>
                </a:cubicBezTo>
                <a:cubicBezTo>
                  <a:pt x="2132" y="4230"/>
                  <a:pt x="2173" y="4417"/>
                  <a:pt x="2232" y="4604"/>
                </a:cubicBezTo>
                <a:cubicBezTo>
                  <a:pt x="2399" y="5115"/>
                  <a:pt x="2622" y="5627"/>
                  <a:pt x="3069" y="6138"/>
                </a:cubicBezTo>
                <a:cubicBezTo>
                  <a:pt x="3517" y="5627"/>
                  <a:pt x="3741" y="5115"/>
                  <a:pt x="3906" y="4604"/>
                </a:cubicBezTo>
                <a:cubicBezTo>
                  <a:pt x="3966" y="4416"/>
                  <a:pt x="4008" y="4229"/>
                  <a:pt x="4042" y="4040"/>
                </a:cubicBezTo>
                <a:cubicBezTo>
                  <a:pt x="4230" y="4005"/>
                  <a:pt x="4416" y="3963"/>
                  <a:pt x="4604" y="3904"/>
                </a:cubicBezTo>
                <a:cubicBezTo>
                  <a:pt x="5115" y="3737"/>
                  <a:pt x="5626" y="3514"/>
                  <a:pt x="6138" y="3070"/>
                </a:cubicBezTo>
                <a:cubicBezTo>
                  <a:pt x="5626" y="2625"/>
                  <a:pt x="5115" y="2402"/>
                  <a:pt x="4604" y="2235"/>
                </a:cubicBezTo>
                <a:cubicBezTo>
                  <a:pt x="4416" y="2176"/>
                  <a:pt x="4228" y="2133"/>
                  <a:pt x="4040" y="2099"/>
                </a:cubicBezTo>
                <a:cubicBezTo>
                  <a:pt x="4005" y="1910"/>
                  <a:pt x="3963" y="1723"/>
                  <a:pt x="3904" y="1535"/>
                </a:cubicBezTo>
                <a:cubicBezTo>
                  <a:pt x="3738" y="1024"/>
                  <a:pt x="3514" y="513"/>
                  <a:pt x="306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13" name="Google Shape;813;p37"/>
          <p:cNvGrpSpPr/>
          <p:nvPr/>
        </p:nvGrpSpPr>
        <p:grpSpPr>
          <a:xfrm rot="20674015">
            <a:off x="7807013" y="-356758"/>
            <a:ext cx="1678205" cy="1390624"/>
            <a:chOff x="7735905" y="-55430"/>
            <a:chExt cx="1678205" cy="1390624"/>
          </a:xfrm>
        </p:grpSpPr>
        <p:sp>
          <p:nvSpPr>
            <p:cNvPr id="814" name="Google Shape;814;p37"/>
            <p:cNvSpPr/>
            <p:nvPr/>
          </p:nvSpPr>
          <p:spPr>
            <a:xfrm rot="-900044">
              <a:off x="7846904" y="115146"/>
              <a:ext cx="1456206" cy="1049472"/>
            </a:xfrm>
            <a:custGeom>
              <a:avLst/>
              <a:gdLst/>
              <a:ahLst/>
              <a:cxnLst/>
              <a:rect l="l" t="t" r="r" b="b"/>
              <a:pathLst>
                <a:path w="5607" h="4041" extrusionOk="0">
                  <a:moveTo>
                    <a:pt x="2065" y="1"/>
                  </a:moveTo>
                  <a:cubicBezTo>
                    <a:pt x="1725" y="1"/>
                    <a:pt x="1390" y="87"/>
                    <a:pt x="1093" y="249"/>
                  </a:cubicBezTo>
                  <a:cubicBezTo>
                    <a:pt x="1053" y="271"/>
                    <a:pt x="1039" y="321"/>
                    <a:pt x="1061" y="361"/>
                  </a:cubicBezTo>
                  <a:cubicBezTo>
                    <a:pt x="1061" y="361"/>
                    <a:pt x="1062" y="362"/>
                    <a:pt x="1062" y="362"/>
                  </a:cubicBezTo>
                  <a:cubicBezTo>
                    <a:pt x="1008" y="395"/>
                    <a:pt x="957" y="429"/>
                    <a:pt x="908" y="466"/>
                  </a:cubicBezTo>
                  <a:cubicBezTo>
                    <a:pt x="907" y="466"/>
                    <a:pt x="907" y="466"/>
                    <a:pt x="907" y="465"/>
                  </a:cubicBezTo>
                  <a:cubicBezTo>
                    <a:pt x="890" y="445"/>
                    <a:pt x="867" y="434"/>
                    <a:pt x="843" y="434"/>
                  </a:cubicBezTo>
                  <a:cubicBezTo>
                    <a:pt x="824" y="434"/>
                    <a:pt x="806" y="441"/>
                    <a:pt x="790" y="453"/>
                  </a:cubicBezTo>
                  <a:cubicBezTo>
                    <a:pt x="498" y="691"/>
                    <a:pt x="279" y="1003"/>
                    <a:pt x="157" y="1357"/>
                  </a:cubicBezTo>
                  <a:cubicBezTo>
                    <a:pt x="59" y="1529"/>
                    <a:pt x="0" y="1761"/>
                    <a:pt x="0" y="2021"/>
                  </a:cubicBezTo>
                  <a:cubicBezTo>
                    <a:pt x="0" y="2279"/>
                    <a:pt x="59" y="2511"/>
                    <a:pt x="157" y="2683"/>
                  </a:cubicBezTo>
                  <a:cubicBezTo>
                    <a:pt x="438" y="3496"/>
                    <a:pt x="1204" y="4040"/>
                    <a:pt x="2065" y="4040"/>
                  </a:cubicBezTo>
                  <a:cubicBezTo>
                    <a:pt x="2463" y="4040"/>
                    <a:pt x="2849" y="3924"/>
                    <a:pt x="3180" y="3705"/>
                  </a:cubicBezTo>
                  <a:cubicBezTo>
                    <a:pt x="3219" y="3680"/>
                    <a:pt x="3228" y="3629"/>
                    <a:pt x="3203" y="3591"/>
                  </a:cubicBezTo>
                  <a:lnTo>
                    <a:pt x="3202" y="3590"/>
                  </a:lnTo>
                  <a:cubicBezTo>
                    <a:pt x="3253" y="3552"/>
                    <a:pt x="3303" y="3513"/>
                    <a:pt x="3349" y="3471"/>
                  </a:cubicBezTo>
                  <a:cubicBezTo>
                    <a:pt x="3350" y="3472"/>
                    <a:pt x="3350" y="3472"/>
                    <a:pt x="3350" y="3474"/>
                  </a:cubicBezTo>
                  <a:cubicBezTo>
                    <a:pt x="3366" y="3490"/>
                    <a:pt x="3387" y="3499"/>
                    <a:pt x="3409" y="3499"/>
                  </a:cubicBezTo>
                  <a:cubicBezTo>
                    <a:pt x="3430" y="3499"/>
                    <a:pt x="3450" y="3491"/>
                    <a:pt x="3466" y="3476"/>
                  </a:cubicBezTo>
                  <a:cubicBezTo>
                    <a:pt x="3505" y="3439"/>
                    <a:pt x="3541" y="3400"/>
                    <a:pt x="3576" y="3361"/>
                  </a:cubicBezTo>
                  <a:cubicBezTo>
                    <a:pt x="3590" y="3363"/>
                    <a:pt x="3604" y="3364"/>
                    <a:pt x="3617" y="3364"/>
                  </a:cubicBezTo>
                  <a:cubicBezTo>
                    <a:pt x="4037" y="3364"/>
                    <a:pt x="4076" y="2611"/>
                    <a:pt x="4861" y="2611"/>
                  </a:cubicBezTo>
                  <a:cubicBezTo>
                    <a:pt x="5311" y="2611"/>
                    <a:pt x="5463" y="2697"/>
                    <a:pt x="5475" y="2705"/>
                  </a:cubicBezTo>
                  <a:cubicBezTo>
                    <a:pt x="5490" y="2716"/>
                    <a:pt x="5507" y="2722"/>
                    <a:pt x="5525" y="2722"/>
                  </a:cubicBezTo>
                  <a:cubicBezTo>
                    <a:pt x="5537" y="2722"/>
                    <a:pt x="5549" y="2720"/>
                    <a:pt x="5560" y="2714"/>
                  </a:cubicBezTo>
                  <a:cubicBezTo>
                    <a:pt x="5589" y="2700"/>
                    <a:pt x="5606" y="2670"/>
                    <a:pt x="5606" y="2639"/>
                  </a:cubicBezTo>
                  <a:lnTo>
                    <a:pt x="5606" y="2021"/>
                  </a:lnTo>
                  <a:cubicBezTo>
                    <a:pt x="5606" y="1975"/>
                    <a:pt x="5570" y="1939"/>
                    <a:pt x="5523" y="1939"/>
                  </a:cubicBezTo>
                  <a:lnTo>
                    <a:pt x="5523" y="1752"/>
                  </a:lnTo>
                  <a:cubicBezTo>
                    <a:pt x="5568" y="1752"/>
                    <a:pt x="5606" y="1716"/>
                    <a:pt x="5606" y="1670"/>
                  </a:cubicBezTo>
                  <a:lnTo>
                    <a:pt x="5606" y="1402"/>
                  </a:lnTo>
                  <a:cubicBezTo>
                    <a:pt x="5606" y="1371"/>
                    <a:pt x="5589" y="1341"/>
                    <a:pt x="5560" y="1327"/>
                  </a:cubicBezTo>
                  <a:cubicBezTo>
                    <a:pt x="5548" y="1322"/>
                    <a:pt x="5536" y="1319"/>
                    <a:pt x="5524" y="1319"/>
                  </a:cubicBezTo>
                  <a:cubicBezTo>
                    <a:pt x="5507" y="1319"/>
                    <a:pt x="5490" y="1325"/>
                    <a:pt x="5475" y="1336"/>
                  </a:cubicBezTo>
                  <a:cubicBezTo>
                    <a:pt x="5463" y="1344"/>
                    <a:pt x="5312" y="1430"/>
                    <a:pt x="4861" y="1430"/>
                  </a:cubicBezTo>
                  <a:cubicBezTo>
                    <a:pt x="4078" y="1430"/>
                    <a:pt x="4034" y="677"/>
                    <a:pt x="3618" y="677"/>
                  </a:cubicBezTo>
                  <a:cubicBezTo>
                    <a:pt x="3604" y="677"/>
                    <a:pt x="3590" y="678"/>
                    <a:pt x="3575" y="680"/>
                  </a:cubicBezTo>
                  <a:cubicBezTo>
                    <a:pt x="3204" y="264"/>
                    <a:pt x="2665" y="1"/>
                    <a:pt x="2065" y="1"/>
                  </a:cubicBezTo>
                  <a:close/>
                </a:path>
              </a:pathLst>
            </a:custGeom>
            <a:solidFill>
              <a:schemeClr val="accent2"/>
            </a:solidFill>
            <a:ln w="1143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76200" dir="1800000" algn="bl" rotWithShape="0">
                <a:schemeClr val="lt2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37"/>
            <p:cNvSpPr/>
            <p:nvPr/>
          </p:nvSpPr>
          <p:spPr>
            <a:xfrm rot="-900044">
              <a:off x="8731560" y="198885"/>
              <a:ext cx="535007" cy="654719"/>
            </a:xfrm>
            <a:custGeom>
              <a:avLst/>
              <a:gdLst/>
              <a:ahLst/>
              <a:cxnLst/>
              <a:rect l="l" t="t" r="r" b="b"/>
              <a:pathLst>
                <a:path w="2060" h="2521" extrusionOk="0">
                  <a:moveTo>
                    <a:pt x="146" y="0"/>
                  </a:moveTo>
                  <a:cubicBezTo>
                    <a:pt x="56" y="0"/>
                    <a:pt x="1" y="52"/>
                    <a:pt x="1" y="52"/>
                  </a:cubicBezTo>
                  <a:lnTo>
                    <a:pt x="1" y="2469"/>
                  </a:lnTo>
                  <a:cubicBezTo>
                    <a:pt x="1" y="2469"/>
                    <a:pt x="56" y="2521"/>
                    <a:pt x="146" y="2521"/>
                  </a:cubicBezTo>
                  <a:cubicBezTo>
                    <a:pt x="222" y="2521"/>
                    <a:pt x="322" y="2484"/>
                    <a:pt x="434" y="2347"/>
                  </a:cubicBezTo>
                  <a:cubicBezTo>
                    <a:pt x="676" y="2049"/>
                    <a:pt x="882" y="1770"/>
                    <a:pt x="1397" y="1770"/>
                  </a:cubicBezTo>
                  <a:cubicBezTo>
                    <a:pt x="1913" y="1770"/>
                    <a:pt x="2059" y="1879"/>
                    <a:pt x="2059" y="1879"/>
                  </a:cubicBezTo>
                  <a:lnTo>
                    <a:pt x="2059" y="643"/>
                  </a:lnTo>
                  <a:cubicBezTo>
                    <a:pt x="2059" y="643"/>
                    <a:pt x="1913" y="751"/>
                    <a:pt x="1397" y="751"/>
                  </a:cubicBezTo>
                  <a:cubicBezTo>
                    <a:pt x="882" y="751"/>
                    <a:pt x="676" y="473"/>
                    <a:pt x="434" y="174"/>
                  </a:cubicBezTo>
                  <a:cubicBezTo>
                    <a:pt x="322" y="37"/>
                    <a:pt x="222" y="0"/>
                    <a:pt x="14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37"/>
            <p:cNvSpPr/>
            <p:nvPr/>
          </p:nvSpPr>
          <p:spPr>
            <a:xfrm rot="-900044">
              <a:off x="7886422" y="186085"/>
              <a:ext cx="1006644" cy="1006880"/>
            </a:xfrm>
            <a:custGeom>
              <a:avLst/>
              <a:gdLst/>
              <a:ahLst/>
              <a:cxnLst/>
              <a:rect l="l" t="t" r="r" b="b"/>
              <a:pathLst>
                <a:path w="3876" h="3877" extrusionOk="0">
                  <a:moveTo>
                    <a:pt x="1938" y="0"/>
                  </a:moveTo>
                  <a:cubicBezTo>
                    <a:pt x="868" y="0"/>
                    <a:pt x="0" y="868"/>
                    <a:pt x="0" y="1939"/>
                  </a:cubicBezTo>
                  <a:cubicBezTo>
                    <a:pt x="0" y="3009"/>
                    <a:pt x="868" y="3877"/>
                    <a:pt x="1938" y="3877"/>
                  </a:cubicBezTo>
                  <a:cubicBezTo>
                    <a:pt x="3008" y="3877"/>
                    <a:pt x="3875" y="3009"/>
                    <a:pt x="3875" y="1939"/>
                  </a:cubicBezTo>
                  <a:cubicBezTo>
                    <a:pt x="3875" y="868"/>
                    <a:pt x="3008" y="0"/>
                    <a:pt x="19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37"/>
            <p:cNvSpPr/>
            <p:nvPr/>
          </p:nvSpPr>
          <p:spPr>
            <a:xfrm rot="-900044">
              <a:off x="7887841" y="559622"/>
              <a:ext cx="260751" cy="458900"/>
            </a:xfrm>
            <a:custGeom>
              <a:avLst/>
              <a:gdLst/>
              <a:ahLst/>
              <a:cxnLst/>
              <a:rect l="l" t="t" r="r" b="b"/>
              <a:pathLst>
                <a:path w="1004" h="1767" extrusionOk="0">
                  <a:moveTo>
                    <a:pt x="502" y="0"/>
                  </a:moveTo>
                  <a:cubicBezTo>
                    <a:pt x="225" y="0"/>
                    <a:pt x="0" y="396"/>
                    <a:pt x="0" y="884"/>
                  </a:cubicBezTo>
                  <a:cubicBezTo>
                    <a:pt x="0" y="1371"/>
                    <a:pt x="225" y="1767"/>
                    <a:pt x="502" y="1767"/>
                  </a:cubicBezTo>
                  <a:cubicBezTo>
                    <a:pt x="780" y="1767"/>
                    <a:pt x="1004" y="1371"/>
                    <a:pt x="1004" y="884"/>
                  </a:cubicBezTo>
                  <a:cubicBezTo>
                    <a:pt x="1004" y="396"/>
                    <a:pt x="780" y="0"/>
                    <a:pt x="50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37"/>
            <p:cNvSpPr/>
            <p:nvPr/>
          </p:nvSpPr>
          <p:spPr>
            <a:xfrm rot="-900044">
              <a:off x="7928890" y="690999"/>
              <a:ext cx="120766" cy="211920"/>
            </a:xfrm>
            <a:custGeom>
              <a:avLst/>
              <a:gdLst/>
              <a:ahLst/>
              <a:cxnLst/>
              <a:rect l="l" t="t" r="r" b="b"/>
              <a:pathLst>
                <a:path w="465" h="816" extrusionOk="0">
                  <a:moveTo>
                    <a:pt x="233" y="0"/>
                  </a:moveTo>
                  <a:cubicBezTo>
                    <a:pt x="104" y="0"/>
                    <a:pt x="0" y="182"/>
                    <a:pt x="0" y="408"/>
                  </a:cubicBezTo>
                  <a:cubicBezTo>
                    <a:pt x="0" y="633"/>
                    <a:pt x="104" y="815"/>
                    <a:pt x="233" y="815"/>
                  </a:cubicBezTo>
                  <a:cubicBezTo>
                    <a:pt x="361" y="815"/>
                    <a:pt x="464" y="633"/>
                    <a:pt x="464" y="408"/>
                  </a:cubicBezTo>
                  <a:cubicBezTo>
                    <a:pt x="464" y="182"/>
                    <a:pt x="361" y="0"/>
                    <a:pt x="2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37"/>
            <p:cNvSpPr/>
            <p:nvPr/>
          </p:nvSpPr>
          <p:spPr>
            <a:xfrm rot="-900044">
              <a:off x="8093635" y="82662"/>
              <a:ext cx="1186625" cy="908451"/>
            </a:xfrm>
            <a:custGeom>
              <a:avLst/>
              <a:gdLst/>
              <a:ahLst/>
              <a:cxnLst/>
              <a:rect l="l" t="t" r="r" b="b"/>
              <a:pathLst>
                <a:path w="4569" h="3498" extrusionOk="0">
                  <a:moveTo>
                    <a:pt x="1027" y="1"/>
                  </a:moveTo>
                  <a:cubicBezTo>
                    <a:pt x="687" y="1"/>
                    <a:pt x="352" y="87"/>
                    <a:pt x="55" y="249"/>
                  </a:cubicBezTo>
                  <a:cubicBezTo>
                    <a:pt x="15" y="271"/>
                    <a:pt x="1" y="321"/>
                    <a:pt x="23" y="361"/>
                  </a:cubicBezTo>
                  <a:cubicBezTo>
                    <a:pt x="38" y="388"/>
                    <a:pt x="66" y="403"/>
                    <a:pt x="95" y="403"/>
                  </a:cubicBezTo>
                  <a:cubicBezTo>
                    <a:pt x="109" y="403"/>
                    <a:pt x="122" y="400"/>
                    <a:pt x="135" y="394"/>
                  </a:cubicBezTo>
                  <a:cubicBezTo>
                    <a:pt x="406" y="244"/>
                    <a:pt x="715" y="165"/>
                    <a:pt x="1027" y="165"/>
                  </a:cubicBezTo>
                  <a:cubicBezTo>
                    <a:pt x="1825" y="165"/>
                    <a:pt x="2507" y="670"/>
                    <a:pt x="2768" y="1378"/>
                  </a:cubicBezTo>
                  <a:cubicBezTo>
                    <a:pt x="2630" y="1288"/>
                    <a:pt x="2547" y="1276"/>
                    <a:pt x="2504" y="1230"/>
                  </a:cubicBezTo>
                  <a:cubicBezTo>
                    <a:pt x="2470" y="1193"/>
                    <a:pt x="2415" y="1051"/>
                    <a:pt x="2320" y="950"/>
                  </a:cubicBezTo>
                  <a:cubicBezTo>
                    <a:pt x="2189" y="812"/>
                    <a:pt x="2009" y="758"/>
                    <a:pt x="1839" y="710"/>
                  </a:cubicBezTo>
                  <a:cubicBezTo>
                    <a:pt x="1811" y="702"/>
                    <a:pt x="1784" y="694"/>
                    <a:pt x="1756" y="686"/>
                  </a:cubicBezTo>
                  <a:cubicBezTo>
                    <a:pt x="1710" y="671"/>
                    <a:pt x="1706" y="668"/>
                    <a:pt x="1675" y="637"/>
                  </a:cubicBezTo>
                  <a:cubicBezTo>
                    <a:pt x="1650" y="613"/>
                    <a:pt x="1619" y="582"/>
                    <a:pt x="1574" y="566"/>
                  </a:cubicBezTo>
                  <a:cubicBezTo>
                    <a:pt x="1565" y="563"/>
                    <a:pt x="1556" y="562"/>
                    <a:pt x="1547" y="562"/>
                  </a:cubicBezTo>
                  <a:cubicBezTo>
                    <a:pt x="1513" y="562"/>
                    <a:pt x="1482" y="583"/>
                    <a:pt x="1469" y="617"/>
                  </a:cubicBezTo>
                  <a:cubicBezTo>
                    <a:pt x="1455" y="659"/>
                    <a:pt x="1477" y="706"/>
                    <a:pt x="1520" y="721"/>
                  </a:cubicBezTo>
                  <a:cubicBezTo>
                    <a:pt x="1530" y="725"/>
                    <a:pt x="1544" y="739"/>
                    <a:pt x="1559" y="754"/>
                  </a:cubicBezTo>
                  <a:cubicBezTo>
                    <a:pt x="1629" y="822"/>
                    <a:pt x="1652" y="827"/>
                    <a:pt x="1794" y="867"/>
                  </a:cubicBezTo>
                  <a:cubicBezTo>
                    <a:pt x="1860" y="886"/>
                    <a:pt x="1923" y="904"/>
                    <a:pt x="1984" y="928"/>
                  </a:cubicBezTo>
                  <a:cubicBezTo>
                    <a:pt x="2079" y="965"/>
                    <a:pt x="2149" y="1009"/>
                    <a:pt x="2201" y="1063"/>
                  </a:cubicBezTo>
                  <a:cubicBezTo>
                    <a:pt x="2282" y="1150"/>
                    <a:pt x="2326" y="1279"/>
                    <a:pt x="2384" y="1342"/>
                  </a:cubicBezTo>
                  <a:cubicBezTo>
                    <a:pt x="2486" y="1451"/>
                    <a:pt x="2694" y="1460"/>
                    <a:pt x="2850" y="1675"/>
                  </a:cubicBezTo>
                  <a:cubicBezTo>
                    <a:pt x="2855" y="1700"/>
                    <a:pt x="2860" y="1725"/>
                    <a:pt x="2864" y="1751"/>
                  </a:cubicBezTo>
                  <a:cubicBezTo>
                    <a:pt x="2729" y="1687"/>
                    <a:pt x="2526" y="1595"/>
                    <a:pt x="2424" y="1568"/>
                  </a:cubicBezTo>
                  <a:cubicBezTo>
                    <a:pt x="2379" y="1556"/>
                    <a:pt x="2331" y="1509"/>
                    <a:pt x="2279" y="1459"/>
                  </a:cubicBezTo>
                  <a:cubicBezTo>
                    <a:pt x="2200" y="1381"/>
                    <a:pt x="2101" y="1285"/>
                    <a:pt x="1958" y="1273"/>
                  </a:cubicBezTo>
                  <a:cubicBezTo>
                    <a:pt x="1767" y="1257"/>
                    <a:pt x="1462" y="1164"/>
                    <a:pt x="1459" y="1163"/>
                  </a:cubicBezTo>
                  <a:cubicBezTo>
                    <a:pt x="1451" y="1160"/>
                    <a:pt x="1443" y="1159"/>
                    <a:pt x="1434" y="1159"/>
                  </a:cubicBezTo>
                  <a:cubicBezTo>
                    <a:pt x="1400" y="1159"/>
                    <a:pt x="1367" y="1181"/>
                    <a:pt x="1356" y="1217"/>
                  </a:cubicBezTo>
                  <a:cubicBezTo>
                    <a:pt x="1343" y="1260"/>
                    <a:pt x="1368" y="1306"/>
                    <a:pt x="1411" y="1320"/>
                  </a:cubicBezTo>
                  <a:cubicBezTo>
                    <a:pt x="1423" y="1324"/>
                    <a:pt x="1735" y="1419"/>
                    <a:pt x="1944" y="1437"/>
                  </a:cubicBezTo>
                  <a:cubicBezTo>
                    <a:pt x="2029" y="1443"/>
                    <a:pt x="2095" y="1508"/>
                    <a:pt x="2165" y="1576"/>
                  </a:cubicBezTo>
                  <a:cubicBezTo>
                    <a:pt x="2229" y="1639"/>
                    <a:pt x="2295" y="1703"/>
                    <a:pt x="2382" y="1727"/>
                  </a:cubicBezTo>
                  <a:cubicBezTo>
                    <a:pt x="2487" y="1754"/>
                    <a:pt x="2747" y="1877"/>
                    <a:pt x="2882" y="1942"/>
                  </a:cubicBezTo>
                  <a:cubicBezTo>
                    <a:pt x="2882" y="1948"/>
                    <a:pt x="2882" y="1953"/>
                    <a:pt x="2882" y="1960"/>
                  </a:cubicBezTo>
                  <a:cubicBezTo>
                    <a:pt x="2802" y="1974"/>
                    <a:pt x="2669" y="2003"/>
                    <a:pt x="2574" y="2054"/>
                  </a:cubicBezTo>
                  <a:cubicBezTo>
                    <a:pt x="2446" y="2122"/>
                    <a:pt x="2283" y="2201"/>
                    <a:pt x="2158" y="2203"/>
                  </a:cubicBezTo>
                  <a:cubicBezTo>
                    <a:pt x="1990" y="2205"/>
                    <a:pt x="1894" y="2287"/>
                    <a:pt x="1741" y="2335"/>
                  </a:cubicBezTo>
                  <a:cubicBezTo>
                    <a:pt x="1638" y="2366"/>
                    <a:pt x="1545" y="2368"/>
                    <a:pt x="1500" y="2368"/>
                  </a:cubicBezTo>
                  <a:cubicBezTo>
                    <a:pt x="1469" y="2369"/>
                    <a:pt x="1426" y="2370"/>
                    <a:pt x="1402" y="2414"/>
                  </a:cubicBezTo>
                  <a:cubicBezTo>
                    <a:pt x="1389" y="2441"/>
                    <a:pt x="1391" y="2474"/>
                    <a:pt x="1408" y="2498"/>
                  </a:cubicBezTo>
                  <a:cubicBezTo>
                    <a:pt x="1428" y="2529"/>
                    <a:pt x="1457" y="2535"/>
                    <a:pt x="1477" y="2535"/>
                  </a:cubicBezTo>
                  <a:cubicBezTo>
                    <a:pt x="1490" y="2535"/>
                    <a:pt x="1499" y="2533"/>
                    <a:pt x="1503" y="2533"/>
                  </a:cubicBezTo>
                  <a:cubicBezTo>
                    <a:pt x="1551" y="2532"/>
                    <a:pt x="1664" y="2531"/>
                    <a:pt x="1790" y="2491"/>
                  </a:cubicBezTo>
                  <a:cubicBezTo>
                    <a:pt x="1951" y="2441"/>
                    <a:pt x="2035" y="2368"/>
                    <a:pt x="2161" y="2367"/>
                  </a:cubicBezTo>
                  <a:cubicBezTo>
                    <a:pt x="2320" y="2364"/>
                    <a:pt x="2498" y="2280"/>
                    <a:pt x="2651" y="2199"/>
                  </a:cubicBezTo>
                  <a:cubicBezTo>
                    <a:pt x="2716" y="2164"/>
                    <a:pt x="2810" y="2141"/>
                    <a:pt x="2879" y="2127"/>
                  </a:cubicBezTo>
                  <a:lnTo>
                    <a:pt x="2879" y="2127"/>
                  </a:lnTo>
                  <a:cubicBezTo>
                    <a:pt x="2878" y="2149"/>
                    <a:pt x="2877" y="2170"/>
                    <a:pt x="2875" y="2192"/>
                  </a:cubicBezTo>
                  <a:cubicBezTo>
                    <a:pt x="2833" y="2264"/>
                    <a:pt x="2807" y="2305"/>
                    <a:pt x="2749" y="2356"/>
                  </a:cubicBezTo>
                  <a:cubicBezTo>
                    <a:pt x="2687" y="2410"/>
                    <a:pt x="2603" y="2444"/>
                    <a:pt x="2520" y="2489"/>
                  </a:cubicBezTo>
                  <a:cubicBezTo>
                    <a:pt x="2369" y="2571"/>
                    <a:pt x="2274" y="2654"/>
                    <a:pt x="2206" y="2715"/>
                  </a:cubicBezTo>
                  <a:cubicBezTo>
                    <a:pt x="2106" y="2802"/>
                    <a:pt x="2082" y="2823"/>
                    <a:pt x="1883" y="2871"/>
                  </a:cubicBezTo>
                  <a:cubicBezTo>
                    <a:pt x="1833" y="2884"/>
                    <a:pt x="1782" y="2896"/>
                    <a:pt x="1730" y="2914"/>
                  </a:cubicBezTo>
                  <a:cubicBezTo>
                    <a:pt x="1655" y="2940"/>
                    <a:pt x="1629" y="2984"/>
                    <a:pt x="1610" y="3017"/>
                  </a:cubicBezTo>
                  <a:cubicBezTo>
                    <a:pt x="1596" y="3041"/>
                    <a:pt x="1586" y="3058"/>
                    <a:pt x="1542" y="3081"/>
                  </a:cubicBezTo>
                  <a:cubicBezTo>
                    <a:pt x="1502" y="3101"/>
                    <a:pt x="1485" y="3151"/>
                    <a:pt x="1506" y="3191"/>
                  </a:cubicBezTo>
                  <a:cubicBezTo>
                    <a:pt x="1521" y="3219"/>
                    <a:pt x="1549" y="3236"/>
                    <a:pt x="1579" y="3236"/>
                  </a:cubicBezTo>
                  <a:cubicBezTo>
                    <a:pt x="1592" y="3236"/>
                    <a:pt x="1605" y="3233"/>
                    <a:pt x="1617" y="3226"/>
                  </a:cubicBezTo>
                  <a:cubicBezTo>
                    <a:pt x="1703" y="3182"/>
                    <a:pt x="1732" y="3132"/>
                    <a:pt x="1751" y="3100"/>
                  </a:cubicBezTo>
                  <a:cubicBezTo>
                    <a:pt x="1765" y="3078"/>
                    <a:pt x="1766" y="3075"/>
                    <a:pt x="1785" y="3068"/>
                  </a:cubicBezTo>
                  <a:cubicBezTo>
                    <a:pt x="1828" y="3053"/>
                    <a:pt x="1874" y="3043"/>
                    <a:pt x="1922" y="3030"/>
                  </a:cubicBezTo>
                  <a:cubicBezTo>
                    <a:pt x="2149" y="2976"/>
                    <a:pt x="2195" y="2942"/>
                    <a:pt x="2314" y="2838"/>
                  </a:cubicBezTo>
                  <a:cubicBezTo>
                    <a:pt x="2581" y="2603"/>
                    <a:pt x="2666" y="2620"/>
                    <a:pt x="2819" y="2510"/>
                  </a:cubicBezTo>
                  <a:lnTo>
                    <a:pt x="2819" y="2510"/>
                  </a:lnTo>
                  <a:cubicBezTo>
                    <a:pt x="2731" y="2835"/>
                    <a:pt x="2556" y="3125"/>
                    <a:pt x="2315" y="3356"/>
                  </a:cubicBezTo>
                  <a:cubicBezTo>
                    <a:pt x="2282" y="3388"/>
                    <a:pt x="2281" y="3440"/>
                    <a:pt x="2313" y="3472"/>
                  </a:cubicBezTo>
                  <a:cubicBezTo>
                    <a:pt x="2329" y="3489"/>
                    <a:pt x="2350" y="3498"/>
                    <a:pt x="2372" y="3498"/>
                  </a:cubicBezTo>
                  <a:cubicBezTo>
                    <a:pt x="2393" y="3498"/>
                    <a:pt x="2413" y="3490"/>
                    <a:pt x="2429" y="3475"/>
                  </a:cubicBezTo>
                  <a:cubicBezTo>
                    <a:pt x="2467" y="3438"/>
                    <a:pt x="2503" y="3400"/>
                    <a:pt x="2539" y="3360"/>
                  </a:cubicBezTo>
                  <a:cubicBezTo>
                    <a:pt x="2553" y="3362"/>
                    <a:pt x="2567" y="3363"/>
                    <a:pt x="2580" y="3363"/>
                  </a:cubicBezTo>
                  <a:cubicBezTo>
                    <a:pt x="2999" y="3363"/>
                    <a:pt x="3039" y="2611"/>
                    <a:pt x="3824" y="2611"/>
                  </a:cubicBezTo>
                  <a:cubicBezTo>
                    <a:pt x="4274" y="2611"/>
                    <a:pt x="4426" y="2696"/>
                    <a:pt x="4438" y="2705"/>
                  </a:cubicBezTo>
                  <a:cubicBezTo>
                    <a:pt x="4452" y="2716"/>
                    <a:pt x="4469" y="2722"/>
                    <a:pt x="4486" y="2722"/>
                  </a:cubicBezTo>
                  <a:cubicBezTo>
                    <a:pt x="4499" y="2722"/>
                    <a:pt x="4511" y="2719"/>
                    <a:pt x="4523" y="2713"/>
                  </a:cubicBezTo>
                  <a:cubicBezTo>
                    <a:pt x="4551" y="2699"/>
                    <a:pt x="4568" y="2670"/>
                    <a:pt x="4568" y="2638"/>
                  </a:cubicBezTo>
                  <a:lnTo>
                    <a:pt x="4568" y="2021"/>
                  </a:lnTo>
                  <a:cubicBezTo>
                    <a:pt x="4568" y="1974"/>
                    <a:pt x="4532" y="1938"/>
                    <a:pt x="4486" y="1938"/>
                  </a:cubicBezTo>
                  <a:cubicBezTo>
                    <a:pt x="4441" y="1938"/>
                    <a:pt x="4404" y="1974"/>
                    <a:pt x="4404" y="2021"/>
                  </a:cubicBezTo>
                  <a:lnTo>
                    <a:pt x="4404" y="2514"/>
                  </a:lnTo>
                  <a:cubicBezTo>
                    <a:pt x="4298" y="2481"/>
                    <a:pt x="4117" y="2447"/>
                    <a:pt x="3824" y="2447"/>
                  </a:cubicBezTo>
                  <a:cubicBezTo>
                    <a:pt x="3109" y="2447"/>
                    <a:pt x="2917" y="2981"/>
                    <a:pt x="2707" y="3144"/>
                  </a:cubicBezTo>
                  <a:cubicBezTo>
                    <a:pt x="2929" y="2815"/>
                    <a:pt x="3047" y="2427"/>
                    <a:pt x="3047" y="2019"/>
                  </a:cubicBezTo>
                  <a:cubicBezTo>
                    <a:pt x="3047" y="1617"/>
                    <a:pt x="2929" y="1227"/>
                    <a:pt x="2703" y="893"/>
                  </a:cubicBezTo>
                  <a:lnTo>
                    <a:pt x="2703" y="893"/>
                  </a:lnTo>
                  <a:cubicBezTo>
                    <a:pt x="2916" y="1055"/>
                    <a:pt x="3105" y="1593"/>
                    <a:pt x="3824" y="1593"/>
                  </a:cubicBezTo>
                  <a:cubicBezTo>
                    <a:pt x="4117" y="1593"/>
                    <a:pt x="4298" y="1559"/>
                    <a:pt x="4404" y="1526"/>
                  </a:cubicBezTo>
                  <a:lnTo>
                    <a:pt x="4404" y="1670"/>
                  </a:lnTo>
                  <a:cubicBezTo>
                    <a:pt x="4404" y="1716"/>
                    <a:pt x="4440" y="1752"/>
                    <a:pt x="4485" y="1752"/>
                  </a:cubicBezTo>
                  <a:cubicBezTo>
                    <a:pt x="4530" y="1752"/>
                    <a:pt x="4568" y="1716"/>
                    <a:pt x="4568" y="1670"/>
                  </a:cubicBezTo>
                  <a:lnTo>
                    <a:pt x="4568" y="1402"/>
                  </a:lnTo>
                  <a:cubicBezTo>
                    <a:pt x="4568" y="1371"/>
                    <a:pt x="4551" y="1341"/>
                    <a:pt x="4522" y="1327"/>
                  </a:cubicBezTo>
                  <a:cubicBezTo>
                    <a:pt x="4510" y="1322"/>
                    <a:pt x="4498" y="1319"/>
                    <a:pt x="4486" y="1319"/>
                  </a:cubicBezTo>
                  <a:cubicBezTo>
                    <a:pt x="4469" y="1319"/>
                    <a:pt x="4452" y="1325"/>
                    <a:pt x="4437" y="1336"/>
                  </a:cubicBezTo>
                  <a:cubicBezTo>
                    <a:pt x="4425" y="1344"/>
                    <a:pt x="4274" y="1430"/>
                    <a:pt x="3823" y="1430"/>
                  </a:cubicBezTo>
                  <a:cubicBezTo>
                    <a:pt x="3040" y="1430"/>
                    <a:pt x="2996" y="677"/>
                    <a:pt x="2580" y="677"/>
                  </a:cubicBezTo>
                  <a:cubicBezTo>
                    <a:pt x="2566" y="677"/>
                    <a:pt x="2552" y="678"/>
                    <a:pt x="2537" y="680"/>
                  </a:cubicBezTo>
                  <a:cubicBezTo>
                    <a:pt x="2166" y="264"/>
                    <a:pt x="1627" y="1"/>
                    <a:pt x="10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37"/>
            <p:cNvSpPr/>
            <p:nvPr/>
          </p:nvSpPr>
          <p:spPr>
            <a:xfrm rot="-900044">
              <a:off x="7872012" y="305861"/>
              <a:ext cx="838611" cy="936759"/>
            </a:xfrm>
            <a:custGeom>
              <a:avLst/>
              <a:gdLst/>
              <a:ahLst/>
              <a:cxnLst/>
              <a:rect l="l" t="t" r="r" b="b"/>
              <a:pathLst>
                <a:path w="3229" h="3607" extrusionOk="0">
                  <a:moveTo>
                    <a:pt x="469" y="1261"/>
                  </a:moveTo>
                  <a:cubicBezTo>
                    <a:pt x="499" y="1261"/>
                    <a:pt x="534" y="1290"/>
                    <a:pt x="561" y="1338"/>
                  </a:cubicBezTo>
                  <a:cubicBezTo>
                    <a:pt x="598" y="1402"/>
                    <a:pt x="619" y="1493"/>
                    <a:pt x="619" y="1587"/>
                  </a:cubicBezTo>
                  <a:cubicBezTo>
                    <a:pt x="619" y="1680"/>
                    <a:pt x="598" y="1771"/>
                    <a:pt x="561" y="1835"/>
                  </a:cubicBezTo>
                  <a:cubicBezTo>
                    <a:pt x="534" y="1883"/>
                    <a:pt x="499" y="1912"/>
                    <a:pt x="469" y="1912"/>
                  </a:cubicBezTo>
                  <a:cubicBezTo>
                    <a:pt x="438" y="1912"/>
                    <a:pt x="404" y="1883"/>
                    <a:pt x="376" y="1835"/>
                  </a:cubicBezTo>
                  <a:cubicBezTo>
                    <a:pt x="340" y="1771"/>
                    <a:pt x="319" y="1680"/>
                    <a:pt x="319" y="1587"/>
                  </a:cubicBezTo>
                  <a:cubicBezTo>
                    <a:pt x="319" y="1493"/>
                    <a:pt x="340" y="1402"/>
                    <a:pt x="376" y="1338"/>
                  </a:cubicBezTo>
                  <a:cubicBezTo>
                    <a:pt x="404" y="1290"/>
                    <a:pt x="438" y="1261"/>
                    <a:pt x="469" y="1261"/>
                  </a:cubicBezTo>
                  <a:close/>
                  <a:moveTo>
                    <a:pt x="585" y="786"/>
                  </a:moveTo>
                  <a:cubicBezTo>
                    <a:pt x="812" y="786"/>
                    <a:pt x="1004" y="1153"/>
                    <a:pt x="1004" y="1587"/>
                  </a:cubicBezTo>
                  <a:cubicBezTo>
                    <a:pt x="1004" y="2020"/>
                    <a:pt x="812" y="2387"/>
                    <a:pt x="584" y="2387"/>
                  </a:cubicBezTo>
                  <a:cubicBezTo>
                    <a:pt x="478" y="2387"/>
                    <a:pt x="381" y="2308"/>
                    <a:pt x="305" y="2179"/>
                  </a:cubicBezTo>
                  <a:cubicBezTo>
                    <a:pt x="303" y="2174"/>
                    <a:pt x="301" y="2170"/>
                    <a:pt x="298" y="2166"/>
                  </a:cubicBezTo>
                  <a:cubicBezTo>
                    <a:pt x="239" y="2060"/>
                    <a:pt x="195" y="1922"/>
                    <a:pt x="176" y="1769"/>
                  </a:cubicBezTo>
                  <a:lnTo>
                    <a:pt x="176" y="1769"/>
                  </a:lnTo>
                  <a:cubicBezTo>
                    <a:pt x="222" y="1951"/>
                    <a:pt x="334" y="2077"/>
                    <a:pt x="469" y="2077"/>
                  </a:cubicBezTo>
                  <a:cubicBezTo>
                    <a:pt x="645" y="2077"/>
                    <a:pt x="783" y="1861"/>
                    <a:pt x="783" y="1587"/>
                  </a:cubicBezTo>
                  <a:cubicBezTo>
                    <a:pt x="783" y="1312"/>
                    <a:pt x="645" y="1096"/>
                    <a:pt x="469" y="1096"/>
                  </a:cubicBezTo>
                  <a:cubicBezTo>
                    <a:pt x="334" y="1096"/>
                    <a:pt x="222" y="1223"/>
                    <a:pt x="176" y="1404"/>
                  </a:cubicBezTo>
                  <a:cubicBezTo>
                    <a:pt x="196" y="1250"/>
                    <a:pt x="239" y="1112"/>
                    <a:pt x="299" y="1005"/>
                  </a:cubicBezTo>
                  <a:cubicBezTo>
                    <a:pt x="301" y="1002"/>
                    <a:pt x="303" y="999"/>
                    <a:pt x="305" y="996"/>
                  </a:cubicBezTo>
                  <a:cubicBezTo>
                    <a:pt x="380" y="866"/>
                    <a:pt x="478" y="786"/>
                    <a:pt x="585" y="786"/>
                  </a:cubicBezTo>
                  <a:close/>
                  <a:moveTo>
                    <a:pt x="843" y="0"/>
                  </a:moveTo>
                  <a:cubicBezTo>
                    <a:pt x="824" y="0"/>
                    <a:pt x="806" y="7"/>
                    <a:pt x="790" y="19"/>
                  </a:cubicBezTo>
                  <a:cubicBezTo>
                    <a:pt x="498" y="257"/>
                    <a:pt x="279" y="569"/>
                    <a:pt x="157" y="923"/>
                  </a:cubicBezTo>
                  <a:cubicBezTo>
                    <a:pt x="59" y="1095"/>
                    <a:pt x="0" y="1328"/>
                    <a:pt x="0" y="1587"/>
                  </a:cubicBezTo>
                  <a:cubicBezTo>
                    <a:pt x="0" y="1845"/>
                    <a:pt x="59" y="2077"/>
                    <a:pt x="157" y="2249"/>
                  </a:cubicBezTo>
                  <a:cubicBezTo>
                    <a:pt x="438" y="3062"/>
                    <a:pt x="1204" y="3606"/>
                    <a:pt x="2065" y="3606"/>
                  </a:cubicBezTo>
                  <a:cubicBezTo>
                    <a:pt x="2463" y="3606"/>
                    <a:pt x="2850" y="3490"/>
                    <a:pt x="3181" y="3271"/>
                  </a:cubicBezTo>
                  <a:cubicBezTo>
                    <a:pt x="3219" y="3246"/>
                    <a:pt x="3228" y="3195"/>
                    <a:pt x="3204" y="3157"/>
                  </a:cubicBezTo>
                  <a:cubicBezTo>
                    <a:pt x="3188" y="3133"/>
                    <a:pt x="3162" y="3120"/>
                    <a:pt x="3135" y="3120"/>
                  </a:cubicBezTo>
                  <a:cubicBezTo>
                    <a:pt x="3120" y="3120"/>
                    <a:pt x="3104" y="3125"/>
                    <a:pt x="3090" y="3134"/>
                  </a:cubicBezTo>
                  <a:cubicBezTo>
                    <a:pt x="2786" y="3336"/>
                    <a:pt x="2431" y="3442"/>
                    <a:pt x="2065" y="3442"/>
                  </a:cubicBezTo>
                  <a:cubicBezTo>
                    <a:pt x="1400" y="3442"/>
                    <a:pt x="798" y="3089"/>
                    <a:pt x="468" y="2533"/>
                  </a:cubicBezTo>
                  <a:lnTo>
                    <a:pt x="468" y="2533"/>
                  </a:lnTo>
                  <a:cubicBezTo>
                    <a:pt x="505" y="2545"/>
                    <a:pt x="544" y="2551"/>
                    <a:pt x="584" y="2551"/>
                  </a:cubicBezTo>
                  <a:cubicBezTo>
                    <a:pt x="912" y="2551"/>
                    <a:pt x="1169" y="2127"/>
                    <a:pt x="1169" y="1587"/>
                  </a:cubicBezTo>
                  <a:cubicBezTo>
                    <a:pt x="1169" y="1045"/>
                    <a:pt x="912" y="622"/>
                    <a:pt x="584" y="622"/>
                  </a:cubicBezTo>
                  <a:cubicBezTo>
                    <a:pt x="544" y="622"/>
                    <a:pt x="505" y="628"/>
                    <a:pt x="469" y="639"/>
                  </a:cubicBezTo>
                  <a:cubicBezTo>
                    <a:pt x="580" y="453"/>
                    <a:pt x="723" y="285"/>
                    <a:pt x="894" y="146"/>
                  </a:cubicBezTo>
                  <a:cubicBezTo>
                    <a:pt x="930" y="118"/>
                    <a:pt x="935" y="66"/>
                    <a:pt x="907" y="31"/>
                  </a:cubicBezTo>
                  <a:cubicBezTo>
                    <a:pt x="890" y="11"/>
                    <a:pt x="867" y="0"/>
                    <a:pt x="8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Google Shape;884;p40">
            <a:extLst>
              <a:ext uri="{FF2B5EF4-FFF2-40B4-BE49-F238E27FC236}">
                <a16:creationId xmlns:a16="http://schemas.microsoft.com/office/drawing/2014/main" id="{BE747814-91B9-3666-E41E-F2D49EC3B7A4}"/>
              </a:ext>
            </a:extLst>
          </p:cNvPr>
          <p:cNvSpPr txBox="1">
            <a:spLocks/>
          </p:cNvSpPr>
          <p:nvPr/>
        </p:nvSpPr>
        <p:spPr>
          <a:xfrm rot="1028">
            <a:off x="471575" y="116317"/>
            <a:ext cx="1002900" cy="588000"/>
          </a:xfrm>
          <a:prstGeom prst="rect">
            <a:avLst/>
          </a:prstGeom>
          <a:solidFill>
            <a:schemeClr val="accent2"/>
          </a:solidFill>
          <a:ln w="350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  <a:effectLst>
            <a:outerShdw dist="76200" dir="2100000" algn="bl" rotWithShape="0">
              <a:schemeClr val="l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redoka One"/>
              <a:buNone/>
              <a:defRPr sz="4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Bebas Neue"/>
              <a:buNone/>
              <a:defRPr sz="6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Bebas Neue"/>
              <a:buNone/>
              <a:defRPr sz="6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Bebas Neue"/>
              <a:buNone/>
              <a:defRPr sz="6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Bebas Neue"/>
              <a:buNone/>
              <a:defRPr sz="6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Bebas Neue"/>
              <a:buNone/>
              <a:defRPr sz="6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Bebas Neue"/>
              <a:buNone/>
              <a:defRPr sz="6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Bebas Neue"/>
              <a:buNone/>
              <a:defRPr sz="6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Bebas Neue"/>
              <a:buNone/>
              <a:defRPr sz="6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" dirty="0"/>
              <a:t>02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cover dir="u"/>
      </p:transition>
    </mc:Choice>
    <mc:Fallback xmlns="">
      <p:transition spd="slow">
        <p:cover dir="u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80" name="Google Shape;1680;p60"/>
          <p:cNvGraphicFramePr/>
          <p:nvPr>
            <p:extLst>
              <p:ext uri="{D42A27DB-BD31-4B8C-83A1-F6EECF244321}">
                <p14:modId xmlns:p14="http://schemas.microsoft.com/office/powerpoint/2010/main" val="425091264"/>
              </p:ext>
            </p:extLst>
          </p:nvPr>
        </p:nvGraphicFramePr>
        <p:xfrm>
          <a:off x="614363" y="1084433"/>
          <a:ext cx="7915276" cy="3437511"/>
        </p:xfrm>
        <a:graphic>
          <a:graphicData uri="http://schemas.openxmlformats.org/drawingml/2006/table">
            <a:tbl>
              <a:tblPr>
                <a:noFill/>
                <a:tableStyleId>{1A8D52B6-3642-472F-BED5-292BB1E2B308}</a:tableStyleId>
              </a:tblPr>
              <a:tblGrid>
                <a:gridCol w="1743075">
                  <a:extLst>
                    <a:ext uri="{9D8B030D-6E8A-4147-A177-3AD203B41FA5}">
                      <a16:colId xmlns:a16="http://schemas.microsoft.com/office/drawing/2014/main" val="3710995434"/>
                    </a:ext>
                  </a:extLst>
                </a:gridCol>
                <a:gridCol w="22145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88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8819">
                  <a:extLst>
                    <a:ext uri="{9D8B030D-6E8A-4147-A177-3AD203B41FA5}">
                      <a16:colId xmlns:a16="http://schemas.microsoft.com/office/drawing/2014/main" val="3596364689"/>
                    </a:ext>
                  </a:extLst>
                </a:gridCol>
              </a:tblGrid>
              <a:tr h="465761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chemeClr val="dk1"/>
                        </a:solidFill>
                        <a:latin typeface="Fredoka One"/>
                        <a:ea typeface="Fredoka One"/>
                        <a:cs typeface="Fredoka One"/>
                        <a:sym typeface="Fredoka One"/>
                      </a:endParaRPr>
                    </a:p>
                  </a:txBody>
                  <a:tcPr marL="91425" marR="91425" marT="68575" marB="6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A96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>
                          <a:solidFill>
                            <a:schemeClr val="dk1"/>
                          </a:solidFill>
                          <a:latin typeface="Nunito" pitchFamily="2" charset="0"/>
                          <a:ea typeface="Fredoka One"/>
                          <a:cs typeface="Fredoka One"/>
                          <a:sym typeface="Fredoka One"/>
                        </a:rPr>
                        <a:t>Ai Neural System</a:t>
                      </a:r>
                      <a:endParaRPr sz="1200" b="1" dirty="0">
                        <a:solidFill>
                          <a:schemeClr val="dk1"/>
                        </a:solidFill>
                        <a:latin typeface="Nunito" pitchFamily="2" charset="0"/>
                        <a:ea typeface="Fredoka One"/>
                        <a:cs typeface="Fredoka One"/>
                        <a:sym typeface="Fredoka One"/>
                      </a:endParaRPr>
                    </a:p>
                  </a:txBody>
                  <a:tcPr marL="91425" marR="91425" marT="68575" marB="6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>
                          <a:solidFill>
                            <a:schemeClr val="dk1"/>
                          </a:solidFill>
                          <a:latin typeface="Nunito" pitchFamily="2" charset="0"/>
                          <a:ea typeface="Fredoka One"/>
                          <a:cs typeface="Fredoka One"/>
                          <a:sym typeface="Fredoka One"/>
                        </a:rPr>
                        <a:t>Human Nervous System</a:t>
                      </a:r>
                      <a:endParaRPr sz="1200" b="1" dirty="0">
                        <a:solidFill>
                          <a:schemeClr val="dk1"/>
                        </a:solidFill>
                        <a:latin typeface="Nunito" pitchFamily="2" charset="0"/>
                        <a:ea typeface="Fredoka One"/>
                        <a:cs typeface="Fredoka One"/>
                        <a:sym typeface="Fredoka One"/>
                      </a:endParaRPr>
                    </a:p>
                  </a:txBody>
                  <a:tcPr marL="91425" marR="91425" marT="68575" marB="6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b="1" dirty="0">
                          <a:solidFill>
                            <a:schemeClr val="dk1"/>
                          </a:solidFill>
                          <a:latin typeface="Nunito" pitchFamily="2" charset="0"/>
                          <a:ea typeface="Fredoka One"/>
                          <a:cs typeface="Fredoka One"/>
                          <a:sym typeface="Fredoka One"/>
                        </a:rPr>
                        <a:t>Similarities </a:t>
                      </a:r>
                      <a:endParaRPr sz="1200" b="1" dirty="0">
                        <a:solidFill>
                          <a:schemeClr val="dk1"/>
                        </a:solidFill>
                        <a:latin typeface="Nunito" pitchFamily="2" charset="0"/>
                        <a:ea typeface="Fredoka One"/>
                        <a:cs typeface="Fredoka One"/>
                        <a:sym typeface="Fredoka One"/>
                      </a:endParaRPr>
                    </a:p>
                  </a:txBody>
                  <a:tcPr marL="91425" marR="91425" marT="68575" marB="6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b="1" dirty="0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Learning &amp; Adaptation</a:t>
                      </a:r>
                      <a:endParaRPr sz="1100" b="1" dirty="0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68575" marB="6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A96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Learns by adjusting weights using algorithms 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like gradient descent and backpropagation.</a:t>
                      </a:r>
                      <a:endParaRPr sz="1000" dirty="0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68575" marB="6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 </a:t>
                      </a:r>
                      <a:r>
                        <a:rPr lang="en-US" sz="1000" b="1" dirty="0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Learns through experience 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by strengthening or weakening neural connections.</a:t>
                      </a:r>
                      <a:endParaRPr sz="1000" dirty="0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68575" marB="6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Both improve performance over time 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based on past experiences.</a:t>
                      </a:r>
                      <a:endParaRPr sz="1000" dirty="0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68575" marB="6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b="1" dirty="0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Neuronal Structure</a:t>
                      </a:r>
                      <a:endParaRPr sz="1100" b="1" dirty="0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68575" marB="6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A96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Built using artificial neurons 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(nodes) that mimic biological neurons.</a:t>
                      </a:r>
                      <a:endParaRPr sz="1000" dirty="0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68575" marB="6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Consists of billions of neurons 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connected through synapses.</a:t>
                      </a:r>
                      <a:endParaRPr sz="1000" dirty="0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68575" marB="6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Both systems rely on interconnected neurons 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to process information.</a:t>
                      </a:r>
                      <a:endParaRPr sz="1000" dirty="0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68575" marB="6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b="1" dirty="0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Activation Mechanism</a:t>
                      </a:r>
                      <a:endParaRPr sz="1100" b="1" dirty="0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68575" marB="6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A96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1" dirty="0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Artificial neurons activate based on mathematical activation functions.</a:t>
                      </a:r>
                      <a:endParaRPr sz="1000" b="1" dirty="0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68575" marB="6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Neurons activate when signals exceed a certain threshold.</a:t>
                      </a:r>
                      <a:endParaRPr sz="1000" b="1" dirty="0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68575" marB="6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Both follow a threshold-based activation process.</a:t>
                      </a:r>
                      <a:endParaRPr sz="1000" b="1" dirty="0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68575" marB="6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b="1" dirty="0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Parallel Processing</a:t>
                      </a:r>
                      <a:endParaRPr sz="1100" b="1" dirty="0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68575" marB="6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A96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Uses multiple layers and nodes 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to process information </a:t>
                      </a:r>
                      <a:r>
                        <a:rPr lang="en-US" sz="1000" b="1" dirty="0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in parallel.</a:t>
                      </a:r>
                      <a:endParaRPr sz="1000" b="1" dirty="0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68575" marB="6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Processes multiple signals simultaneously 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through distributed neural networks.</a:t>
                      </a:r>
                      <a:endParaRPr sz="1000" dirty="0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68575" marB="6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Both can handle complex tasks 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efficiently by </a:t>
                      </a:r>
                      <a:r>
                        <a:rPr lang="en-US" sz="1000" b="1" dirty="0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processing multiple data </a:t>
                      </a:r>
                      <a:r>
                        <a:rPr lang="en-US" sz="1000" b="0" dirty="0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points </a:t>
                      </a:r>
                      <a:r>
                        <a:rPr lang="en-US" sz="1000" b="1" dirty="0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at once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.</a:t>
                      </a:r>
                      <a:endParaRPr sz="1000" dirty="0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68575" marB="6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b="1" dirty="0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Generalization and Transfer Learning</a:t>
                      </a:r>
                      <a:endParaRPr sz="1100" b="1" dirty="0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68575" marB="6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A96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Can fine-tune pre-trained models 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to adapt to new tasks.</a:t>
                      </a:r>
                      <a:endParaRPr sz="1000" dirty="0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68575" marB="6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Once a skill is learned, </a:t>
                      </a:r>
                      <a:r>
                        <a:rPr lang="en-US" sz="1000" b="1" dirty="0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it can be transferred to related tasks with minimal effort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.</a:t>
                      </a:r>
                      <a:endParaRPr sz="1000" dirty="0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68575" marB="6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Both can apply previous knowledge to new, related problems.</a:t>
                      </a:r>
                      <a:endParaRPr sz="1000" b="1" dirty="0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68575" marB="6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9188247"/>
                  </a:ext>
                </a:extLst>
              </a:tr>
            </a:tbl>
          </a:graphicData>
        </a:graphic>
      </p:graphicFrame>
      <p:sp>
        <p:nvSpPr>
          <p:cNvPr id="1682" name="Google Shape;1682;p60"/>
          <p:cNvSpPr/>
          <p:nvPr/>
        </p:nvSpPr>
        <p:spPr>
          <a:xfrm rot="511152">
            <a:off x="402648" y="2579483"/>
            <a:ext cx="112803" cy="112821"/>
          </a:xfrm>
          <a:custGeom>
            <a:avLst/>
            <a:gdLst/>
            <a:ahLst/>
            <a:cxnLst/>
            <a:rect l="l" t="t" r="r" b="b"/>
            <a:pathLst>
              <a:path w="6138" h="6139" extrusionOk="0">
                <a:moveTo>
                  <a:pt x="3069" y="0"/>
                </a:moveTo>
                <a:cubicBezTo>
                  <a:pt x="2625" y="513"/>
                  <a:pt x="2402" y="1024"/>
                  <a:pt x="2235" y="1535"/>
                </a:cubicBezTo>
                <a:cubicBezTo>
                  <a:pt x="2177" y="1722"/>
                  <a:pt x="2134" y="1909"/>
                  <a:pt x="2099" y="2097"/>
                </a:cubicBezTo>
                <a:cubicBezTo>
                  <a:pt x="1912" y="2131"/>
                  <a:pt x="1723" y="2173"/>
                  <a:pt x="1536" y="2233"/>
                </a:cubicBezTo>
                <a:cubicBezTo>
                  <a:pt x="1023" y="2398"/>
                  <a:pt x="512" y="2623"/>
                  <a:pt x="1" y="3070"/>
                </a:cubicBezTo>
                <a:cubicBezTo>
                  <a:pt x="512" y="3517"/>
                  <a:pt x="1023" y="3740"/>
                  <a:pt x="1536" y="3907"/>
                </a:cubicBezTo>
                <a:cubicBezTo>
                  <a:pt x="1722" y="3966"/>
                  <a:pt x="1909" y="4008"/>
                  <a:pt x="2096" y="4042"/>
                </a:cubicBezTo>
                <a:cubicBezTo>
                  <a:pt x="2132" y="4230"/>
                  <a:pt x="2173" y="4417"/>
                  <a:pt x="2232" y="4604"/>
                </a:cubicBezTo>
                <a:cubicBezTo>
                  <a:pt x="2399" y="5115"/>
                  <a:pt x="2622" y="5627"/>
                  <a:pt x="3069" y="6138"/>
                </a:cubicBezTo>
                <a:cubicBezTo>
                  <a:pt x="3517" y="5627"/>
                  <a:pt x="3741" y="5115"/>
                  <a:pt x="3906" y="4604"/>
                </a:cubicBezTo>
                <a:cubicBezTo>
                  <a:pt x="3966" y="4416"/>
                  <a:pt x="4008" y="4229"/>
                  <a:pt x="4042" y="4040"/>
                </a:cubicBezTo>
                <a:cubicBezTo>
                  <a:pt x="4230" y="4005"/>
                  <a:pt x="4416" y="3963"/>
                  <a:pt x="4604" y="3904"/>
                </a:cubicBezTo>
                <a:cubicBezTo>
                  <a:pt x="5115" y="3737"/>
                  <a:pt x="5626" y="3514"/>
                  <a:pt x="6138" y="3070"/>
                </a:cubicBezTo>
                <a:cubicBezTo>
                  <a:pt x="5626" y="2625"/>
                  <a:pt x="5115" y="2402"/>
                  <a:pt x="4604" y="2235"/>
                </a:cubicBezTo>
                <a:cubicBezTo>
                  <a:pt x="4416" y="2176"/>
                  <a:pt x="4228" y="2133"/>
                  <a:pt x="4040" y="2099"/>
                </a:cubicBezTo>
                <a:cubicBezTo>
                  <a:pt x="4005" y="1910"/>
                  <a:pt x="3963" y="1723"/>
                  <a:pt x="3904" y="1535"/>
                </a:cubicBezTo>
                <a:cubicBezTo>
                  <a:pt x="3738" y="1024"/>
                  <a:pt x="3514" y="513"/>
                  <a:pt x="306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3" name="Google Shape;1683;p60"/>
          <p:cNvSpPr/>
          <p:nvPr/>
        </p:nvSpPr>
        <p:spPr>
          <a:xfrm rot="511152">
            <a:off x="387081" y="3977995"/>
            <a:ext cx="112803" cy="112821"/>
          </a:xfrm>
          <a:custGeom>
            <a:avLst/>
            <a:gdLst/>
            <a:ahLst/>
            <a:cxnLst/>
            <a:rect l="l" t="t" r="r" b="b"/>
            <a:pathLst>
              <a:path w="6138" h="6139" extrusionOk="0">
                <a:moveTo>
                  <a:pt x="3069" y="0"/>
                </a:moveTo>
                <a:cubicBezTo>
                  <a:pt x="2625" y="513"/>
                  <a:pt x="2402" y="1024"/>
                  <a:pt x="2235" y="1535"/>
                </a:cubicBezTo>
                <a:cubicBezTo>
                  <a:pt x="2177" y="1722"/>
                  <a:pt x="2134" y="1909"/>
                  <a:pt x="2099" y="2097"/>
                </a:cubicBezTo>
                <a:cubicBezTo>
                  <a:pt x="1912" y="2131"/>
                  <a:pt x="1723" y="2173"/>
                  <a:pt x="1536" y="2233"/>
                </a:cubicBezTo>
                <a:cubicBezTo>
                  <a:pt x="1023" y="2398"/>
                  <a:pt x="512" y="2623"/>
                  <a:pt x="1" y="3070"/>
                </a:cubicBezTo>
                <a:cubicBezTo>
                  <a:pt x="512" y="3517"/>
                  <a:pt x="1023" y="3740"/>
                  <a:pt x="1536" y="3907"/>
                </a:cubicBezTo>
                <a:cubicBezTo>
                  <a:pt x="1722" y="3966"/>
                  <a:pt x="1909" y="4008"/>
                  <a:pt x="2096" y="4042"/>
                </a:cubicBezTo>
                <a:cubicBezTo>
                  <a:pt x="2132" y="4230"/>
                  <a:pt x="2173" y="4417"/>
                  <a:pt x="2232" y="4604"/>
                </a:cubicBezTo>
                <a:cubicBezTo>
                  <a:pt x="2399" y="5115"/>
                  <a:pt x="2622" y="5627"/>
                  <a:pt x="3069" y="6138"/>
                </a:cubicBezTo>
                <a:cubicBezTo>
                  <a:pt x="3517" y="5627"/>
                  <a:pt x="3741" y="5115"/>
                  <a:pt x="3906" y="4604"/>
                </a:cubicBezTo>
                <a:cubicBezTo>
                  <a:pt x="3966" y="4416"/>
                  <a:pt x="4008" y="4229"/>
                  <a:pt x="4042" y="4040"/>
                </a:cubicBezTo>
                <a:cubicBezTo>
                  <a:pt x="4230" y="4005"/>
                  <a:pt x="4416" y="3963"/>
                  <a:pt x="4604" y="3904"/>
                </a:cubicBezTo>
                <a:cubicBezTo>
                  <a:pt x="5115" y="3737"/>
                  <a:pt x="5626" y="3514"/>
                  <a:pt x="6138" y="3070"/>
                </a:cubicBezTo>
                <a:cubicBezTo>
                  <a:pt x="5626" y="2625"/>
                  <a:pt x="5115" y="2402"/>
                  <a:pt x="4604" y="2235"/>
                </a:cubicBezTo>
                <a:cubicBezTo>
                  <a:pt x="4416" y="2176"/>
                  <a:pt x="4228" y="2133"/>
                  <a:pt x="4040" y="2099"/>
                </a:cubicBezTo>
                <a:cubicBezTo>
                  <a:pt x="4005" y="1910"/>
                  <a:pt x="3963" y="1723"/>
                  <a:pt x="3904" y="1535"/>
                </a:cubicBezTo>
                <a:cubicBezTo>
                  <a:pt x="3738" y="1024"/>
                  <a:pt x="3514" y="513"/>
                  <a:pt x="3069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4" name="Google Shape;1684;p60"/>
          <p:cNvSpPr/>
          <p:nvPr/>
        </p:nvSpPr>
        <p:spPr>
          <a:xfrm rot="2700000">
            <a:off x="8586158" y="619679"/>
            <a:ext cx="100453" cy="100448"/>
          </a:xfrm>
          <a:custGeom>
            <a:avLst/>
            <a:gdLst/>
            <a:ahLst/>
            <a:cxnLst/>
            <a:rect l="l" t="t" r="r" b="b"/>
            <a:pathLst>
              <a:path w="2835" h="2836" extrusionOk="0">
                <a:moveTo>
                  <a:pt x="1417" y="0"/>
                </a:moveTo>
                <a:cubicBezTo>
                  <a:pt x="635" y="0"/>
                  <a:pt x="0" y="635"/>
                  <a:pt x="0" y="1418"/>
                </a:cubicBezTo>
                <a:cubicBezTo>
                  <a:pt x="0" y="2200"/>
                  <a:pt x="635" y="2835"/>
                  <a:pt x="1417" y="2835"/>
                </a:cubicBezTo>
                <a:cubicBezTo>
                  <a:pt x="2200" y="2835"/>
                  <a:pt x="2835" y="2200"/>
                  <a:pt x="2835" y="1418"/>
                </a:cubicBezTo>
                <a:cubicBezTo>
                  <a:pt x="2835" y="635"/>
                  <a:pt x="2201" y="0"/>
                  <a:pt x="141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5" name="Google Shape;1685;p60"/>
          <p:cNvSpPr/>
          <p:nvPr/>
        </p:nvSpPr>
        <p:spPr>
          <a:xfrm rot="4960608">
            <a:off x="8643121" y="3658237"/>
            <a:ext cx="112801" cy="112819"/>
          </a:xfrm>
          <a:custGeom>
            <a:avLst/>
            <a:gdLst/>
            <a:ahLst/>
            <a:cxnLst/>
            <a:rect l="l" t="t" r="r" b="b"/>
            <a:pathLst>
              <a:path w="6138" h="6139" extrusionOk="0">
                <a:moveTo>
                  <a:pt x="3069" y="0"/>
                </a:moveTo>
                <a:cubicBezTo>
                  <a:pt x="2625" y="513"/>
                  <a:pt x="2402" y="1024"/>
                  <a:pt x="2235" y="1535"/>
                </a:cubicBezTo>
                <a:cubicBezTo>
                  <a:pt x="2177" y="1722"/>
                  <a:pt x="2134" y="1909"/>
                  <a:pt x="2099" y="2097"/>
                </a:cubicBezTo>
                <a:cubicBezTo>
                  <a:pt x="1912" y="2131"/>
                  <a:pt x="1723" y="2173"/>
                  <a:pt x="1536" y="2233"/>
                </a:cubicBezTo>
                <a:cubicBezTo>
                  <a:pt x="1023" y="2398"/>
                  <a:pt x="512" y="2623"/>
                  <a:pt x="1" y="3070"/>
                </a:cubicBezTo>
                <a:cubicBezTo>
                  <a:pt x="512" y="3517"/>
                  <a:pt x="1023" y="3740"/>
                  <a:pt x="1536" y="3907"/>
                </a:cubicBezTo>
                <a:cubicBezTo>
                  <a:pt x="1722" y="3966"/>
                  <a:pt x="1909" y="4008"/>
                  <a:pt x="2096" y="4042"/>
                </a:cubicBezTo>
                <a:cubicBezTo>
                  <a:pt x="2132" y="4230"/>
                  <a:pt x="2173" y="4417"/>
                  <a:pt x="2232" y="4604"/>
                </a:cubicBezTo>
                <a:cubicBezTo>
                  <a:pt x="2399" y="5115"/>
                  <a:pt x="2622" y="5627"/>
                  <a:pt x="3069" y="6138"/>
                </a:cubicBezTo>
                <a:cubicBezTo>
                  <a:pt x="3517" y="5627"/>
                  <a:pt x="3741" y="5115"/>
                  <a:pt x="3906" y="4604"/>
                </a:cubicBezTo>
                <a:cubicBezTo>
                  <a:pt x="3966" y="4416"/>
                  <a:pt x="4008" y="4229"/>
                  <a:pt x="4042" y="4040"/>
                </a:cubicBezTo>
                <a:cubicBezTo>
                  <a:pt x="4230" y="4005"/>
                  <a:pt x="4416" y="3963"/>
                  <a:pt x="4604" y="3904"/>
                </a:cubicBezTo>
                <a:cubicBezTo>
                  <a:pt x="5115" y="3737"/>
                  <a:pt x="5626" y="3514"/>
                  <a:pt x="6138" y="3070"/>
                </a:cubicBezTo>
                <a:cubicBezTo>
                  <a:pt x="5626" y="2625"/>
                  <a:pt x="5115" y="2402"/>
                  <a:pt x="4604" y="2235"/>
                </a:cubicBezTo>
                <a:cubicBezTo>
                  <a:pt x="4416" y="2176"/>
                  <a:pt x="4228" y="2133"/>
                  <a:pt x="4040" y="2099"/>
                </a:cubicBezTo>
                <a:cubicBezTo>
                  <a:pt x="4005" y="1910"/>
                  <a:pt x="3963" y="1723"/>
                  <a:pt x="3904" y="1535"/>
                </a:cubicBezTo>
                <a:cubicBezTo>
                  <a:pt x="3738" y="1024"/>
                  <a:pt x="3514" y="513"/>
                  <a:pt x="306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6" name="Google Shape;1686;p60"/>
          <p:cNvSpPr/>
          <p:nvPr/>
        </p:nvSpPr>
        <p:spPr>
          <a:xfrm rot="511152">
            <a:off x="866706" y="677529"/>
            <a:ext cx="112803" cy="112821"/>
          </a:xfrm>
          <a:custGeom>
            <a:avLst/>
            <a:gdLst/>
            <a:ahLst/>
            <a:cxnLst/>
            <a:rect l="l" t="t" r="r" b="b"/>
            <a:pathLst>
              <a:path w="6138" h="6139" extrusionOk="0">
                <a:moveTo>
                  <a:pt x="3069" y="0"/>
                </a:moveTo>
                <a:cubicBezTo>
                  <a:pt x="2625" y="513"/>
                  <a:pt x="2402" y="1024"/>
                  <a:pt x="2235" y="1535"/>
                </a:cubicBezTo>
                <a:cubicBezTo>
                  <a:pt x="2177" y="1722"/>
                  <a:pt x="2134" y="1909"/>
                  <a:pt x="2099" y="2097"/>
                </a:cubicBezTo>
                <a:cubicBezTo>
                  <a:pt x="1912" y="2131"/>
                  <a:pt x="1723" y="2173"/>
                  <a:pt x="1536" y="2233"/>
                </a:cubicBezTo>
                <a:cubicBezTo>
                  <a:pt x="1023" y="2398"/>
                  <a:pt x="512" y="2623"/>
                  <a:pt x="1" y="3070"/>
                </a:cubicBezTo>
                <a:cubicBezTo>
                  <a:pt x="512" y="3517"/>
                  <a:pt x="1023" y="3740"/>
                  <a:pt x="1536" y="3907"/>
                </a:cubicBezTo>
                <a:cubicBezTo>
                  <a:pt x="1722" y="3966"/>
                  <a:pt x="1909" y="4008"/>
                  <a:pt x="2096" y="4042"/>
                </a:cubicBezTo>
                <a:cubicBezTo>
                  <a:pt x="2132" y="4230"/>
                  <a:pt x="2173" y="4417"/>
                  <a:pt x="2232" y="4604"/>
                </a:cubicBezTo>
                <a:cubicBezTo>
                  <a:pt x="2399" y="5115"/>
                  <a:pt x="2622" y="5627"/>
                  <a:pt x="3069" y="6138"/>
                </a:cubicBezTo>
                <a:cubicBezTo>
                  <a:pt x="3517" y="5627"/>
                  <a:pt x="3741" y="5115"/>
                  <a:pt x="3906" y="4604"/>
                </a:cubicBezTo>
                <a:cubicBezTo>
                  <a:pt x="3966" y="4416"/>
                  <a:pt x="4008" y="4229"/>
                  <a:pt x="4042" y="4040"/>
                </a:cubicBezTo>
                <a:cubicBezTo>
                  <a:pt x="4230" y="4005"/>
                  <a:pt x="4416" y="3963"/>
                  <a:pt x="4604" y="3904"/>
                </a:cubicBezTo>
                <a:cubicBezTo>
                  <a:pt x="5115" y="3737"/>
                  <a:pt x="5626" y="3514"/>
                  <a:pt x="6138" y="3070"/>
                </a:cubicBezTo>
                <a:cubicBezTo>
                  <a:pt x="5626" y="2625"/>
                  <a:pt x="5115" y="2402"/>
                  <a:pt x="4604" y="2235"/>
                </a:cubicBezTo>
                <a:cubicBezTo>
                  <a:pt x="4416" y="2176"/>
                  <a:pt x="4228" y="2133"/>
                  <a:pt x="4040" y="2099"/>
                </a:cubicBezTo>
                <a:cubicBezTo>
                  <a:pt x="4005" y="1910"/>
                  <a:pt x="3963" y="1723"/>
                  <a:pt x="3904" y="1535"/>
                </a:cubicBezTo>
                <a:cubicBezTo>
                  <a:pt x="3738" y="1024"/>
                  <a:pt x="3514" y="513"/>
                  <a:pt x="3069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921;p41">
            <a:extLst>
              <a:ext uri="{FF2B5EF4-FFF2-40B4-BE49-F238E27FC236}">
                <a16:creationId xmlns:a16="http://schemas.microsoft.com/office/drawing/2014/main" id="{9A853CF1-8440-AFBB-2318-F8FA2AF482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1173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-Basic </a:t>
            </a:r>
            <a:r>
              <a:rPr lang="en-IN" dirty="0"/>
              <a:t>Similarities</a:t>
            </a:r>
            <a:r>
              <a:rPr lang="en" dirty="0"/>
              <a:t>-</a:t>
            </a:r>
            <a:endParaRPr dirty="0"/>
          </a:p>
        </p:txBody>
      </p:sp>
      <p:grpSp>
        <p:nvGrpSpPr>
          <p:cNvPr id="2" name="Google Shape;1020;p44">
            <a:extLst>
              <a:ext uri="{FF2B5EF4-FFF2-40B4-BE49-F238E27FC236}">
                <a16:creationId xmlns:a16="http://schemas.microsoft.com/office/drawing/2014/main" id="{11E41526-7332-3B43-37F1-21F99E1F8FDF}"/>
              </a:ext>
            </a:extLst>
          </p:cNvPr>
          <p:cNvGrpSpPr/>
          <p:nvPr/>
        </p:nvGrpSpPr>
        <p:grpSpPr>
          <a:xfrm rot="11235635">
            <a:off x="43323" y="4584667"/>
            <a:ext cx="672047" cy="430310"/>
            <a:chOff x="3723317" y="3284292"/>
            <a:chExt cx="1206820" cy="853644"/>
          </a:xfrm>
        </p:grpSpPr>
        <p:sp>
          <p:nvSpPr>
            <p:cNvPr id="3" name="Google Shape;1021;p44">
              <a:extLst>
                <a:ext uri="{FF2B5EF4-FFF2-40B4-BE49-F238E27FC236}">
                  <a16:creationId xmlns:a16="http://schemas.microsoft.com/office/drawing/2014/main" id="{4ED57555-0808-86A8-EC57-65F1B7FE1DD1}"/>
                </a:ext>
              </a:extLst>
            </p:cNvPr>
            <p:cNvSpPr/>
            <p:nvPr/>
          </p:nvSpPr>
          <p:spPr>
            <a:xfrm>
              <a:off x="3723317" y="3284292"/>
              <a:ext cx="1206820" cy="853644"/>
            </a:xfrm>
            <a:custGeom>
              <a:avLst/>
              <a:gdLst/>
              <a:ahLst/>
              <a:cxnLst/>
              <a:rect l="l" t="t" r="r" b="b"/>
              <a:pathLst>
                <a:path w="25129" h="17775" extrusionOk="0">
                  <a:moveTo>
                    <a:pt x="15146" y="1"/>
                  </a:moveTo>
                  <a:cubicBezTo>
                    <a:pt x="15140" y="1"/>
                    <a:pt x="15134" y="1"/>
                    <a:pt x="15127" y="1"/>
                  </a:cubicBezTo>
                  <a:cubicBezTo>
                    <a:pt x="13955" y="10"/>
                    <a:pt x="13000" y="966"/>
                    <a:pt x="12990" y="2138"/>
                  </a:cubicBezTo>
                  <a:cubicBezTo>
                    <a:pt x="12981" y="3234"/>
                    <a:pt x="13795" y="4144"/>
                    <a:pt x="14850" y="4290"/>
                  </a:cubicBezTo>
                  <a:cubicBezTo>
                    <a:pt x="16007" y="7528"/>
                    <a:pt x="18895" y="9778"/>
                    <a:pt x="22222" y="10193"/>
                  </a:cubicBezTo>
                  <a:cubicBezTo>
                    <a:pt x="20772" y="11089"/>
                    <a:pt x="19099" y="11570"/>
                    <a:pt x="17351" y="11570"/>
                  </a:cubicBezTo>
                  <a:lnTo>
                    <a:pt x="15542" y="11570"/>
                  </a:lnTo>
                  <a:lnTo>
                    <a:pt x="14923" y="10712"/>
                  </a:lnTo>
                  <a:cubicBezTo>
                    <a:pt x="13121" y="8214"/>
                    <a:pt x="10207" y="6723"/>
                    <a:pt x="7128" y="6723"/>
                  </a:cubicBezTo>
                  <a:lnTo>
                    <a:pt x="4167" y="6723"/>
                  </a:lnTo>
                  <a:cubicBezTo>
                    <a:pt x="3855" y="5916"/>
                    <a:pt x="3072" y="5342"/>
                    <a:pt x="2157" y="5342"/>
                  </a:cubicBezTo>
                  <a:cubicBezTo>
                    <a:pt x="969" y="5342"/>
                    <a:pt x="1" y="6309"/>
                    <a:pt x="1" y="7498"/>
                  </a:cubicBezTo>
                  <a:cubicBezTo>
                    <a:pt x="1" y="8687"/>
                    <a:pt x="968" y="9654"/>
                    <a:pt x="2157" y="9654"/>
                  </a:cubicBezTo>
                  <a:cubicBezTo>
                    <a:pt x="3072" y="9654"/>
                    <a:pt x="3855" y="9078"/>
                    <a:pt x="4167" y="8272"/>
                  </a:cubicBezTo>
                  <a:lnTo>
                    <a:pt x="7128" y="8272"/>
                  </a:lnTo>
                  <a:cubicBezTo>
                    <a:pt x="9691" y="8272"/>
                    <a:pt x="12117" y="9504"/>
                    <a:pt x="13631" y="11570"/>
                  </a:cubicBezTo>
                  <a:lnTo>
                    <a:pt x="6862" y="11570"/>
                  </a:lnTo>
                  <a:cubicBezTo>
                    <a:pt x="6549" y="10763"/>
                    <a:pt x="5768" y="10188"/>
                    <a:pt x="4852" y="10188"/>
                  </a:cubicBezTo>
                  <a:cubicBezTo>
                    <a:pt x="3663" y="10188"/>
                    <a:pt x="2696" y="11155"/>
                    <a:pt x="2696" y="12344"/>
                  </a:cubicBezTo>
                  <a:cubicBezTo>
                    <a:pt x="2696" y="13533"/>
                    <a:pt x="3663" y="14500"/>
                    <a:pt x="4852" y="14500"/>
                  </a:cubicBezTo>
                  <a:cubicBezTo>
                    <a:pt x="5768" y="14500"/>
                    <a:pt x="6549" y="13925"/>
                    <a:pt x="6862" y="13119"/>
                  </a:cubicBezTo>
                  <a:lnTo>
                    <a:pt x="17351" y="13119"/>
                  </a:lnTo>
                  <a:cubicBezTo>
                    <a:pt x="19415" y="13119"/>
                    <a:pt x="21392" y="12546"/>
                    <a:pt x="23098" y="11474"/>
                  </a:cubicBezTo>
                  <a:lnTo>
                    <a:pt x="23098" y="11474"/>
                  </a:lnTo>
                  <a:cubicBezTo>
                    <a:pt x="21780" y="13735"/>
                    <a:pt x="19344" y="15175"/>
                    <a:pt x="16660" y="15175"/>
                  </a:cubicBezTo>
                  <a:cubicBezTo>
                    <a:pt x="16621" y="15175"/>
                    <a:pt x="16583" y="15175"/>
                    <a:pt x="16545" y="15174"/>
                  </a:cubicBezTo>
                  <a:cubicBezTo>
                    <a:pt x="16340" y="14198"/>
                    <a:pt x="15472" y="13463"/>
                    <a:pt x="14436" y="13463"/>
                  </a:cubicBezTo>
                  <a:cubicBezTo>
                    <a:pt x="13247" y="13463"/>
                    <a:pt x="12280" y="14430"/>
                    <a:pt x="12280" y="15619"/>
                  </a:cubicBezTo>
                  <a:cubicBezTo>
                    <a:pt x="12280" y="16808"/>
                    <a:pt x="13247" y="17775"/>
                    <a:pt x="14436" y="17775"/>
                  </a:cubicBezTo>
                  <a:cubicBezTo>
                    <a:pt x="15223" y="17775"/>
                    <a:pt x="15910" y="17349"/>
                    <a:pt x="16287" y="16719"/>
                  </a:cubicBezTo>
                  <a:cubicBezTo>
                    <a:pt x="16412" y="16724"/>
                    <a:pt x="16536" y="16727"/>
                    <a:pt x="16661" y="16727"/>
                  </a:cubicBezTo>
                  <a:cubicBezTo>
                    <a:pt x="20453" y="16727"/>
                    <a:pt x="23842" y="14340"/>
                    <a:pt x="25129" y="10774"/>
                  </a:cubicBezTo>
                  <a:cubicBezTo>
                    <a:pt x="24813" y="10665"/>
                    <a:pt x="24421" y="10369"/>
                    <a:pt x="24105" y="10098"/>
                  </a:cubicBezTo>
                  <a:cubicBezTo>
                    <a:pt x="23833" y="9864"/>
                    <a:pt x="23616" y="9572"/>
                    <a:pt x="23474" y="9242"/>
                  </a:cubicBezTo>
                  <a:cubicBezTo>
                    <a:pt x="23355" y="8963"/>
                    <a:pt x="23276" y="8709"/>
                    <a:pt x="23274" y="8709"/>
                  </a:cubicBezTo>
                  <a:lnTo>
                    <a:pt x="23274" y="8709"/>
                  </a:lnTo>
                  <a:cubicBezTo>
                    <a:pt x="23274" y="8709"/>
                    <a:pt x="23274" y="8710"/>
                    <a:pt x="23274" y="8713"/>
                  </a:cubicBezTo>
                  <a:cubicBezTo>
                    <a:pt x="20224" y="8687"/>
                    <a:pt x="17470" y="6796"/>
                    <a:pt x="16369" y="3930"/>
                  </a:cubicBezTo>
                  <a:cubicBezTo>
                    <a:pt x="16931" y="3540"/>
                    <a:pt x="17301" y="2890"/>
                    <a:pt x="17301" y="2156"/>
                  </a:cubicBezTo>
                  <a:cubicBezTo>
                    <a:pt x="17301" y="968"/>
                    <a:pt x="16335" y="1"/>
                    <a:pt x="15146" y="1"/>
                  </a:cubicBezTo>
                  <a:close/>
                </a:path>
              </a:pathLst>
            </a:custGeom>
            <a:solidFill>
              <a:schemeClr val="accent2"/>
            </a:solidFill>
            <a:ln w="1143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76200" dir="1800000" algn="bl" rotWithShape="0">
                <a:schemeClr val="lt2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022;p44">
              <a:extLst>
                <a:ext uri="{FF2B5EF4-FFF2-40B4-BE49-F238E27FC236}">
                  <a16:creationId xmlns:a16="http://schemas.microsoft.com/office/drawing/2014/main" id="{27C6798D-14C6-9425-66EB-1D1C6D187C4F}"/>
                </a:ext>
              </a:extLst>
            </p:cNvPr>
            <p:cNvSpPr/>
            <p:nvPr/>
          </p:nvSpPr>
          <p:spPr>
            <a:xfrm>
              <a:off x="3766444" y="3578450"/>
              <a:ext cx="132741" cy="132693"/>
            </a:xfrm>
            <a:custGeom>
              <a:avLst/>
              <a:gdLst/>
              <a:ahLst/>
              <a:cxnLst/>
              <a:rect l="l" t="t" r="r" b="b"/>
              <a:pathLst>
                <a:path w="2764" h="2763" extrusionOk="0">
                  <a:moveTo>
                    <a:pt x="1383" y="0"/>
                  </a:moveTo>
                  <a:cubicBezTo>
                    <a:pt x="620" y="0"/>
                    <a:pt x="1" y="618"/>
                    <a:pt x="1" y="1381"/>
                  </a:cubicBezTo>
                  <a:cubicBezTo>
                    <a:pt x="1" y="2144"/>
                    <a:pt x="620" y="2763"/>
                    <a:pt x="1383" y="2763"/>
                  </a:cubicBezTo>
                  <a:cubicBezTo>
                    <a:pt x="2145" y="2763"/>
                    <a:pt x="2763" y="2144"/>
                    <a:pt x="2763" y="1381"/>
                  </a:cubicBezTo>
                  <a:cubicBezTo>
                    <a:pt x="2763" y="618"/>
                    <a:pt x="2145" y="0"/>
                    <a:pt x="13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023;p44">
              <a:extLst>
                <a:ext uri="{FF2B5EF4-FFF2-40B4-BE49-F238E27FC236}">
                  <a16:creationId xmlns:a16="http://schemas.microsoft.com/office/drawing/2014/main" id="{A226D7F4-4852-FF73-DC75-738FEFB3D7BB}"/>
                </a:ext>
              </a:extLst>
            </p:cNvPr>
            <p:cNvSpPr/>
            <p:nvPr/>
          </p:nvSpPr>
          <p:spPr>
            <a:xfrm>
              <a:off x="3895874" y="3811183"/>
              <a:ext cx="132693" cy="132741"/>
            </a:xfrm>
            <a:custGeom>
              <a:avLst/>
              <a:gdLst/>
              <a:ahLst/>
              <a:cxnLst/>
              <a:rect l="l" t="t" r="r" b="b"/>
              <a:pathLst>
                <a:path w="2763" h="2764" extrusionOk="0">
                  <a:moveTo>
                    <a:pt x="1382" y="1"/>
                  </a:moveTo>
                  <a:cubicBezTo>
                    <a:pt x="619" y="1"/>
                    <a:pt x="0" y="619"/>
                    <a:pt x="0" y="1381"/>
                  </a:cubicBezTo>
                  <a:cubicBezTo>
                    <a:pt x="0" y="2144"/>
                    <a:pt x="619" y="2763"/>
                    <a:pt x="1382" y="2763"/>
                  </a:cubicBezTo>
                  <a:cubicBezTo>
                    <a:pt x="2145" y="2763"/>
                    <a:pt x="2763" y="2144"/>
                    <a:pt x="2763" y="1381"/>
                  </a:cubicBezTo>
                  <a:cubicBezTo>
                    <a:pt x="2763" y="619"/>
                    <a:pt x="2145" y="1"/>
                    <a:pt x="138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024;p44">
              <a:extLst>
                <a:ext uri="{FF2B5EF4-FFF2-40B4-BE49-F238E27FC236}">
                  <a16:creationId xmlns:a16="http://schemas.microsoft.com/office/drawing/2014/main" id="{B1EF4E08-4340-945E-67A3-9C7D88B36F0C}"/>
                </a:ext>
              </a:extLst>
            </p:cNvPr>
            <p:cNvSpPr/>
            <p:nvPr/>
          </p:nvSpPr>
          <p:spPr>
            <a:xfrm>
              <a:off x="4390203" y="3321896"/>
              <a:ext cx="132741" cy="132741"/>
            </a:xfrm>
            <a:custGeom>
              <a:avLst/>
              <a:gdLst/>
              <a:ahLst/>
              <a:cxnLst/>
              <a:rect l="l" t="t" r="r" b="b"/>
              <a:pathLst>
                <a:path w="2764" h="2764" extrusionOk="0">
                  <a:moveTo>
                    <a:pt x="1383" y="1"/>
                  </a:moveTo>
                  <a:cubicBezTo>
                    <a:pt x="620" y="1"/>
                    <a:pt x="1" y="620"/>
                    <a:pt x="1" y="1382"/>
                  </a:cubicBezTo>
                  <a:cubicBezTo>
                    <a:pt x="1" y="2145"/>
                    <a:pt x="620" y="2763"/>
                    <a:pt x="1383" y="2763"/>
                  </a:cubicBezTo>
                  <a:cubicBezTo>
                    <a:pt x="2145" y="2763"/>
                    <a:pt x="2763" y="2145"/>
                    <a:pt x="2763" y="1382"/>
                  </a:cubicBezTo>
                  <a:cubicBezTo>
                    <a:pt x="2763" y="619"/>
                    <a:pt x="2145" y="1"/>
                    <a:pt x="138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025;p44">
              <a:extLst>
                <a:ext uri="{FF2B5EF4-FFF2-40B4-BE49-F238E27FC236}">
                  <a16:creationId xmlns:a16="http://schemas.microsoft.com/office/drawing/2014/main" id="{B8800D72-2A9A-60A7-1BD1-CFAD95454DEB}"/>
                </a:ext>
              </a:extLst>
            </p:cNvPr>
            <p:cNvSpPr/>
            <p:nvPr/>
          </p:nvSpPr>
          <p:spPr>
            <a:xfrm>
              <a:off x="3723317" y="3284292"/>
              <a:ext cx="1206820" cy="853644"/>
            </a:xfrm>
            <a:custGeom>
              <a:avLst/>
              <a:gdLst/>
              <a:ahLst/>
              <a:cxnLst/>
              <a:rect l="l" t="t" r="r" b="b"/>
              <a:pathLst>
                <a:path w="25129" h="17775" extrusionOk="0">
                  <a:moveTo>
                    <a:pt x="15145" y="1551"/>
                  </a:moveTo>
                  <a:cubicBezTo>
                    <a:pt x="15155" y="1551"/>
                    <a:pt x="15165" y="1551"/>
                    <a:pt x="15175" y="1551"/>
                  </a:cubicBezTo>
                  <a:cubicBezTo>
                    <a:pt x="15484" y="1566"/>
                    <a:pt x="15736" y="1815"/>
                    <a:pt x="15753" y="2125"/>
                  </a:cubicBezTo>
                  <a:cubicBezTo>
                    <a:pt x="15772" y="2475"/>
                    <a:pt x="15492" y="2765"/>
                    <a:pt x="15144" y="2765"/>
                  </a:cubicBezTo>
                  <a:cubicBezTo>
                    <a:pt x="15134" y="2765"/>
                    <a:pt x="15124" y="2765"/>
                    <a:pt x="15114" y="2765"/>
                  </a:cubicBezTo>
                  <a:cubicBezTo>
                    <a:pt x="14806" y="2748"/>
                    <a:pt x="14555" y="2497"/>
                    <a:pt x="14539" y="2189"/>
                  </a:cubicBezTo>
                  <a:cubicBezTo>
                    <a:pt x="14522" y="1840"/>
                    <a:pt x="14799" y="1551"/>
                    <a:pt x="15145" y="1551"/>
                  </a:cubicBezTo>
                  <a:close/>
                  <a:moveTo>
                    <a:pt x="2159" y="6891"/>
                  </a:moveTo>
                  <a:cubicBezTo>
                    <a:pt x="2493" y="6891"/>
                    <a:pt x="2766" y="7164"/>
                    <a:pt x="2766" y="7499"/>
                  </a:cubicBezTo>
                  <a:cubicBezTo>
                    <a:pt x="2765" y="7833"/>
                    <a:pt x="2492" y="8106"/>
                    <a:pt x="2158" y="8106"/>
                  </a:cubicBezTo>
                  <a:cubicBezTo>
                    <a:pt x="1808" y="8106"/>
                    <a:pt x="1526" y="7808"/>
                    <a:pt x="1552" y="7453"/>
                  </a:cubicBezTo>
                  <a:cubicBezTo>
                    <a:pt x="1574" y="7155"/>
                    <a:pt x="1814" y="6915"/>
                    <a:pt x="2112" y="6893"/>
                  </a:cubicBezTo>
                  <a:cubicBezTo>
                    <a:pt x="2128" y="6892"/>
                    <a:pt x="2143" y="6891"/>
                    <a:pt x="2159" y="6891"/>
                  </a:cubicBezTo>
                  <a:close/>
                  <a:moveTo>
                    <a:pt x="4852" y="11738"/>
                  </a:moveTo>
                  <a:cubicBezTo>
                    <a:pt x="5206" y="11738"/>
                    <a:pt x="5490" y="12041"/>
                    <a:pt x="5458" y="12400"/>
                  </a:cubicBezTo>
                  <a:cubicBezTo>
                    <a:pt x="5432" y="12691"/>
                    <a:pt x="5198" y="12924"/>
                    <a:pt x="4908" y="12949"/>
                  </a:cubicBezTo>
                  <a:cubicBezTo>
                    <a:pt x="4889" y="12951"/>
                    <a:pt x="4870" y="12952"/>
                    <a:pt x="4851" y="12952"/>
                  </a:cubicBezTo>
                  <a:cubicBezTo>
                    <a:pt x="4499" y="12952"/>
                    <a:pt x="4216" y="12649"/>
                    <a:pt x="4248" y="12289"/>
                  </a:cubicBezTo>
                  <a:cubicBezTo>
                    <a:pt x="4273" y="11999"/>
                    <a:pt x="4507" y="11766"/>
                    <a:pt x="4797" y="11740"/>
                  </a:cubicBezTo>
                  <a:cubicBezTo>
                    <a:pt x="4815" y="11739"/>
                    <a:pt x="4834" y="11738"/>
                    <a:pt x="4852" y="11738"/>
                  </a:cubicBezTo>
                  <a:close/>
                  <a:moveTo>
                    <a:pt x="14435" y="15011"/>
                  </a:moveTo>
                  <a:cubicBezTo>
                    <a:pt x="14770" y="15011"/>
                    <a:pt x="15043" y="15284"/>
                    <a:pt x="15043" y="15619"/>
                  </a:cubicBezTo>
                  <a:cubicBezTo>
                    <a:pt x="15043" y="15954"/>
                    <a:pt x="14771" y="16226"/>
                    <a:pt x="14436" y="16226"/>
                  </a:cubicBezTo>
                  <a:cubicBezTo>
                    <a:pt x="14086" y="16226"/>
                    <a:pt x="13803" y="15929"/>
                    <a:pt x="13830" y="15573"/>
                  </a:cubicBezTo>
                  <a:cubicBezTo>
                    <a:pt x="13852" y="15275"/>
                    <a:pt x="14092" y="15035"/>
                    <a:pt x="14389" y="15013"/>
                  </a:cubicBezTo>
                  <a:cubicBezTo>
                    <a:pt x="14404" y="15012"/>
                    <a:pt x="14419" y="15011"/>
                    <a:pt x="14435" y="15011"/>
                  </a:cubicBezTo>
                  <a:close/>
                  <a:moveTo>
                    <a:pt x="15146" y="1"/>
                  </a:moveTo>
                  <a:cubicBezTo>
                    <a:pt x="15140" y="1"/>
                    <a:pt x="15134" y="1"/>
                    <a:pt x="15127" y="1"/>
                  </a:cubicBezTo>
                  <a:cubicBezTo>
                    <a:pt x="13955" y="10"/>
                    <a:pt x="13000" y="966"/>
                    <a:pt x="12990" y="2138"/>
                  </a:cubicBezTo>
                  <a:cubicBezTo>
                    <a:pt x="12981" y="3234"/>
                    <a:pt x="13795" y="4144"/>
                    <a:pt x="14850" y="4290"/>
                  </a:cubicBezTo>
                  <a:cubicBezTo>
                    <a:pt x="16007" y="7528"/>
                    <a:pt x="18895" y="9778"/>
                    <a:pt x="22222" y="10193"/>
                  </a:cubicBezTo>
                  <a:cubicBezTo>
                    <a:pt x="20772" y="11089"/>
                    <a:pt x="19099" y="11570"/>
                    <a:pt x="17351" y="11570"/>
                  </a:cubicBezTo>
                  <a:lnTo>
                    <a:pt x="15542" y="11570"/>
                  </a:lnTo>
                  <a:lnTo>
                    <a:pt x="14923" y="10712"/>
                  </a:lnTo>
                  <a:cubicBezTo>
                    <a:pt x="13121" y="8214"/>
                    <a:pt x="10207" y="6723"/>
                    <a:pt x="7128" y="6723"/>
                  </a:cubicBezTo>
                  <a:lnTo>
                    <a:pt x="4167" y="6723"/>
                  </a:lnTo>
                  <a:cubicBezTo>
                    <a:pt x="3855" y="5916"/>
                    <a:pt x="3072" y="5342"/>
                    <a:pt x="2157" y="5342"/>
                  </a:cubicBezTo>
                  <a:cubicBezTo>
                    <a:pt x="969" y="5342"/>
                    <a:pt x="1" y="6309"/>
                    <a:pt x="1" y="7498"/>
                  </a:cubicBezTo>
                  <a:cubicBezTo>
                    <a:pt x="1" y="8687"/>
                    <a:pt x="968" y="9654"/>
                    <a:pt x="2157" y="9654"/>
                  </a:cubicBezTo>
                  <a:cubicBezTo>
                    <a:pt x="3072" y="9654"/>
                    <a:pt x="3855" y="9078"/>
                    <a:pt x="4167" y="8272"/>
                  </a:cubicBezTo>
                  <a:lnTo>
                    <a:pt x="7128" y="8272"/>
                  </a:lnTo>
                  <a:cubicBezTo>
                    <a:pt x="9691" y="8272"/>
                    <a:pt x="12117" y="9504"/>
                    <a:pt x="13631" y="11570"/>
                  </a:cubicBezTo>
                  <a:lnTo>
                    <a:pt x="6862" y="11570"/>
                  </a:lnTo>
                  <a:cubicBezTo>
                    <a:pt x="6549" y="10763"/>
                    <a:pt x="5768" y="10188"/>
                    <a:pt x="4852" y="10188"/>
                  </a:cubicBezTo>
                  <a:cubicBezTo>
                    <a:pt x="3663" y="10188"/>
                    <a:pt x="2696" y="11155"/>
                    <a:pt x="2696" y="12344"/>
                  </a:cubicBezTo>
                  <a:cubicBezTo>
                    <a:pt x="2696" y="13533"/>
                    <a:pt x="3663" y="14500"/>
                    <a:pt x="4852" y="14500"/>
                  </a:cubicBezTo>
                  <a:cubicBezTo>
                    <a:pt x="5768" y="14500"/>
                    <a:pt x="6549" y="13925"/>
                    <a:pt x="6862" y="13119"/>
                  </a:cubicBezTo>
                  <a:lnTo>
                    <a:pt x="17351" y="13119"/>
                  </a:lnTo>
                  <a:cubicBezTo>
                    <a:pt x="19415" y="13119"/>
                    <a:pt x="21392" y="12546"/>
                    <a:pt x="23098" y="11474"/>
                  </a:cubicBezTo>
                  <a:lnTo>
                    <a:pt x="23098" y="11474"/>
                  </a:lnTo>
                  <a:cubicBezTo>
                    <a:pt x="21780" y="13735"/>
                    <a:pt x="19344" y="15175"/>
                    <a:pt x="16660" y="15175"/>
                  </a:cubicBezTo>
                  <a:cubicBezTo>
                    <a:pt x="16621" y="15175"/>
                    <a:pt x="16583" y="15175"/>
                    <a:pt x="16545" y="15174"/>
                  </a:cubicBezTo>
                  <a:cubicBezTo>
                    <a:pt x="16340" y="14198"/>
                    <a:pt x="15472" y="13463"/>
                    <a:pt x="14436" y="13463"/>
                  </a:cubicBezTo>
                  <a:cubicBezTo>
                    <a:pt x="13247" y="13463"/>
                    <a:pt x="12280" y="14430"/>
                    <a:pt x="12280" y="15619"/>
                  </a:cubicBezTo>
                  <a:cubicBezTo>
                    <a:pt x="12280" y="16808"/>
                    <a:pt x="13247" y="17775"/>
                    <a:pt x="14436" y="17775"/>
                  </a:cubicBezTo>
                  <a:cubicBezTo>
                    <a:pt x="15223" y="17775"/>
                    <a:pt x="15910" y="17349"/>
                    <a:pt x="16287" y="16719"/>
                  </a:cubicBezTo>
                  <a:cubicBezTo>
                    <a:pt x="16412" y="16724"/>
                    <a:pt x="16536" y="16727"/>
                    <a:pt x="16661" y="16727"/>
                  </a:cubicBezTo>
                  <a:cubicBezTo>
                    <a:pt x="20453" y="16727"/>
                    <a:pt x="23842" y="14340"/>
                    <a:pt x="25129" y="10774"/>
                  </a:cubicBezTo>
                  <a:cubicBezTo>
                    <a:pt x="24813" y="10665"/>
                    <a:pt x="24421" y="10369"/>
                    <a:pt x="24105" y="10098"/>
                  </a:cubicBezTo>
                  <a:cubicBezTo>
                    <a:pt x="23833" y="9864"/>
                    <a:pt x="23616" y="9572"/>
                    <a:pt x="23474" y="9242"/>
                  </a:cubicBezTo>
                  <a:cubicBezTo>
                    <a:pt x="23355" y="8963"/>
                    <a:pt x="23276" y="8709"/>
                    <a:pt x="23274" y="8709"/>
                  </a:cubicBezTo>
                  <a:lnTo>
                    <a:pt x="23274" y="8709"/>
                  </a:lnTo>
                  <a:cubicBezTo>
                    <a:pt x="23274" y="8709"/>
                    <a:pt x="23274" y="8710"/>
                    <a:pt x="23274" y="8713"/>
                  </a:cubicBezTo>
                  <a:cubicBezTo>
                    <a:pt x="20224" y="8687"/>
                    <a:pt x="17470" y="6796"/>
                    <a:pt x="16369" y="3930"/>
                  </a:cubicBezTo>
                  <a:cubicBezTo>
                    <a:pt x="16931" y="3540"/>
                    <a:pt x="17301" y="2890"/>
                    <a:pt x="17301" y="2156"/>
                  </a:cubicBezTo>
                  <a:cubicBezTo>
                    <a:pt x="17301" y="968"/>
                    <a:pt x="16335" y="1"/>
                    <a:pt x="151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cover dir="u"/>
      </p:transition>
    </mc:Choice>
    <mc:Fallback xmlns="">
      <p:transition spd="slow">
        <p:cover dir="u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7" name="Google Shape;1097;p45"/>
          <p:cNvGrpSpPr/>
          <p:nvPr/>
        </p:nvGrpSpPr>
        <p:grpSpPr>
          <a:xfrm rot="19916855">
            <a:off x="7377" y="4089198"/>
            <a:ext cx="947082" cy="975259"/>
            <a:chOff x="3948020" y="2478740"/>
            <a:chExt cx="947082" cy="975259"/>
          </a:xfrm>
        </p:grpSpPr>
        <p:sp>
          <p:nvSpPr>
            <p:cNvPr id="1098" name="Google Shape;1098;p45"/>
            <p:cNvSpPr/>
            <p:nvPr/>
          </p:nvSpPr>
          <p:spPr>
            <a:xfrm rot="150248">
              <a:off x="4124720" y="2641712"/>
              <a:ext cx="593688" cy="649308"/>
            </a:xfrm>
            <a:custGeom>
              <a:avLst/>
              <a:gdLst/>
              <a:ahLst/>
              <a:cxnLst/>
              <a:rect l="l" t="t" r="r" b="b"/>
              <a:pathLst>
                <a:path w="35655" h="38702" extrusionOk="0">
                  <a:moveTo>
                    <a:pt x="10824" y="0"/>
                  </a:moveTo>
                  <a:cubicBezTo>
                    <a:pt x="9883" y="0"/>
                    <a:pt x="9119" y="763"/>
                    <a:pt x="9119" y="1705"/>
                  </a:cubicBezTo>
                  <a:lnTo>
                    <a:pt x="9119" y="12993"/>
                  </a:lnTo>
                  <a:cubicBezTo>
                    <a:pt x="8609" y="13052"/>
                    <a:pt x="8110" y="13159"/>
                    <a:pt x="7626" y="13309"/>
                  </a:cubicBezTo>
                  <a:cubicBezTo>
                    <a:pt x="7624" y="13303"/>
                    <a:pt x="7623" y="13298"/>
                    <a:pt x="7620" y="13291"/>
                  </a:cubicBezTo>
                  <a:cubicBezTo>
                    <a:pt x="7534" y="13066"/>
                    <a:pt x="7319" y="12927"/>
                    <a:pt x="7091" y="12927"/>
                  </a:cubicBezTo>
                  <a:cubicBezTo>
                    <a:pt x="7024" y="12927"/>
                    <a:pt x="6955" y="12939"/>
                    <a:pt x="6889" y="12964"/>
                  </a:cubicBezTo>
                  <a:cubicBezTo>
                    <a:pt x="2914" y="14481"/>
                    <a:pt x="73" y="18712"/>
                    <a:pt x="132" y="23025"/>
                  </a:cubicBezTo>
                  <a:lnTo>
                    <a:pt x="132" y="25524"/>
                  </a:lnTo>
                  <a:cubicBezTo>
                    <a:pt x="1" y="28582"/>
                    <a:pt x="1694" y="31325"/>
                    <a:pt x="3346" y="33671"/>
                  </a:cubicBezTo>
                  <a:lnTo>
                    <a:pt x="2675" y="36801"/>
                  </a:lnTo>
                  <a:cubicBezTo>
                    <a:pt x="2564" y="37318"/>
                    <a:pt x="2717" y="37850"/>
                    <a:pt x="3092" y="38234"/>
                  </a:cubicBezTo>
                  <a:cubicBezTo>
                    <a:pt x="3394" y="38542"/>
                    <a:pt x="3816" y="38702"/>
                    <a:pt x="4246" y="38702"/>
                  </a:cubicBezTo>
                  <a:lnTo>
                    <a:pt x="6119" y="38702"/>
                  </a:lnTo>
                  <a:cubicBezTo>
                    <a:pt x="6791" y="38702"/>
                    <a:pt x="7441" y="38420"/>
                    <a:pt x="7901" y="37929"/>
                  </a:cubicBezTo>
                  <a:lnTo>
                    <a:pt x="12319" y="33211"/>
                  </a:lnTo>
                  <a:lnTo>
                    <a:pt x="25994" y="33211"/>
                  </a:lnTo>
                  <a:cubicBezTo>
                    <a:pt x="27478" y="33211"/>
                    <a:pt x="28754" y="32601"/>
                    <a:pt x="29682" y="31443"/>
                  </a:cubicBezTo>
                  <a:cubicBezTo>
                    <a:pt x="30124" y="30893"/>
                    <a:pt x="30386" y="30342"/>
                    <a:pt x="30521" y="30008"/>
                  </a:cubicBezTo>
                  <a:cubicBezTo>
                    <a:pt x="34616" y="28742"/>
                    <a:pt x="35654" y="25023"/>
                    <a:pt x="35362" y="22020"/>
                  </a:cubicBezTo>
                  <a:cubicBezTo>
                    <a:pt x="35362" y="22013"/>
                    <a:pt x="35361" y="22006"/>
                    <a:pt x="35360" y="21999"/>
                  </a:cubicBezTo>
                  <a:cubicBezTo>
                    <a:pt x="35019" y="18070"/>
                    <a:pt x="32662" y="16336"/>
                    <a:pt x="30744" y="15573"/>
                  </a:cubicBezTo>
                  <a:cubicBezTo>
                    <a:pt x="29176" y="14949"/>
                    <a:pt x="27670" y="14865"/>
                    <a:pt x="27024" y="14865"/>
                  </a:cubicBezTo>
                  <a:cubicBezTo>
                    <a:pt x="27007" y="14865"/>
                    <a:pt x="26991" y="14865"/>
                    <a:pt x="26975" y="14865"/>
                  </a:cubicBezTo>
                  <a:cubicBezTo>
                    <a:pt x="26563" y="14424"/>
                    <a:pt x="26137" y="14014"/>
                    <a:pt x="25702" y="13639"/>
                  </a:cubicBezTo>
                  <a:cubicBezTo>
                    <a:pt x="26131" y="13329"/>
                    <a:pt x="26412" y="12825"/>
                    <a:pt x="26412" y="12256"/>
                  </a:cubicBezTo>
                  <a:lnTo>
                    <a:pt x="26412" y="1705"/>
                  </a:lnTo>
                  <a:cubicBezTo>
                    <a:pt x="26412" y="763"/>
                    <a:pt x="25648" y="0"/>
                    <a:pt x="24706" y="0"/>
                  </a:cubicBezTo>
                  <a:close/>
                </a:path>
              </a:pathLst>
            </a:custGeom>
            <a:solidFill>
              <a:schemeClr val="accent2"/>
            </a:solidFill>
            <a:ln w="762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76200" dir="1800000" algn="bl" rotWithShape="0">
                <a:schemeClr val="lt2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99" name="Google Shape;1099;p45"/>
            <p:cNvGrpSpPr/>
            <p:nvPr/>
          </p:nvGrpSpPr>
          <p:grpSpPr>
            <a:xfrm rot="-899960">
              <a:off x="4039124" y="2564009"/>
              <a:ext cx="764874" cy="804721"/>
              <a:chOff x="4172480" y="2633067"/>
              <a:chExt cx="764897" cy="804745"/>
            </a:xfrm>
          </p:grpSpPr>
          <p:sp>
            <p:nvSpPr>
              <p:cNvPr id="1100" name="Google Shape;1100;p45"/>
              <p:cNvSpPr/>
              <p:nvPr/>
            </p:nvSpPr>
            <p:spPr>
              <a:xfrm rot="1105085">
                <a:off x="4239858" y="2893879"/>
                <a:ext cx="579318" cy="453029"/>
              </a:xfrm>
              <a:custGeom>
                <a:avLst/>
                <a:gdLst/>
                <a:ahLst/>
                <a:cxnLst/>
                <a:rect l="l" t="t" r="r" b="b"/>
                <a:pathLst>
                  <a:path w="34795" h="27004" extrusionOk="0">
                    <a:moveTo>
                      <a:pt x="17211" y="1"/>
                    </a:moveTo>
                    <a:cubicBezTo>
                      <a:pt x="13430" y="1"/>
                      <a:pt x="10613" y="1880"/>
                      <a:pt x="10613" y="1880"/>
                    </a:cubicBezTo>
                    <a:cubicBezTo>
                      <a:pt x="10241" y="1830"/>
                      <a:pt x="9872" y="1805"/>
                      <a:pt x="9508" y="1805"/>
                    </a:cubicBezTo>
                    <a:cubicBezTo>
                      <a:pt x="4302" y="1805"/>
                      <a:pt x="61" y="6751"/>
                      <a:pt x="133" y="11888"/>
                    </a:cubicBezTo>
                    <a:lnTo>
                      <a:pt x="133" y="14405"/>
                    </a:lnTo>
                    <a:cubicBezTo>
                      <a:pt x="0" y="17371"/>
                      <a:pt x="1735" y="20088"/>
                      <a:pt x="3386" y="22415"/>
                    </a:cubicBezTo>
                    <a:lnTo>
                      <a:pt x="2663" y="25788"/>
                    </a:lnTo>
                    <a:cubicBezTo>
                      <a:pt x="2529" y="26413"/>
                      <a:pt x="3006" y="27003"/>
                      <a:pt x="3646" y="27003"/>
                    </a:cubicBezTo>
                    <a:lnTo>
                      <a:pt x="5554" y="27003"/>
                    </a:lnTo>
                    <a:cubicBezTo>
                      <a:pt x="6072" y="27003"/>
                      <a:pt x="6567" y="26788"/>
                      <a:pt x="6922" y="26410"/>
                    </a:cubicBezTo>
                    <a:lnTo>
                      <a:pt x="11507" y="21514"/>
                    </a:lnTo>
                    <a:lnTo>
                      <a:pt x="25429" y="21514"/>
                    </a:lnTo>
                    <a:cubicBezTo>
                      <a:pt x="28624" y="21514"/>
                      <a:pt x="29525" y="18399"/>
                      <a:pt x="29525" y="18399"/>
                    </a:cubicBezTo>
                    <a:cubicBezTo>
                      <a:pt x="29525" y="18399"/>
                      <a:pt x="34794" y="17421"/>
                      <a:pt x="34231" y="10919"/>
                    </a:cubicBezTo>
                    <a:cubicBezTo>
                      <a:pt x="33687" y="4648"/>
                      <a:pt x="27732" y="4300"/>
                      <a:pt x="26420" y="4300"/>
                    </a:cubicBezTo>
                    <a:cubicBezTo>
                      <a:pt x="26256" y="4300"/>
                      <a:pt x="26165" y="4306"/>
                      <a:pt x="26165" y="4306"/>
                    </a:cubicBezTo>
                    <a:cubicBezTo>
                      <a:pt x="23141" y="971"/>
                      <a:pt x="19927" y="1"/>
                      <a:pt x="1721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Google Shape;1101;p45"/>
              <p:cNvSpPr/>
              <p:nvPr/>
            </p:nvSpPr>
            <p:spPr>
              <a:xfrm rot="1104954">
                <a:off x="4476412" y="2729049"/>
                <a:ext cx="269067" cy="263113"/>
              </a:xfrm>
              <a:custGeom>
                <a:avLst/>
                <a:gdLst/>
                <a:ahLst/>
                <a:cxnLst/>
                <a:rect l="l" t="t" r="r" b="b"/>
                <a:pathLst>
                  <a:path w="16160" h="15683" extrusionOk="0">
                    <a:moveTo>
                      <a:pt x="1139" y="0"/>
                    </a:moveTo>
                    <a:cubicBezTo>
                      <a:pt x="511" y="0"/>
                      <a:pt x="1" y="510"/>
                      <a:pt x="1" y="1139"/>
                    </a:cubicBezTo>
                    <a:lnTo>
                      <a:pt x="1" y="15037"/>
                    </a:lnTo>
                    <a:cubicBezTo>
                      <a:pt x="1" y="15427"/>
                      <a:pt x="319" y="15682"/>
                      <a:pt x="649" y="15682"/>
                    </a:cubicBezTo>
                    <a:cubicBezTo>
                      <a:pt x="811" y="15682"/>
                      <a:pt x="975" y="15621"/>
                      <a:pt x="1107" y="15485"/>
                    </a:cubicBezTo>
                    <a:lnTo>
                      <a:pt x="3672" y="12828"/>
                    </a:lnTo>
                    <a:lnTo>
                      <a:pt x="15021" y="12828"/>
                    </a:lnTo>
                    <a:cubicBezTo>
                      <a:pt x="15650" y="12828"/>
                      <a:pt x="16160" y="12318"/>
                      <a:pt x="16160" y="11689"/>
                    </a:cubicBezTo>
                    <a:lnTo>
                      <a:pt x="16160" y="1139"/>
                    </a:lnTo>
                    <a:cubicBezTo>
                      <a:pt x="16160" y="510"/>
                      <a:pt x="15650" y="0"/>
                      <a:pt x="1502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02" name="Google Shape;1102;p45"/>
              <p:cNvGrpSpPr/>
              <p:nvPr/>
            </p:nvGrpSpPr>
            <p:grpSpPr>
              <a:xfrm>
                <a:off x="4172480" y="2633067"/>
                <a:ext cx="764897" cy="804745"/>
                <a:chOff x="3553355" y="2633067"/>
                <a:chExt cx="764897" cy="804745"/>
              </a:xfrm>
            </p:grpSpPr>
            <p:sp>
              <p:nvSpPr>
                <p:cNvPr id="1103" name="Google Shape;1103;p45"/>
                <p:cNvSpPr/>
                <p:nvPr/>
              </p:nvSpPr>
              <p:spPr>
                <a:xfrm rot="1104954">
                  <a:off x="3914841" y="2818600"/>
                  <a:ext cx="33101" cy="333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8" h="1988" extrusionOk="0">
                      <a:moveTo>
                        <a:pt x="387" y="1"/>
                      </a:moveTo>
                      <a:cubicBezTo>
                        <a:pt x="173" y="1"/>
                        <a:pt x="0" y="174"/>
                        <a:pt x="0" y="386"/>
                      </a:cubicBezTo>
                      <a:lnTo>
                        <a:pt x="0" y="1601"/>
                      </a:lnTo>
                      <a:cubicBezTo>
                        <a:pt x="0" y="1814"/>
                        <a:pt x="173" y="1987"/>
                        <a:pt x="387" y="1987"/>
                      </a:cubicBezTo>
                      <a:lnTo>
                        <a:pt x="1601" y="1987"/>
                      </a:lnTo>
                      <a:cubicBezTo>
                        <a:pt x="1814" y="1987"/>
                        <a:pt x="1988" y="1814"/>
                        <a:pt x="1987" y="1601"/>
                      </a:cubicBezTo>
                      <a:lnTo>
                        <a:pt x="1987" y="386"/>
                      </a:lnTo>
                      <a:cubicBezTo>
                        <a:pt x="1987" y="174"/>
                        <a:pt x="1814" y="1"/>
                        <a:pt x="1601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04" name="Google Shape;1104;p45"/>
                <p:cNvSpPr/>
                <p:nvPr/>
              </p:nvSpPr>
              <p:spPr>
                <a:xfrm rot="1104954">
                  <a:off x="3991154" y="2795280"/>
                  <a:ext cx="33101" cy="333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8" h="1989" extrusionOk="0">
                      <a:moveTo>
                        <a:pt x="387" y="1"/>
                      </a:moveTo>
                      <a:cubicBezTo>
                        <a:pt x="173" y="1"/>
                        <a:pt x="1" y="175"/>
                        <a:pt x="1" y="387"/>
                      </a:cubicBezTo>
                      <a:lnTo>
                        <a:pt x="1" y="1601"/>
                      </a:lnTo>
                      <a:cubicBezTo>
                        <a:pt x="1" y="1815"/>
                        <a:pt x="173" y="1988"/>
                        <a:pt x="387" y="1988"/>
                      </a:cubicBezTo>
                      <a:lnTo>
                        <a:pt x="1601" y="1988"/>
                      </a:lnTo>
                      <a:cubicBezTo>
                        <a:pt x="1815" y="1988"/>
                        <a:pt x="1988" y="1815"/>
                        <a:pt x="1988" y="1601"/>
                      </a:cubicBezTo>
                      <a:lnTo>
                        <a:pt x="1988" y="387"/>
                      </a:lnTo>
                      <a:cubicBezTo>
                        <a:pt x="1988" y="175"/>
                        <a:pt x="1815" y="1"/>
                        <a:pt x="1601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05" name="Google Shape;1105;p45"/>
                <p:cNvSpPr/>
                <p:nvPr/>
              </p:nvSpPr>
              <p:spPr>
                <a:xfrm rot="1104954">
                  <a:off x="4028487" y="2891278"/>
                  <a:ext cx="33117" cy="333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9" h="1988" extrusionOk="0">
                      <a:moveTo>
                        <a:pt x="387" y="0"/>
                      </a:moveTo>
                      <a:cubicBezTo>
                        <a:pt x="174" y="0"/>
                        <a:pt x="1" y="173"/>
                        <a:pt x="1" y="387"/>
                      </a:cubicBezTo>
                      <a:lnTo>
                        <a:pt x="1" y="1601"/>
                      </a:lnTo>
                      <a:cubicBezTo>
                        <a:pt x="1" y="1815"/>
                        <a:pt x="175" y="1988"/>
                        <a:pt x="387" y="1988"/>
                      </a:cubicBezTo>
                      <a:lnTo>
                        <a:pt x="1601" y="1988"/>
                      </a:lnTo>
                      <a:cubicBezTo>
                        <a:pt x="1815" y="1988"/>
                        <a:pt x="1988" y="1814"/>
                        <a:pt x="1988" y="1601"/>
                      </a:cubicBezTo>
                      <a:lnTo>
                        <a:pt x="1988" y="387"/>
                      </a:lnTo>
                      <a:cubicBezTo>
                        <a:pt x="1988" y="173"/>
                        <a:pt x="1815" y="0"/>
                        <a:pt x="1601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06" name="Google Shape;1106;p45"/>
                <p:cNvSpPr/>
                <p:nvPr/>
              </p:nvSpPr>
              <p:spPr>
                <a:xfrm rot="1104954">
                  <a:off x="3638972" y="2710788"/>
                  <a:ext cx="593662" cy="6493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655" h="38702" extrusionOk="0">
                      <a:moveTo>
                        <a:pt x="24706" y="1134"/>
                      </a:moveTo>
                      <a:cubicBezTo>
                        <a:pt x="25021" y="1134"/>
                        <a:pt x="25277" y="1391"/>
                        <a:pt x="25277" y="1706"/>
                      </a:cubicBezTo>
                      <a:lnTo>
                        <a:pt x="25277" y="12256"/>
                      </a:lnTo>
                      <a:cubicBezTo>
                        <a:pt x="25277" y="12572"/>
                        <a:pt x="25021" y="12828"/>
                        <a:pt x="24706" y="12828"/>
                      </a:cubicBezTo>
                      <a:lnTo>
                        <a:pt x="13357" y="12828"/>
                      </a:lnTo>
                      <a:cubicBezTo>
                        <a:pt x="13204" y="12828"/>
                        <a:pt x="13057" y="12890"/>
                        <a:pt x="12950" y="13001"/>
                      </a:cubicBezTo>
                      <a:lnTo>
                        <a:pt x="10384" y="15658"/>
                      </a:lnTo>
                      <a:cubicBezTo>
                        <a:pt x="10376" y="15667"/>
                        <a:pt x="10360" y="15683"/>
                        <a:pt x="10333" y="15683"/>
                      </a:cubicBezTo>
                      <a:cubicBezTo>
                        <a:pt x="10324" y="15683"/>
                        <a:pt x="10313" y="15681"/>
                        <a:pt x="10301" y="15676"/>
                      </a:cubicBezTo>
                      <a:cubicBezTo>
                        <a:pt x="10283" y="15668"/>
                        <a:pt x="10272" y="15659"/>
                        <a:pt x="10265" y="15649"/>
                      </a:cubicBezTo>
                      <a:cubicBezTo>
                        <a:pt x="10264" y="15648"/>
                        <a:pt x="10264" y="15647"/>
                        <a:pt x="10263" y="15647"/>
                      </a:cubicBezTo>
                      <a:cubicBezTo>
                        <a:pt x="10253" y="15632"/>
                        <a:pt x="10252" y="15615"/>
                        <a:pt x="10252" y="15604"/>
                      </a:cubicBezTo>
                      <a:lnTo>
                        <a:pt x="10252" y="1706"/>
                      </a:lnTo>
                      <a:cubicBezTo>
                        <a:pt x="10252" y="1391"/>
                        <a:pt x="10509" y="1134"/>
                        <a:pt x="10824" y="1134"/>
                      </a:cubicBezTo>
                      <a:close/>
                      <a:moveTo>
                        <a:pt x="10824" y="0"/>
                      </a:moveTo>
                      <a:cubicBezTo>
                        <a:pt x="9883" y="0"/>
                        <a:pt x="9119" y="763"/>
                        <a:pt x="9119" y="1705"/>
                      </a:cubicBezTo>
                      <a:lnTo>
                        <a:pt x="9119" y="15604"/>
                      </a:lnTo>
                      <a:cubicBezTo>
                        <a:pt x="9119" y="15614"/>
                        <a:pt x="9120" y="15622"/>
                        <a:pt x="9120" y="15632"/>
                      </a:cubicBezTo>
                      <a:cubicBezTo>
                        <a:pt x="7740" y="16313"/>
                        <a:pt x="6704" y="17644"/>
                        <a:pt x="6432" y="19213"/>
                      </a:cubicBezTo>
                      <a:cubicBezTo>
                        <a:pt x="6238" y="20252"/>
                        <a:pt x="6323" y="21348"/>
                        <a:pt x="6589" y="22409"/>
                      </a:cubicBezTo>
                      <a:cubicBezTo>
                        <a:pt x="6457" y="22796"/>
                        <a:pt x="5990" y="23957"/>
                        <a:pt x="5052" y="24341"/>
                      </a:cubicBezTo>
                      <a:lnTo>
                        <a:pt x="3394" y="24161"/>
                      </a:lnTo>
                      <a:cubicBezTo>
                        <a:pt x="3373" y="24159"/>
                        <a:pt x="3352" y="24158"/>
                        <a:pt x="3332" y="24158"/>
                      </a:cubicBezTo>
                      <a:cubicBezTo>
                        <a:pt x="3039" y="24158"/>
                        <a:pt x="2791" y="24382"/>
                        <a:pt x="2767" y="24681"/>
                      </a:cubicBezTo>
                      <a:cubicBezTo>
                        <a:pt x="2743" y="24990"/>
                        <a:pt x="2986" y="25257"/>
                        <a:pt x="3294" y="25290"/>
                      </a:cubicBezTo>
                      <a:lnTo>
                        <a:pt x="4416" y="25413"/>
                      </a:lnTo>
                      <a:lnTo>
                        <a:pt x="4111" y="26634"/>
                      </a:lnTo>
                      <a:cubicBezTo>
                        <a:pt x="4035" y="26937"/>
                        <a:pt x="4208" y="27260"/>
                        <a:pt x="4512" y="27340"/>
                      </a:cubicBezTo>
                      <a:cubicBezTo>
                        <a:pt x="4560" y="27352"/>
                        <a:pt x="4609" y="27358"/>
                        <a:pt x="4656" y="27358"/>
                      </a:cubicBezTo>
                      <a:cubicBezTo>
                        <a:pt x="4911" y="27358"/>
                        <a:pt x="5141" y="27187"/>
                        <a:pt x="5206" y="26929"/>
                      </a:cubicBezTo>
                      <a:lnTo>
                        <a:pt x="5603" y="25338"/>
                      </a:lnTo>
                      <a:cubicBezTo>
                        <a:pt x="6284" y="25020"/>
                        <a:pt x="6771" y="24469"/>
                        <a:pt x="7104" y="23941"/>
                      </a:cubicBezTo>
                      <a:cubicBezTo>
                        <a:pt x="7551" y="24997"/>
                        <a:pt x="8145" y="25959"/>
                        <a:pt x="8774" y="26714"/>
                      </a:cubicBezTo>
                      <a:cubicBezTo>
                        <a:pt x="8886" y="26849"/>
                        <a:pt x="9048" y="26918"/>
                        <a:pt x="9210" y="26918"/>
                      </a:cubicBezTo>
                      <a:cubicBezTo>
                        <a:pt x="9338" y="26918"/>
                        <a:pt x="9467" y="26876"/>
                        <a:pt x="9574" y="26786"/>
                      </a:cubicBezTo>
                      <a:cubicBezTo>
                        <a:pt x="9813" y="26586"/>
                        <a:pt x="9846" y="26229"/>
                        <a:pt x="9646" y="25988"/>
                      </a:cubicBezTo>
                      <a:cubicBezTo>
                        <a:pt x="8069" y="24099"/>
                        <a:pt x="7204" y="21577"/>
                        <a:pt x="7546" y="19422"/>
                      </a:cubicBezTo>
                      <a:cubicBezTo>
                        <a:pt x="7775" y="18205"/>
                        <a:pt x="8508" y="17183"/>
                        <a:pt x="9675" y="16623"/>
                      </a:cubicBezTo>
                      <a:cubicBezTo>
                        <a:pt x="9759" y="16670"/>
                        <a:pt x="9975" y="16805"/>
                        <a:pt x="10331" y="16816"/>
                      </a:cubicBezTo>
                      <a:cubicBezTo>
                        <a:pt x="10349" y="16818"/>
                        <a:pt x="10368" y="16819"/>
                        <a:pt x="10387" y="16819"/>
                      </a:cubicBezTo>
                      <a:cubicBezTo>
                        <a:pt x="10769" y="16819"/>
                        <a:pt x="11256" y="16447"/>
                        <a:pt x="11526" y="16107"/>
                      </a:cubicBezTo>
                      <a:cubicBezTo>
                        <a:pt x="11585" y="16105"/>
                        <a:pt x="11644" y="16103"/>
                        <a:pt x="11702" y="16103"/>
                      </a:cubicBezTo>
                      <a:cubicBezTo>
                        <a:pt x="13714" y="16103"/>
                        <a:pt x="15061" y="17662"/>
                        <a:pt x="15074" y="17678"/>
                      </a:cubicBezTo>
                      <a:cubicBezTo>
                        <a:pt x="15187" y="17812"/>
                        <a:pt x="15347" y="17880"/>
                        <a:pt x="15509" y="17880"/>
                      </a:cubicBezTo>
                      <a:cubicBezTo>
                        <a:pt x="15638" y="17880"/>
                        <a:pt x="15767" y="17837"/>
                        <a:pt x="15873" y="17748"/>
                      </a:cubicBezTo>
                      <a:cubicBezTo>
                        <a:pt x="16113" y="17547"/>
                        <a:pt x="16144" y="17189"/>
                        <a:pt x="15943" y="16950"/>
                      </a:cubicBezTo>
                      <a:cubicBezTo>
                        <a:pt x="15880" y="16873"/>
                        <a:pt x="14606" y="15384"/>
                        <a:pt x="12557" y="15041"/>
                      </a:cubicBezTo>
                      <a:lnTo>
                        <a:pt x="13598" y="13962"/>
                      </a:lnTo>
                      <a:lnTo>
                        <a:pt x="24297" y="13962"/>
                      </a:lnTo>
                      <a:cubicBezTo>
                        <a:pt x="24752" y="14305"/>
                        <a:pt x="25198" y="14691"/>
                        <a:pt x="25632" y="15114"/>
                      </a:cubicBezTo>
                      <a:cubicBezTo>
                        <a:pt x="25284" y="15222"/>
                        <a:pt x="24878" y="15374"/>
                        <a:pt x="24460" y="15586"/>
                      </a:cubicBezTo>
                      <a:cubicBezTo>
                        <a:pt x="22932" y="16360"/>
                        <a:pt x="21973" y="17565"/>
                        <a:pt x="21686" y="19072"/>
                      </a:cubicBezTo>
                      <a:cubicBezTo>
                        <a:pt x="21636" y="19334"/>
                        <a:pt x="21770" y="19604"/>
                        <a:pt x="22014" y="19709"/>
                      </a:cubicBezTo>
                      <a:cubicBezTo>
                        <a:pt x="22090" y="19741"/>
                        <a:pt x="22167" y="19756"/>
                        <a:pt x="22241" y="19756"/>
                      </a:cubicBezTo>
                      <a:cubicBezTo>
                        <a:pt x="22508" y="19756"/>
                        <a:pt x="22746" y="19566"/>
                        <a:pt x="22797" y="19294"/>
                      </a:cubicBezTo>
                      <a:cubicBezTo>
                        <a:pt x="23083" y="17155"/>
                        <a:pt x="25695" y="16130"/>
                        <a:pt x="26786" y="16004"/>
                      </a:cubicBezTo>
                      <a:cubicBezTo>
                        <a:pt x="26817" y="16002"/>
                        <a:pt x="26883" y="16000"/>
                        <a:pt x="26978" y="16000"/>
                      </a:cubicBezTo>
                      <a:cubicBezTo>
                        <a:pt x="27504" y="16000"/>
                        <a:pt x="28922" y="16061"/>
                        <a:pt x="30358" y="16640"/>
                      </a:cubicBezTo>
                      <a:cubicBezTo>
                        <a:pt x="32436" y="17479"/>
                        <a:pt x="33695" y="19024"/>
                        <a:pt x="34113" y="21238"/>
                      </a:cubicBezTo>
                      <a:cubicBezTo>
                        <a:pt x="33912" y="21200"/>
                        <a:pt x="33719" y="21182"/>
                        <a:pt x="33534" y="21182"/>
                      </a:cubicBezTo>
                      <a:cubicBezTo>
                        <a:pt x="32683" y="21182"/>
                        <a:pt x="32000" y="21564"/>
                        <a:pt x="31433" y="22150"/>
                      </a:cubicBezTo>
                      <a:cubicBezTo>
                        <a:pt x="31211" y="22378"/>
                        <a:pt x="31236" y="22750"/>
                        <a:pt x="31481" y="22954"/>
                      </a:cubicBezTo>
                      <a:cubicBezTo>
                        <a:pt x="31584" y="23040"/>
                        <a:pt x="31709" y="23081"/>
                        <a:pt x="31833" y="23081"/>
                      </a:cubicBezTo>
                      <a:cubicBezTo>
                        <a:pt x="31990" y="23081"/>
                        <a:pt x="32145" y="23015"/>
                        <a:pt x="32255" y="22886"/>
                      </a:cubicBezTo>
                      <a:cubicBezTo>
                        <a:pt x="32457" y="22649"/>
                        <a:pt x="32630" y="22514"/>
                        <a:pt x="32879" y="22420"/>
                      </a:cubicBezTo>
                      <a:cubicBezTo>
                        <a:pt x="33074" y="22346"/>
                        <a:pt x="33281" y="22309"/>
                        <a:pt x="33497" y="22309"/>
                      </a:cubicBezTo>
                      <a:cubicBezTo>
                        <a:pt x="33738" y="22309"/>
                        <a:pt x="33991" y="22355"/>
                        <a:pt x="34255" y="22445"/>
                      </a:cubicBezTo>
                      <a:cubicBezTo>
                        <a:pt x="34486" y="26652"/>
                        <a:pt x="32052" y="28206"/>
                        <a:pt x="30757" y="28732"/>
                      </a:cubicBezTo>
                      <a:cubicBezTo>
                        <a:pt x="30892" y="24720"/>
                        <a:pt x="28870" y="23428"/>
                        <a:pt x="25630" y="22731"/>
                      </a:cubicBezTo>
                      <a:cubicBezTo>
                        <a:pt x="26904" y="21864"/>
                        <a:pt x="27261" y="20584"/>
                        <a:pt x="27279" y="20512"/>
                      </a:cubicBezTo>
                      <a:cubicBezTo>
                        <a:pt x="27360" y="20212"/>
                        <a:pt x="27180" y="19904"/>
                        <a:pt x="26880" y="19822"/>
                      </a:cubicBezTo>
                      <a:cubicBezTo>
                        <a:pt x="26830" y="19809"/>
                        <a:pt x="26781" y="19802"/>
                        <a:pt x="26732" y="19802"/>
                      </a:cubicBezTo>
                      <a:cubicBezTo>
                        <a:pt x="26483" y="19802"/>
                        <a:pt x="26254" y="19968"/>
                        <a:pt x="26184" y="20218"/>
                      </a:cubicBezTo>
                      <a:cubicBezTo>
                        <a:pt x="26166" y="20283"/>
                        <a:pt x="25734" y="21765"/>
                        <a:pt x="24017" y="22239"/>
                      </a:cubicBezTo>
                      <a:cubicBezTo>
                        <a:pt x="21713" y="21454"/>
                        <a:pt x="20235" y="20473"/>
                        <a:pt x="19882" y="18299"/>
                      </a:cubicBezTo>
                      <a:cubicBezTo>
                        <a:pt x="19837" y="18021"/>
                        <a:pt x="19596" y="17823"/>
                        <a:pt x="19323" y="17823"/>
                      </a:cubicBezTo>
                      <a:cubicBezTo>
                        <a:pt x="19293" y="17823"/>
                        <a:pt x="19262" y="17826"/>
                        <a:pt x="19231" y="17831"/>
                      </a:cubicBezTo>
                      <a:cubicBezTo>
                        <a:pt x="18922" y="17881"/>
                        <a:pt x="18712" y="18172"/>
                        <a:pt x="18762" y="18481"/>
                      </a:cubicBezTo>
                      <a:cubicBezTo>
                        <a:pt x="19216" y="21264"/>
                        <a:pt x="21138" y="22464"/>
                        <a:pt x="23794" y="23356"/>
                      </a:cubicBezTo>
                      <a:cubicBezTo>
                        <a:pt x="29090" y="24647"/>
                        <a:pt x="29915" y="25671"/>
                        <a:pt x="29542" y="29390"/>
                      </a:cubicBezTo>
                      <a:cubicBezTo>
                        <a:pt x="29474" y="29601"/>
                        <a:pt x="28628" y="32078"/>
                        <a:pt x="25994" y="32078"/>
                      </a:cubicBezTo>
                      <a:lnTo>
                        <a:pt x="12073" y="32078"/>
                      </a:lnTo>
                      <a:cubicBezTo>
                        <a:pt x="11917" y="32078"/>
                        <a:pt x="11767" y="32143"/>
                        <a:pt x="11659" y="32258"/>
                      </a:cubicBezTo>
                      <a:lnTo>
                        <a:pt x="7074" y="37155"/>
                      </a:lnTo>
                      <a:cubicBezTo>
                        <a:pt x="6827" y="37419"/>
                        <a:pt x="6481" y="37568"/>
                        <a:pt x="6119" y="37568"/>
                      </a:cubicBezTo>
                      <a:lnTo>
                        <a:pt x="4212" y="37568"/>
                      </a:lnTo>
                      <a:cubicBezTo>
                        <a:pt x="4031" y="37568"/>
                        <a:pt x="3921" y="37467"/>
                        <a:pt x="3871" y="37406"/>
                      </a:cubicBezTo>
                      <a:cubicBezTo>
                        <a:pt x="3822" y="37345"/>
                        <a:pt x="3746" y="37216"/>
                        <a:pt x="3783" y="37039"/>
                      </a:cubicBezTo>
                      <a:lnTo>
                        <a:pt x="4420" y="34069"/>
                      </a:lnTo>
                      <a:cubicBezTo>
                        <a:pt x="5302" y="33930"/>
                        <a:pt x="7200" y="33349"/>
                        <a:pt x="8207" y="30928"/>
                      </a:cubicBezTo>
                      <a:cubicBezTo>
                        <a:pt x="8328" y="30638"/>
                        <a:pt x="8192" y="30306"/>
                        <a:pt x="7903" y="30186"/>
                      </a:cubicBezTo>
                      <a:cubicBezTo>
                        <a:pt x="7831" y="30156"/>
                        <a:pt x="7758" y="30142"/>
                        <a:pt x="7685" y="30142"/>
                      </a:cubicBezTo>
                      <a:cubicBezTo>
                        <a:pt x="7463" y="30142"/>
                        <a:pt x="7252" y="30274"/>
                        <a:pt x="7161" y="30491"/>
                      </a:cubicBezTo>
                      <a:cubicBezTo>
                        <a:pt x="6351" y="32434"/>
                        <a:pt x="4849" y="32859"/>
                        <a:pt x="4228" y="32953"/>
                      </a:cubicBezTo>
                      <a:cubicBezTo>
                        <a:pt x="2696" y="30773"/>
                        <a:pt x="1146" y="28246"/>
                        <a:pt x="1265" y="25562"/>
                      </a:cubicBezTo>
                      <a:cubicBezTo>
                        <a:pt x="1265" y="25553"/>
                        <a:pt x="1265" y="25545"/>
                        <a:pt x="1265" y="25537"/>
                      </a:cubicBezTo>
                      <a:lnTo>
                        <a:pt x="1265" y="23020"/>
                      </a:lnTo>
                      <a:cubicBezTo>
                        <a:pt x="1265" y="23017"/>
                        <a:pt x="1265" y="23015"/>
                        <a:pt x="1265" y="23012"/>
                      </a:cubicBezTo>
                      <a:cubicBezTo>
                        <a:pt x="1212" y="19158"/>
                        <a:pt x="3746" y="15377"/>
                        <a:pt x="7293" y="14024"/>
                      </a:cubicBezTo>
                      <a:cubicBezTo>
                        <a:pt x="7585" y="13911"/>
                        <a:pt x="7732" y="13585"/>
                        <a:pt x="7621" y="13291"/>
                      </a:cubicBezTo>
                      <a:cubicBezTo>
                        <a:pt x="7534" y="13066"/>
                        <a:pt x="7319" y="12927"/>
                        <a:pt x="7091" y="12927"/>
                      </a:cubicBezTo>
                      <a:cubicBezTo>
                        <a:pt x="7024" y="12927"/>
                        <a:pt x="6955" y="12939"/>
                        <a:pt x="6889" y="12964"/>
                      </a:cubicBezTo>
                      <a:cubicBezTo>
                        <a:pt x="2914" y="14481"/>
                        <a:pt x="73" y="18712"/>
                        <a:pt x="132" y="23025"/>
                      </a:cubicBezTo>
                      <a:lnTo>
                        <a:pt x="132" y="25524"/>
                      </a:lnTo>
                      <a:cubicBezTo>
                        <a:pt x="1" y="28583"/>
                        <a:pt x="1695" y="31326"/>
                        <a:pt x="3347" y="33671"/>
                      </a:cubicBezTo>
                      <a:lnTo>
                        <a:pt x="2675" y="36801"/>
                      </a:lnTo>
                      <a:cubicBezTo>
                        <a:pt x="2564" y="37318"/>
                        <a:pt x="2717" y="37851"/>
                        <a:pt x="3092" y="38234"/>
                      </a:cubicBezTo>
                      <a:cubicBezTo>
                        <a:pt x="3395" y="38542"/>
                        <a:pt x="3816" y="38702"/>
                        <a:pt x="4246" y="38702"/>
                      </a:cubicBezTo>
                      <a:lnTo>
                        <a:pt x="6119" y="38702"/>
                      </a:lnTo>
                      <a:cubicBezTo>
                        <a:pt x="6791" y="38702"/>
                        <a:pt x="7441" y="38420"/>
                        <a:pt x="7901" y="37930"/>
                      </a:cubicBezTo>
                      <a:lnTo>
                        <a:pt x="12319" y="33212"/>
                      </a:lnTo>
                      <a:lnTo>
                        <a:pt x="25994" y="33212"/>
                      </a:lnTo>
                      <a:cubicBezTo>
                        <a:pt x="27478" y="33212"/>
                        <a:pt x="28754" y="32601"/>
                        <a:pt x="29683" y="31443"/>
                      </a:cubicBezTo>
                      <a:cubicBezTo>
                        <a:pt x="30124" y="30893"/>
                        <a:pt x="30387" y="30342"/>
                        <a:pt x="30521" y="30008"/>
                      </a:cubicBezTo>
                      <a:cubicBezTo>
                        <a:pt x="34616" y="28742"/>
                        <a:pt x="35654" y="25023"/>
                        <a:pt x="35362" y="22020"/>
                      </a:cubicBezTo>
                      <a:cubicBezTo>
                        <a:pt x="35362" y="22013"/>
                        <a:pt x="35361" y="22006"/>
                        <a:pt x="35360" y="21999"/>
                      </a:cubicBezTo>
                      <a:cubicBezTo>
                        <a:pt x="35019" y="18070"/>
                        <a:pt x="32662" y="16336"/>
                        <a:pt x="30744" y="15573"/>
                      </a:cubicBezTo>
                      <a:cubicBezTo>
                        <a:pt x="29176" y="14949"/>
                        <a:pt x="27670" y="14865"/>
                        <a:pt x="27024" y="14865"/>
                      </a:cubicBezTo>
                      <a:cubicBezTo>
                        <a:pt x="27007" y="14865"/>
                        <a:pt x="26991" y="14865"/>
                        <a:pt x="26975" y="14865"/>
                      </a:cubicBezTo>
                      <a:cubicBezTo>
                        <a:pt x="26563" y="14424"/>
                        <a:pt x="26137" y="14014"/>
                        <a:pt x="25702" y="13639"/>
                      </a:cubicBezTo>
                      <a:cubicBezTo>
                        <a:pt x="26131" y="13329"/>
                        <a:pt x="26412" y="12825"/>
                        <a:pt x="26412" y="12256"/>
                      </a:cubicBezTo>
                      <a:lnTo>
                        <a:pt x="26412" y="1705"/>
                      </a:lnTo>
                      <a:cubicBezTo>
                        <a:pt x="26412" y="763"/>
                        <a:pt x="25648" y="0"/>
                        <a:pt x="2470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07" name="Google Shape;1107;p45"/>
                <p:cNvSpPr/>
                <p:nvPr/>
              </p:nvSpPr>
              <p:spPr>
                <a:xfrm rot="1104954">
                  <a:off x="3945758" y="3200666"/>
                  <a:ext cx="57526" cy="218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55" h="1303" extrusionOk="0">
                      <a:moveTo>
                        <a:pt x="608" y="0"/>
                      </a:moveTo>
                      <a:cubicBezTo>
                        <a:pt x="333" y="0"/>
                        <a:pt x="92" y="201"/>
                        <a:pt x="49" y="481"/>
                      </a:cubicBezTo>
                      <a:cubicBezTo>
                        <a:pt x="1" y="790"/>
                        <a:pt x="214" y="1080"/>
                        <a:pt x="523" y="1128"/>
                      </a:cubicBezTo>
                      <a:cubicBezTo>
                        <a:pt x="1280" y="1243"/>
                        <a:pt x="2075" y="1303"/>
                        <a:pt x="2888" y="1303"/>
                      </a:cubicBezTo>
                      <a:cubicBezTo>
                        <a:pt x="3201" y="1303"/>
                        <a:pt x="3455" y="1048"/>
                        <a:pt x="3455" y="736"/>
                      </a:cubicBezTo>
                      <a:cubicBezTo>
                        <a:pt x="3455" y="423"/>
                        <a:pt x="3201" y="168"/>
                        <a:pt x="2888" y="168"/>
                      </a:cubicBezTo>
                      <a:cubicBezTo>
                        <a:pt x="2133" y="168"/>
                        <a:pt x="1395" y="115"/>
                        <a:pt x="695" y="7"/>
                      </a:cubicBezTo>
                      <a:cubicBezTo>
                        <a:pt x="666" y="2"/>
                        <a:pt x="637" y="0"/>
                        <a:pt x="60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08" name="Google Shape;1108;p45"/>
                <p:cNvSpPr/>
                <p:nvPr/>
              </p:nvSpPr>
              <p:spPr>
                <a:xfrm rot="1104954">
                  <a:off x="3809074" y="3022630"/>
                  <a:ext cx="142609" cy="1694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65" h="10098" extrusionOk="0">
                      <a:moveTo>
                        <a:pt x="628" y="1"/>
                      </a:moveTo>
                      <a:cubicBezTo>
                        <a:pt x="580" y="1"/>
                        <a:pt x="530" y="7"/>
                        <a:pt x="481" y="20"/>
                      </a:cubicBezTo>
                      <a:cubicBezTo>
                        <a:pt x="178" y="102"/>
                        <a:pt x="0" y="413"/>
                        <a:pt x="82" y="716"/>
                      </a:cubicBezTo>
                      <a:cubicBezTo>
                        <a:pt x="99" y="778"/>
                        <a:pt x="502" y="2242"/>
                        <a:pt x="1642" y="3989"/>
                      </a:cubicBezTo>
                      <a:cubicBezTo>
                        <a:pt x="2248" y="4918"/>
                        <a:pt x="3140" y="6032"/>
                        <a:pt x="4381" y="7035"/>
                      </a:cubicBezTo>
                      <a:cubicBezTo>
                        <a:pt x="3858" y="7474"/>
                        <a:pt x="3202" y="8232"/>
                        <a:pt x="2931" y="9403"/>
                      </a:cubicBezTo>
                      <a:cubicBezTo>
                        <a:pt x="2861" y="9709"/>
                        <a:pt x="3052" y="10012"/>
                        <a:pt x="3357" y="10082"/>
                      </a:cubicBezTo>
                      <a:cubicBezTo>
                        <a:pt x="3400" y="10093"/>
                        <a:pt x="3443" y="10097"/>
                        <a:pt x="3484" y="10097"/>
                      </a:cubicBezTo>
                      <a:cubicBezTo>
                        <a:pt x="3743" y="10097"/>
                        <a:pt x="3976" y="9920"/>
                        <a:pt x="4037" y="9658"/>
                      </a:cubicBezTo>
                      <a:cubicBezTo>
                        <a:pt x="4283" y="8592"/>
                        <a:pt x="4954" y="7991"/>
                        <a:pt x="5330" y="7731"/>
                      </a:cubicBezTo>
                      <a:cubicBezTo>
                        <a:pt x="6034" y="8195"/>
                        <a:pt x="6829" y="8615"/>
                        <a:pt x="7723" y="8953"/>
                      </a:cubicBezTo>
                      <a:cubicBezTo>
                        <a:pt x="7789" y="8977"/>
                        <a:pt x="7857" y="8990"/>
                        <a:pt x="7924" y="8990"/>
                      </a:cubicBezTo>
                      <a:cubicBezTo>
                        <a:pt x="8153" y="8990"/>
                        <a:pt x="8368" y="8849"/>
                        <a:pt x="8454" y="8623"/>
                      </a:cubicBezTo>
                      <a:cubicBezTo>
                        <a:pt x="8564" y="8330"/>
                        <a:pt x="8417" y="8003"/>
                        <a:pt x="8124" y="7892"/>
                      </a:cubicBezTo>
                      <a:cubicBezTo>
                        <a:pt x="5892" y="7052"/>
                        <a:pt x="3984" y="5501"/>
                        <a:pt x="2614" y="3403"/>
                      </a:cubicBezTo>
                      <a:cubicBezTo>
                        <a:pt x="1562" y="1802"/>
                        <a:pt x="1180" y="434"/>
                        <a:pt x="1176" y="419"/>
                      </a:cubicBezTo>
                      <a:cubicBezTo>
                        <a:pt x="1107" y="167"/>
                        <a:pt x="878" y="1"/>
                        <a:pt x="62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09" name="Google Shape;1109;p45"/>
                <p:cNvSpPr/>
                <p:nvPr/>
              </p:nvSpPr>
              <p:spPr>
                <a:xfrm rot="1104954">
                  <a:off x="3911567" y="2737343"/>
                  <a:ext cx="51982" cy="1581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22" h="9426" extrusionOk="0">
                      <a:moveTo>
                        <a:pt x="1988" y="5470"/>
                      </a:moveTo>
                      <a:lnTo>
                        <a:pt x="1988" y="6322"/>
                      </a:lnTo>
                      <a:lnTo>
                        <a:pt x="1134" y="6322"/>
                      </a:lnTo>
                      <a:lnTo>
                        <a:pt x="1134" y="5470"/>
                      </a:lnTo>
                      <a:close/>
                      <a:moveTo>
                        <a:pt x="1560" y="0"/>
                      </a:moveTo>
                      <a:cubicBezTo>
                        <a:pt x="1247" y="0"/>
                        <a:pt x="994" y="254"/>
                        <a:pt x="994" y="567"/>
                      </a:cubicBezTo>
                      <a:lnTo>
                        <a:pt x="994" y="4335"/>
                      </a:lnTo>
                      <a:lnTo>
                        <a:pt x="954" y="4335"/>
                      </a:lnTo>
                      <a:cubicBezTo>
                        <a:pt x="428" y="4335"/>
                        <a:pt x="1" y="4764"/>
                        <a:pt x="1" y="5288"/>
                      </a:cubicBezTo>
                      <a:lnTo>
                        <a:pt x="1" y="6503"/>
                      </a:lnTo>
                      <a:cubicBezTo>
                        <a:pt x="1" y="7029"/>
                        <a:pt x="428" y="7456"/>
                        <a:pt x="954" y="7456"/>
                      </a:cubicBezTo>
                      <a:lnTo>
                        <a:pt x="994" y="7456"/>
                      </a:lnTo>
                      <a:lnTo>
                        <a:pt x="994" y="8859"/>
                      </a:lnTo>
                      <a:cubicBezTo>
                        <a:pt x="994" y="9172"/>
                        <a:pt x="1247" y="9425"/>
                        <a:pt x="1560" y="9425"/>
                      </a:cubicBezTo>
                      <a:cubicBezTo>
                        <a:pt x="1874" y="9425"/>
                        <a:pt x="2127" y="9172"/>
                        <a:pt x="2127" y="8859"/>
                      </a:cubicBezTo>
                      <a:lnTo>
                        <a:pt x="2127" y="7456"/>
                      </a:lnTo>
                      <a:lnTo>
                        <a:pt x="2168" y="7456"/>
                      </a:lnTo>
                      <a:cubicBezTo>
                        <a:pt x="2693" y="7456"/>
                        <a:pt x="3121" y="7029"/>
                        <a:pt x="3121" y="6503"/>
                      </a:cubicBezTo>
                      <a:lnTo>
                        <a:pt x="3121" y="5288"/>
                      </a:lnTo>
                      <a:cubicBezTo>
                        <a:pt x="3121" y="4764"/>
                        <a:pt x="2693" y="4335"/>
                        <a:pt x="2168" y="4335"/>
                      </a:cubicBezTo>
                      <a:lnTo>
                        <a:pt x="2127" y="4335"/>
                      </a:lnTo>
                      <a:lnTo>
                        <a:pt x="2127" y="567"/>
                      </a:lnTo>
                      <a:cubicBezTo>
                        <a:pt x="2127" y="254"/>
                        <a:pt x="1874" y="0"/>
                        <a:pt x="156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10" name="Google Shape;1110;p45"/>
                <p:cNvSpPr/>
                <p:nvPr/>
              </p:nvSpPr>
              <p:spPr>
                <a:xfrm rot="1104954">
                  <a:off x="3973523" y="2757973"/>
                  <a:ext cx="51982" cy="1581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22" h="9426" extrusionOk="0">
                      <a:moveTo>
                        <a:pt x="1988" y="2715"/>
                      </a:moveTo>
                      <a:lnTo>
                        <a:pt x="1988" y="3567"/>
                      </a:lnTo>
                      <a:lnTo>
                        <a:pt x="1134" y="3567"/>
                      </a:lnTo>
                      <a:lnTo>
                        <a:pt x="1134" y="2715"/>
                      </a:lnTo>
                      <a:close/>
                      <a:moveTo>
                        <a:pt x="1561" y="0"/>
                      </a:moveTo>
                      <a:cubicBezTo>
                        <a:pt x="1247" y="0"/>
                        <a:pt x="994" y="254"/>
                        <a:pt x="994" y="567"/>
                      </a:cubicBezTo>
                      <a:lnTo>
                        <a:pt x="994" y="1580"/>
                      </a:lnTo>
                      <a:lnTo>
                        <a:pt x="954" y="1580"/>
                      </a:lnTo>
                      <a:cubicBezTo>
                        <a:pt x="428" y="1580"/>
                        <a:pt x="1" y="2007"/>
                        <a:pt x="1" y="2533"/>
                      </a:cubicBezTo>
                      <a:lnTo>
                        <a:pt x="1" y="3747"/>
                      </a:lnTo>
                      <a:cubicBezTo>
                        <a:pt x="1" y="4273"/>
                        <a:pt x="428" y="4701"/>
                        <a:pt x="954" y="4701"/>
                      </a:cubicBezTo>
                      <a:lnTo>
                        <a:pt x="994" y="4701"/>
                      </a:lnTo>
                      <a:lnTo>
                        <a:pt x="994" y="8859"/>
                      </a:lnTo>
                      <a:cubicBezTo>
                        <a:pt x="994" y="9172"/>
                        <a:pt x="1247" y="9425"/>
                        <a:pt x="1561" y="9425"/>
                      </a:cubicBezTo>
                      <a:cubicBezTo>
                        <a:pt x="1874" y="9425"/>
                        <a:pt x="2128" y="9172"/>
                        <a:pt x="2128" y="8859"/>
                      </a:cubicBezTo>
                      <a:lnTo>
                        <a:pt x="2128" y="4701"/>
                      </a:lnTo>
                      <a:lnTo>
                        <a:pt x="2168" y="4701"/>
                      </a:lnTo>
                      <a:cubicBezTo>
                        <a:pt x="2694" y="4701"/>
                        <a:pt x="3122" y="4273"/>
                        <a:pt x="3122" y="3747"/>
                      </a:cubicBezTo>
                      <a:lnTo>
                        <a:pt x="3122" y="2533"/>
                      </a:lnTo>
                      <a:cubicBezTo>
                        <a:pt x="3122" y="2007"/>
                        <a:pt x="2694" y="1580"/>
                        <a:pt x="2168" y="1580"/>
                      </a:cubicBezTo>
                      <a:lnTo>
                        <a:pt x="2128" y="1580"/>
                      </a:lnTo>
                      <a:lnTo>
                        <a:pt x="2128" y="567"/>
                      </a:lnTo>
                      <a:cubicBezTo>
                        <a:pt x="2128" y="254"/>
                        <a:pt x="1874" y="0"/>
                        <a:pt x="156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11" name="Google Shape;1111;p45"/>
                <p:cNvSpPr/>
                <p:nvPr/>
              </p:nvSpPr>
              <p:spPr>
                <a:xfrm rot="1104954">
                  <a:off x="4035492" y="2778605"/>
                  <a:ext cx="51965" cy="1581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21" h="9427" extrusionOk="0">
                      <a:moveTo>
                        <a:pt x="1987" y="7439"/>
                      </a:moveTo>
                      <a:lnTo>
                        <a:pt x="1987" y="8292"/>
                      </a:lnTo>
                      <a:lnTo>
                        <a:pt x="1135" y="8292"/>
                      </a:lnTo>
                      <a:lnTo>
                        <a:pt x="1135" y="7439"/>
                      </a:lnTo>
                      <a:close/>
                      <a:moveTo>
                        <a:pt x="1561" y="0"/>
                      </a:moveTo>
                      <a:cubicBezTo>
                        <a:pt x="1248" y="0"/>
                        <a:pt x="993" y="254"/>
                        <a:pt x="993" y="567"/>
                      </a:cubicBezTo>
                      <a:lnTo>
                        <a:pt x="993" y="6306"/>
                      </a:lnTo>
                      <a:lnTo>
                        <a:pt x="953" y="6306"/>
                      </a:lnTo>
                      <a:cubicBezTo>
                        <a:pt x="428" y="6306"/>
                        <a:pt x="0" y="6733"/>
                        <a:pt x="0" y="7259"/>
                      </a:cubicBezTo>
                      <a:lnTo>
                        <a:pt x="0" y="8473"/>
                      </a:lnTo>
                      <a:cubicBezTo>
                        <a:pt x="0" y="8999"/>
                        <a:pt x="428" y="9426"/>
                        <a:pt x="953" y="9426"/>
                      </a:cubicBezTo>
                      <a:lnTo>
                        <a:pt x="2167" y="9426"/>
                      </a:lnTo>
                      <a:cubicBezTo>
                        <a:pt x="2693" y="9426"/>
                        <a:pt x="3121" y="8999"/>
                        <a:pt x="3121" y="8473"/>
                      </a:cubicBezTo>
                      <a:lnTo>
                        <a:pt x="3121" y="7259"/>
                      </a:lnTo>
                      <a:cubicBezTo>
                        <a:pt x="3121" y="6733"/>
                        <a:pt x="2693" y="6306"/>
                        <a:pt x="2167" y="6306"/>
                      </a:cubicBezTo>
                      <a:lnTo>
                        <a:pt x="2128" y="6306"/>
                      </a:lnTo>
                      <a:lnTo>
                        <a:pt x="2128" y="567"/>
                      </a:lnTo>
                      <a:cubicBezTo>
                        <a:pt x="2128" y="254"/>
                        <a:pt x="1874" y="0"/>
                        <a:pt x="156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073" name="Google Shape;1073;p45"/>
          <p:cNvGrpSpPr/>
          <p:nvPr/>
        </p:nvGrpSpPr>
        <p:grpSpPr>
          <a:xfrm>
            <a:off x="148854" y="192594"/>
            <a:ext cx="599538" cy="619852"/>
            <a:chOff x="1082169" y="2497002"/>
            <a:chExt cx="1663996" cy="1720378"/>
          </a:xfrm>
        </p:grpSpPr>
        <p:sp>
          <p:nvSpPr>
            <p:cNvPr id="1074" name="Google Shape;1074;p45"/>
            <p:cNvSpPr/>
            <p:nvPr/>
          </p:nvSpPr>
          <p:spPr>
            <a:xfrm rot="-1002475">
              <a:off x="1255753" y="2656719"/>
              <a:ext cx="1316828" cy="1400943"/>
            </a:xfrm>
            <a:custGeom>
              <a:avLst/>
              <a:gdLst/>
              <a:ahLst/>
              <a:cxnLst/>
              <a:rect l="l" t="t" r="r" b="b"/>
              <a:pathLst>
                <a:path w="33267" h="35392" extrusionOk="0">
                  <a:moveTo>
                    <a:pt x="16501" y="1"/>
                  </a:moveTo>
                  <a:cubicBezTo>
                    <a:pt x="15873" y="110"/>
                    <a:pt x="14762" y="293"/>
                    <a:pt x="14762" y="293"/>
                  </a:cubicBezTo>
                  <a:cubicBezTo>
                    <a:pt x="12749" y="761"/>
                    <a:pt x="10902" y="1778"/>
                    <a:pt x="9405" y="3270"/>
                  </a:cubicBezTo>
                  <a:cubicBezTo>
                    <a:pt x="7289" y="5379"/>
                    <a:pt x="6118" y="8189"/>
                    <a:pt x="6108" y="11183"/>
                  </a:cubicBezTo>
                  <a:cubicBezTo>
                    <a:pt x="6102" y="13317"/>
                    <a:pt x="6696" y="15394"/>
                    <a:pt x="7829" y="17192"/>
                  </a:cubicBezTo>
                  <a:cubicBezTo>
                    <a:pt x="8647" y="18490"/>
                    <a:pt x="9079" y="19998"/>
                    <a:pt x="9079" y="21552"/>
                  </a:cubicBezTo>
                  <a:lnTo>
                    <a:pt x="9079" y="24669"/>
                  </a:lnTo>
                  <a:lnTo>
                    <a:pt x="9118" y="25929"/>
                  </a:lnTo>
                  <a:lnTo>
                    <a:pt x="9079" y="26273"/>
                  </a:lnTo>
                  <a:lnTo>
                    <a:pt x="9079" y="28907"/>
                  </a:lnTo>
                  <a:cubicBezTo>
                    <a:pt x="9079" y="29271"/>
                    <a:pt x="8783" y="29566"/>
                    <a:pt x="8418" y="29566"/>
                  </a:cubicBezTo>
                  <a:lnTo>
                    <a:pt x="5260" y="29566"/>
                  </a:lnTo>
                  <a:cubicBezTo>
                    <a:pt x="2360" y="29566"/>
                    <a:pt x="1" y="31925"/>
                    <a:pt x="1" y="34825"/>
                  </a:cubicBezTo>
                  <a:cubicBezTo>
                    <a:pt x="1" y="35137"/>
                    <a:pt x="254" y="35392"/>
                    <a:pt x="568" y="35392"/>
                  </a:cubicBezTo>
                  <a:cubicBezTo>
                    <a:pt x="881" y="35392"/>
                    <a:pt x="1134" y="35137"/>
                    <a:pt x="1134" y="34825"/>
                  </a:cubicBezTo>
                  <a:lnTo>
                    <a:pt x="1134" y="34824"/>
                  </a:lnTo>
                  <a:lnTo>
                    <a:pt x="32132" y="34824"/>
                  </a:lnTo>
                  <a:cubicBezTo>
                    <a:pt x="32132" y="35137"/>
                    <a:pt x="32386" y="35392"/>
                    <a:pt x="32700" y="35392"/>
                  </a:cubicBezTo>
                  <a:cubicBezTo>
                    <a:pt x="33012" y="35392"/>
                    <a:pt x="33266" y="35137"/>
                    <a:pt x="33266" y="34824"/>
                  </a:cubicBezTo>
                  <a:cubicBezTo>
                    <a:pt x="33266" y="33420"/>
                    <a:pt x="32719" y="32099"/>
                    <a:pt x="31726" y="31107"/>
                  </a:cubicBezTo>
                  <a:cubicBezTo>
                    <a:pt x="30734" y="30114"/>
                    <a:pt x="29413" y="29567"/>
                    <a:pt x="28007" y="29567"/>
                  </a:cubicBezTo>
                  <a:lnTo>
                    <a:pt x="20189" y="29567"/>
                  </a:lnTo>
                  <a:cubicBezTo>
                    <a:pt x="19825" y="29567"/>
                    <a:pt x="19528" y="29271"/>
                    <a:pt x="19528" y="28907"/>
                  </a:cubicBezTo>
                  <a:lnTo>
                    <a:pt x="19528" y="25916"/>
                  </a:lnTo>
                  <a:cubicBezTo>
                    <a:pt x="19528" y="25553"/>
                    <a:pt x="19825" y="25256"/>
                    <a:pt x="20189" y="25256"/>
                  </a:cubicBezTo>
                  <a:cubicBezTo>
                    <a:pt x="20502" y="25256"/>
                    <a:pt x="20756" y="25003"/>
                    <a:pt x="20756" y="24689"/>
                  </a:cubicBezTo>
                  <a:lnTo>
                    <a:pt x="22273" y="24689"/>
                  </a:lnTo>
                  <a:cubicBezTo>
                    <a:pt x="22273" y="25003"/>
                    <a:pt x="22527" y="25256"/>
                    <a:pt x="22840" y="25256"/>
                  </a:cubicBezTo>
                  <a:lnTo>
                    <a:pt x="24457" y="25256"/>
                  </a:lnTo>
                  <a:cubicBezTo>
                    <a:pt x="26005" y="25256"/>
                    <a:pt x="27282" y="24094"/>
                    <a:pt x="27428" y="22553"/>
                  </a:cubicBezTo>
                  <a:lnTo>
                    <a:pt x="27777" y="18874"/>
                  </a:lnTo>
                  <a:lnTo>
                    <a:pt x="28243" y="18874"/>
                  </a:lnTo>
                  <a:cubicBezTo>
                    <a:pt x="28800" y="18874"/>
                    <a:pt x="29307" y="18590"/>
                    <a:pt x="29600" y="18115"/>
                  </a:cubicBezTo>
                  <a:cubicBezTo>
                    <a:pt x="29891" y="17639"/>
                    <a:pt x="29914" y="17059"/>
                    <a:pt x="29663" y="16563"/>
                  </a:cubicBezTo>
                  <a:lnTo>
                    <a:pt x="28544" y="14356"/>
                  </a:lnTo>
                  <a:lnTo>
                    <a:pt x="28546" y="11219"/>
                  </a:lnTo>
                  <a:cubicBezTo>
                    <a:pt x="28546" y="5964"/>
                    <a:pt x="24928" y="1470"/>
                    <a:pt x="20024" y="330"/>
                  </a:cubicBezTo>
                  <a:cubicBezTo>
                    <a:pt x="18622" y="4"/>
                    <a:pt x="19051" y="233"/>
                    <a:pt x="18416" y="58"/>
                  </a:cubicBezTo>
                  <a:cubicBezTo>
                    <a:pt x="18414" y="58"/>
                    <a:pt x="18412" y="59"/>
                    <a:pt x="18409" y="59"/>
                  </a:cubicBezTo>
                  <a:cubicBezTo>
                    <a:pt x="18347" y="59"/>
                    <a:pt x="18049" y="1"/>
                    <a:pt x="18007" y="1"/>
                  </a:cubicBezTo>
                  <a:close/>
                </a:path>
              </a:pathLst>
            </a:custGeom>
            <a:solidFill>
              <a:schemeClr val="accent2"/>
            </a:solidFill>
            <a:ln w="762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76200" dir="1800000" algn="bl" rotWithShape="0">
                <a:schemeClr val="lt2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45"/>
            <p:cNvSpPr/>
            <p:nvPr/>
          </p:nvSpPr>
          <p:spPr>
            <a:xfrm rot="-1002475">
              <a:off x="1278198" y="2679168"/>
              <a:ext cx="1271901" cy="1356055"/>
            </a:xfrm>
            <a:custGeom>
              <a:avLst/>
              <a:gdLst/>
              <a:ahLst/>
              <a:cxnLst/>
              <a:rect l="l" t="t" r="r" b="b"/>
              <a:pathLst>
                <a:path w="32132" h="34258" extrusionOk="0">
                  <a:moveTo>
                    <a:pt x="16761" y="0"/>
                  </a:moveTo>
                  <a:cubicBezTo>
                    <a:pt x="10884" y="0"/>
                    <a:pt x="6127" y="4741"/>
                    <a:pt x="6108" y="10618"/>
                  </a:cubicBezTo>
                  <a:cubicBezTo>
                    <a:pt x="6102" y="12715"/>
                    <a:pt x="6701" y="14672"/>
                    <a:pt x="7741" y="16323"/>
                  </a:cubicBezTo>
                  <a:cubicBezTo>
                    <a:pt x="8620" y="17718"/>
                    <a:pt x="9079" y="19337"/>
                    <a:pt x="9079" y="20986"/>
                  </a:cubicBezTo>
                  <a:lnTo>
                    <a:pt x="9079" y="28340"/>
                  </a:lnTo>
                  <a:cubicBezTo>
                    <a:pt x="9079" y="29017"/>
                    <a:pt x="8529" y="29567"/>
                    <a:pt x="7851" y="29567"/>
                  </a:cubicBezTo>
                  <a:lnTo>
                    <a:pt x="4693" y="29567"/>
                  </a:lnTo>
                  <a:cubicBezTo>
                    <a:pt x="2101" y="29567"/>
                    <a:pt x="1" y="31667"/>
                    <a:pt x="1" y="34258"/>
                  </a:cubicBezTo>
                  <a:lnTo>
                    <a:pt x="32131" y="34258"/>
                  </a:lnTo>
                  <a:cubicBezTo>
                    <a:pt x="32131" y="31667"/>
                    <a:pt x="30032" y="29567"/>
                    <a:pt x="27440" y="29567"/>
                  </a:cubicBezTo>
                  <a:lnTo>
                    <a:pt x="19622" y="29567"/>
                  </a:lnTo>
                  <a:cubicBezTo>
                    <a:pt x="18944" y="29567"/>
                    <a:pt x="18395" y="29017"/>
                    <a:pt x="18395" y="28339"/>
                  </a:cubicBezTo>
                  <a:lnTo>
                    <a:pt x="18395" y="25349"/>
                  </a:lnTo>
                  <a:cubicBezTo>
                    <a:pt x="18395" y="24671"/>
                    <a:pt x="18944" y="24122"/>
                    <a:pt x="19622" y="24122"/>
                  </a:cubicBezTo>
                  <a:lnTo>
                    <a:pt x="23890" y="24122"/>
                  </a:lnTo>
                  <a:cubicBezTo>
                    <a:pt x="25137" y="24122"/>
                    <a:pt x="26179" y="23174"/>
                    <a:pt x="26297" y="21933"/>
                  </a:cubicBezTo>
                  <a:lnTo>
                    <a:pt x="26694" y="17739"/>
                  </a:lnTo>
                  <a:lnTo>
                    <a:pt x="27676" y="17739"/>
                  </a:lnTo>
                  <a:cubicBezTo>
                    <a:pt x="28440" y="17739"/>
                    <a:pt x="28935" y="16934"/>
                    <a:pt x="28590" y="16252"/>
                  </a:cubicBezTo>
                  <a:lnTo>
                    <a:pt x="27410" y="13924"/>
                  </a:lnTo>
                  <a:lnTo>
                    <a:pt x="27412" y="10652"/>
                  </a:lnTo>
                  <a:cubicBezTo>
                    <a:pt x="27412" y="4770"/>
                    <a:pt x="22643" y="1"/>
                    <a:pt x="167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45"/>
            <p:cNvSpPr/>
            <p:nvPr/>
          </p:nvSpPr>
          <p:spPr>
            <a:xfrm rot="-1002475">
              <a:off x="1517787" y="2809192"/>
              <a:ext cx="566046" cy="422120"/>
            </a:xfrm>
            <a:custGeom>
              <a:avLst/>
              <a:gdLst/>
              <a:ahLst/>
              <a:cxnLst/>
              <a:rect l="l" t="t" r="r" b="b"/>
              <a:pathLst>
                <a:path w="14300" h="10664" extrusionOk="0">
                  <a:moveTo>
                    <a:pt x="7108" y="1"/>
                  </a:moveTo>
                  <a:cubicBezTo>
                    <a:pt x="3183" y="1"/>
                    <a:pt x="0" y="3182"/>
                    <a:pt x="0" y="7109"/>
                  </a:cubicBezTo>
                  <a:lnTo>
                    <a:pt x="0" y="9508"/>
                  </a:lnTo>
                  <a:cubicBezTo>
                    <a:pt x="0" y="10145"/>
                    <a:pt x="517" y="10663"/>
                    <a:pt x="1156" y="10663"/>
                  </a:cubicBezTo>
                  <a:lnTo>
                    <a:pt x="2112" y="10663"/>
                  </a:lnTo>
                  <a:cubicBezTo>
                    <a:pt x="2499" y="10663"/>
                    <a:pt x="2860" y="10469"/>
                    <a:pt x="3074" y="10148"/>
                  </a:cubicBezTo>
                  <a:lnTo>
                    <a:pt x="3929" y="8864"/>
                  </a:lnTo>
                  <a:lnTo>
                    <a:pt x="9030" y="8864"/>
                  </a:lnTo>
                  <a:cubicBezTo>
                    <a:pt x="10564" y="8864"/>
                    <a:pt x="11809" y="7620"/>
                    <a:pt x="11809" y="6085"/>
                  </a:cubicBezTo>
                  <a:cubicBezTo>
                    <a:pt x="13184" y="6085"/>
                    <a:pt x="14300" y="4969"/>
                    <a:pt x="14300" y="3594"/>
                  </a:cubicBezTo>
                  <a:cubicBezTo>
                    <a:pt x="14300" y="1609"/>
                    <a:pt x="12691" y="1"/>
                    <a:pt x="1070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45"/>
            <p:cNvSpPr/>
            <p:nvPr/>
          </p:nvSpPr>
          <p:spPr>
            <a:xfrm rot="-1002475">
              <a:off x="2105720" y="3486731"/>
              <a:ext cx="588727" cy="446107"/>
            </a:xfrm>
            <a:custGeom>
              <a:avLst/>
              <a:gdLst/>
              <a:ahLst/>
              <a:cxnLst/>
              <a:rect l="l" t="t" r="r" b="b"/>
              <a:pathLst>
                <a:path w="14873" h="11270" extrusionOk="0">
                  <a:moveTo>
                    <a:pt x="1795" y="1"/>
                  </a:moveTo>
                  <a:cubicBezTo>
                    <a:pt x="805" y="1"/>
                    <a:pt x="1" y="805"/>
                    <a:pt x="1" y="1794"/>
                  </a:cubicBezTo>
                  <a:lnTo>
                    <a:pt x="1" y="4785"/>
                  </a:lnTo>
                  <a:cubicBezTo>
                    <a:pt x="1" y="5774"/>
                    <a:pt x="805" y="6578"/>
                    <a:pt x="1795" y="6578"/>
                  </a:cubicBezTo>
                  <a:lnTo>
                    <a:pt x="9613" y="6578"/>
                  </a:lnTo>
                  <a:cubicBezTo>
                    <a:pt x="10716" y="6578"/>
                    <a:pt x="11751" y="7008"/>
                    <a:pt x="12531" y="7787"/>
                  </a:cubicBezTo>
                  <a:cubicBezTo>
                    <a:pt x="13309" y="8565"/>
                    <a:pt x="13739" y="9601"/>
                    <a:pt x="13739" y="10703"/>
                  </a:cubicBezTo>
                  <a:cubicBezTo>
                    <a:pt x="13739" y="11016"/>
                    <a:pt x="13992" y="11270"/>
                    <a:pt x="14306" y="11270"/>
                  </a:cubicBezTo>
                  <a:cubicBezTo>
                    <a:pt x="14619" y="11270"/>
                    <a:pt x="14872" y="11016"/>
                    <a:pt x="14872" y="10703"/>
                  </a:cubicBezTo>
                  <a:cubicBezTo>
                    <a:pt x="14872" y="9297"/>
                    <a:pt x="14325" y="7977"/>
                    <a:pt x="13332" y="6985"/>
                  </a:cubicBezTo>
                  <a:cubicBezTo>
                    <a:pt x="12339" y="5992"/>
                    <a:pt x="11019" y="5445"/>
                    <a:pt x="9613" y="5445"/>
                  </a:cubicBezTo>
                  <a:lnTo>
                    <a:pt x="1795" y="5445"/>
                  </a:lnTo>
                  <a:cubicBezTo>
                    <a:pt x="1431" y="5445"/>
                    <a:pt x="1134" y="5149"/>
                    <a:pt x="1134" y="4785"/>
                  </a:cubicBezTo>
                  <a:lnTo>
                    <a:pt x="1134" y="1794"/>
                  </a:lnTo>
                  <a:cubicBezTo>
                    <a:pt x="1134" y="1431"/>
                    <a:pt x="1431" y="1134"/>
                    <a:pt x="1795" y="1134"/>
                  </a:cubicBezTo>
                  <a:cubicBezTo>
                    <a:pt x="2108" y="1134"/>
                    <a:pt x="2362" y="881"/>
                    <a:pt x="2362" y="567"/>
                  </a:cubicBezTo>
                  <a:cubicBezTo>
                    <a:pt x="2362" y="254"/>
                    <a:pt x="2108" y="1"/>
                    <a:pt x="17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45"/>
            <p:cNvSpPr/>
            <p:nvPr/>
          </p:nvSpPr>
          <p:spPr>
            <a:xfrm rot="-1002475">
              <a:off x="1258555" y="2675798"/>
              <a:ext cx="1184104" cy="1400943"/>
            </a:xfrm>
            <a:custGeom>
              <a:avLst/>
              <a:gdLst/>
              <a:ahLst/>
              <a:cxnLst/>
              <a:rect l="l" t="t" r="r" b="b"/>
              <a:pathLst>
                <a:path w="29914" h="35392" extrusionOk="0">
                  <a:moveTo>
                    <a:pt x="16501" y="1"/>
                  </a:moveTo>
                  <a:cubicBezTo>
                    <a:pt x="15873" y="110"/>
                    <a:pt x="14762" y="294"/>
                    <a:pt x="14760" y="294"/>
                  </a:cubicBezTo>
                  <a:cubicBezTo>
                    <a:pt x="12748" y="761"/>
                    <a:pt x="10901" y="1778"/>
                    <a:pt x="9404" y="3270"/>
                  </a:cubicBezTo>
                  <a:cubicBezTo>
                    <a:pt x="7288" y="5380"/>
                    <a:pt x="6118" y="8190"/>
                    <a:pt x="6108" y="11184"/>
                  </a:cubicBezTo>
                  <a:cubicBezTo>
                    <a:pt x="6101" y="13318"/>
                    <a:pt x="6696" y="15395"/>
                    <a:pt x="7829" y="17192"/>
                  </a:cubicBezTo>
                  <a:cubicBezTo>
                    <a:pt x="8647" y="18491"/>
                    <a:pt x="9078" y="19998"/>
                    <a:pt x="9078" y="21553"/>
                  </a:cubicBezTo>
                  <a:lnTo>
                    <a:pt x="9078" y="24671"/>
                  </a:lnTo>
                  <a:lnTo>
                    <a:pt x="9117" y="25929"/>
                  </a:lnTo>
                  <a:lnTo>
                    <a:pt x="9078" y="26273"/>
                  </a:lnTo>
                  <a:lnTo>
                    <a:pt x="9078" y="28907"/>
                  </a:lnTo>
                  <a:cubicBezTo>
                    <a:pt x="9078" y="29271"/>
                    <a:pt x="8783" y="29567"/>
                    <a:pt x="8418" y="29567"/>
                  </a:cubicBezTo>
                  <a:lnTo>
                    <a:pt x="5259" y="29567"/>
                  </a:lnTo>
                  <a:cubicBezTo>
                    <a:pt x="2359" y="29567"/>
                    <a:pt x="1" y="31926"/>
                    <a:pt x="1" y="34825"/>
                  </a:cubicBezTo>
                  <a:cubicBezTo>
                    <a:pt x="1" y="35138"/>
                    <a:pt x="254" y="35392"/>
                    <a:pt x="568" y="35392"/>
                  </a:cubicBezTo>
                  <a:cubicBezTo>
                    <a:pt x="881" y="35392"/>
                    <a:pt x="1134" y="35138"/>
                    <a:pt x="1134" y="34825"/>
                  </a:cubicBezTo>
                  <a:cubicBezTo>
                    <a:pt x="1134" y="32551"/>
                    <a:pt x="2984" y="30700"/>
                    <a:pt x="5259" y="30700"/>
                  </a:cubicBezTo>
                  <a:lnTo>
                    <a:pt x="8418" y="30700"/>
                  </a:lnTo>
                  <a:cubicBezTo>
                    <a:pt x="9407" y="30700"/>
                    <a:pt x="10213" y="29896"/>
                    <a:pt x="10213" y="28907"/>
                  </a:cubicBezTo>
                  <a:lnTo>
                    <a:pt x="10213" y="27408"/>
                  </a:lnTo>
                  <a:lnTo>
                    <a:pt x="10213" y="25804"/>
                  </a:lnTo>
                  <a:lnTo>
                    <a:pt x="10213" y="21553"/>
                  </a:lnTo>
                  <a:cubicBezTo>
                    <a:pt x="10213" y="19785"/>
                    <a:pt x="9719" y="18068"/>
                    <a:pt x="8787" y="16587"/>
                  </a:cubicBezTo>
                  <a:cubicBezTo>
                    <a:pt x="7770" y="14973"/>
                    <a:pt x="7236" y="13105"/>
                    <a:pt x="7242" y="11187"/>
                  </a:cubicBezTo>
                  <a:cubicBezTo>
                    <a:pt x="7250" y="8496"/>
                    <a:pt x="8303" y="5970"/>
                    <a:pt x="10204" y="4074"/>
                  </a:cubicBezTo>
                  <a:cubicBezTo>
                    <a:pt x="12105" y="2181"/>
                    <a:pt x="14630" y="1137"/>
                    <a:pt x="17318" y="1134"/>
                  </a:cubicBezTo>
                  <a:lnTo>
                    <a:pt x="17337" y="1134"/>
                  </a:lnTo>
                  <a:cubicBezTo>
                    <a:pt x="22893" y="1140"/>
                    <a:pt x="27411" y="5662"/>
                    <a:pt x="27411" y="11219"/>
                  </a:cubicBezTo>
                  <a:lnTo>
                    <a:pt x="27409" y="14491"/>
                  </a:lnTo>
                  <a:cubicBezTo>
                    <a:pt x="27409" y="14580"/>
                    <a:pt x="27430" y="14668"/>
                    <a:pt x="27471" y="14748"/>
                  </a:cubicBezTo>
                  <a:lnTo>
                    <a:pt x="28651" y="17076"/>
                  </a:lnTo>
                  <a:cubicBezTo>
                    <a:pt x="28755" y="17282"/>
                    <a:pt x="28673" y="17456"/>
                    <a:pt x="28633" y="17522"/>
                  </a:cubicBezTo>
                  <a:cubicBezTo>
                    <a:pt x="28593" y="17587"/>
                    <a:pt x="28474" y="17740"/>
                    <a:pt x="28242" y="17740"/>
                  </a:cubicBezTo>
                  <a:lnTo>
                    <a:pt x="27261" y="17740"/>
                  </a:lnTo>
                  <a:cubicBezTo>
                    <a:pt x="26969" y="17740"/>
                    <a:pt x="26724" y="17963"/>
                    <a:pt x="26697" y="18254"/>
                  </a:cubicBezTo>
                  <a:lnTo>
                    <a:pt x="26299" y="22446"/>
                  </a:lnTo>
                  <a:cubicBezTo>
                    <a:pt x="26209" y="23402"/>
                    <a:pt x="25417" y="24123"/>
                    <a:pt x="24457" y="24123"/>
                  </a:cubicBezTo>
                  <a:lnTo>
                    <a:pt x="22840" y="24123"/>
                  </a:lnTo>
                  <a:cubicBezTo>
                    <a:pt x="22526" y="24123"/>
                    <a:pt x="22273" y="24377"/>
                    <a:pt x="22273" y="24689"/>
                  </a:cubicBezTo>
                  <a:cubicBezTo>
                    <a:pt x="22273" y="25003"/>
                    <a:pt x="22526" y="25257"/>
                    <a:pt x="22840" y="25257"/>
                  </a:cubicBezTo>
                  <a:lnTo>
                    <a:pt x="24457" y="25257"/>
                  </a:lnTo>
                  <a:cubicBezTo>
                    <a:pt x="26005" y="25257"/>
                    <a:pt x="27282" y="24094"/>
                    <a:pt x="27428" y="22553"/>
                  </a:cubicBezTo>
                  <a:lnTo>
                    <a:pt x="27777" y="18874"/>
                  </a:lnTo>
                  <a:lnTo>
                    <a:pt x="28242" y="18874"/>
                  </a:lnTo>
                  <a:cubicBezTo>
                    <a:pt x="28800" y="18874"/>
                    <a:pt x="29307" y="18590"/>
                    <a:pt x="29600" y="18115"/>
                  </a:cubicBezTo>
                  <a:cubicBezTo>
                    <a:pt x="29891" y="17639"/>
                    <a:pt x="29914" y="17060"/>
                    <a:pt x="29661" y="16563"/>
                  </a:cubicBezTo>
                  <a:lnTo>
                    <a:pt x="28544" y="14356"/>
                  </a:lnTo>
                  <a:lnTo>
                    <a:pt x="28546" y="11219"/>
                  </a:lnTo>
                  <a:cubicBezTo>
                    <a:pt x="28546" y="5964"/>
                    <a:pt x="24928" y="1470"/>
                    <a:pt x="20024" y="330"/>
                  </a:cubicBezTo>
                  <a:cubicBezTo>
                    <a:pt x="18622" y="4"/>
                    <a:pt x="19051" y="234"/>
                    <a:pt x="18416" y="58"/>
                  </a:cubicBezTo>
                  <a:cubicBezTo>
                    <a:pt x="18414" y="58"/>
                    <a:pt x="18412" y="59"/>
                    <a:pt x="18409" y="59"/>
                  </a:cubicBezTo>
                  <a:cubicBezTo>
                    <a:pt x="18347" y="59"/>
                    <a:pt x="18049" y="1"/>
                    <a:pt x="180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45"/>
            <p:cNvSpPr/>
            <p:nvPr/>
          </p:nvSpPr>
          <p:spPr>
            <a:xfrm rot="-1002475">
              <a:off x="1495332" y="2786710"/>
              <a:ext cx="610933" cy="467007"/>
            </a:xfrm>
            <a:custGeom>
              <a:avLst/>
              <a:gdLst/>
              <a:ahLst/>
              <a:cxnLst/>
              <a:rect l="l" t="t" r="r" b="b"/>
              <a:pathLst>
                <a:path w="15434" h="11798" extrusionOk="0">
                  <a:moveTo>
                    <a:pt x="9688" y="1"/>
                  </a:moveTo>
                  <a:cubicBezTo>
                    <a:pt x="9374" y="1"/>
                    <a:pt x="9121" y="254"/>
                    <a:pt x="9121" y="568"/>
                  </a:cubicBezTo>
                  <a:cubicBezTo>
                    <a:pt x="9121" y="881"/>
                    <a:pt x="9374" y="1134"/>
                    <a:pt x="9688" y="1134"/>
                  </a:cubicBezTo>
                  <a:lnTo>
                    <a:pt x="11274" y="1134"/>
                  </a:lnTo>
                  <a:cubicBezTo>
                    <a:pt x="12943" y="1134"/>
                    <a:pt x="14300" y="2492"/>
                    <a:pt x="14300" y="4161"/>
                  </a:cubicBezTo>
                  <a:cubicBezTo>
                    <a:pt x="14300" y="5030"/>
                    <a:pt x="13721" y="5767"/>
                    <a:pt x="12928" y="6005"/>
                  </a:cubicBezTo>
                  <a:cubicBezTo>
                    <a:pt x="12879" y="5505"/>
                    <a:pt x="12725" y="4834"/>
                    <a:pt x="12287" y="4314"/>
                  </a:cubicBezTo>
                  <a:cubicBezTo>
                    <a:pt x="12486" y="3967"/>
                    <a:pt x="12579" y="3582"/>
                    <a:pt x="12560" y="3174"/>
                  </a:cubicBezTo>
                  <a:cubicBezTo>
                    <a:pt x="12547" y="2870"/>
                    <a:pt x="12299" y="2633"/>
                    <a:pt x="11995" y="2633"/>
                  </a:cubicBezTo>
                  <a:cubicBezTo>
                    <a:pt x="11986" y="2633"/>
                    <a:pt x="11977" y="2633"/>
                    <a:pt x="11968" y="2633"/>
                  </a:cubicBezTo>
                  <a:cubicBezTo>
                    <a:pt x="11655" y="2648"/>
                    <a:pt x="11413" y="2913"/>
                    <a:pt x="11428" y="3225"/>
                  </a:cubicBezTo>
                  <a:cubicBezTo>
                    <a:pt x="11443" y="3572"/>
                    <a:pt x="11289" y="3872"/>
                    <a:pt x="10956" y="4140"/>
                  </a:cubicBezTo>
                  <a:cubicBezTo>
                    <a:pt x="10668" y="4372"/>
                    <a:pt x="10358" y="4483"/>
                    <a:pt x="10348" y="4487"/>
                  </a:cubicBezTo>
                  <a:cubicBezTo>
                    <a:pt x="10052" y="4588"/>
                    <a:pt x="9894" y="4909"/>
                    <a:pt x="9994" y="5204"/>
                  </a:cubicBezTo>
                  <a:cubicBezTo>
                    <a:pt x="10073" y="5441"/>
                    <a:pt x="10294" y="5591"/>
                    <a:pt x="10531" y="5591"/>
                  </a:cubicBezTo>
                  <a:cubicBezTo>
                    <a:pt x="10591" y="5591"/>
                    <a:pt x="10651" y="5581"/>
                    <a:pt x="10712" y="5560"/>
                  </a:cubicBezTo>
                  <a:cubicBezTo>
                    <a:pt x="10755" y="5546"/>
                    <a:pt x="11110" y="5421"/>
                    <a:pt x="11498" y="5150"/>
                  </a:cubicBezTo>
                  <a:cubicBezTo>
                    <a:pt x="11809" y="5617"/>
                    <a:pt x="11834" y="6323"/>
                    <a:pt x="11810" y="6602"/>
                  </a:cubicBezTo>
                  <a:cubicBezTo>
                    <a:pt x="11810" y="6610"/>
                    <a:pt x="11810" y="6617"/>
                    <a:pt x="11809" y="6626"/>
                  </a:cubicBezTo>
                  <a:cubicBezTo>
                    <a:pt x="11809" y="6634"/>
                    <a:pt x="11808" y="6644"/>
                    <a:pt x="11808" y="6653"/>
                  </a:cubicBezTo>
                  <a:cubicBezTo>
                    <a:pt x="11808" y="7872"/>
                    <a:pt x="10816" y="8864"/>
                    <a:pt x="9597" y="8864"/>
                  </a:cubicBezTo>
                  <a:lnTo>
                    <a:pt x="4495" y="8864"/>
                  </a:lnTo>
                  <a:cubicBezTo>
                    <a:pt x="4305" y="8864"/>
                    <a:pt x="4128" y="8960"/>
                    <a:pt x="4023" y="9118"/>
                  </a:cubicBezTo>
                  <a:lnTo>
                    <a:pt x="3168" y="10401"/>
                  </a:lnTo>
                  <a:cubicBezTo>
                    <a:pt x="3058" y="10566"/>
                    <a:pt x="2876" y="10663"/>
                    <a:pt x="2678" y="10663"/>
                  </a:cubicBezTo>
                  <a:lnTo>
                    <a:pt x="1722" y="10663"/>
                  </a:lnTo>
                  <a:cubicBezTo>
                    <a:pt x="1397" y="10663"/>
                    <a:pt x="1133" y="10399"/>
                    <a:pt x="1133" y="10076"/>
                  </a:cubicBezTo>
                  <a:lnTo>
                    <a:pt x="1133" y="7677"/>
                  </a:lnTo>
                  <a:cubicBezTo>
                    <a:pt x="1133" y="6032"/>
                    <a:pt x="1746" y="4459"/>
                    <a:pt x="2858" y="3249"/>
                  </a:cubicBezTo>
                  <a:cubicBezTo>
                    <a:pt x="3964" y="2047"/>
                    <a:pt x="5466" y="1305"/>
                    <a:pt x="7085" y="1160"/>
                  </a:cubicBezTo>
                  <a:cubicBezTo>
                    <a:pt x="7399" y="1133"/>
                    <a:pt x="7628" y="858"/>
                    <a:pt x="7601" y="547"/>
                  </a:cubicBezTo>
                  <a:cubicBezTo>
                    <a:pt x="7574" y="252"/>
                    <a:pt x="7328" y="30"/>
                    <a:pt x="7039" y="30"/>
                  </a:cubicBezTo>
                  <a:cubicBezTo>
                    <a:pt x="7022" y="30"/>
                    <a:pt x="7004" y="31"/>
                    <a:pt x="6986" y="32"/>
                  </a:cubicBezTo>
                  <a:cubicBezTo>
                    <a:pt x="5084" y="201"/>
                    <a:pt x="3321" y="1071"/>
                    <a:pt x="2025" y="2483"/>
                  </a:cubicBezTo>
                  <a:cubicBezTo>
                    <a:pt x="719" y="3902"/>
                    <a:pt x="1" y="5747"/>
                    <a:pt x="1" y="7677"/>
                  </a:cubicBezTo>
                  <a:lnTo>
                    <a:pt x="1" y="10076"/>
                  </a:lnTo>
                  <a:cubicBezTo>
                    <a:pt x="1" y="11025"/>
                    <a:pt x="773" y="11798"/>
                    <a:pt x="1722" y="11798"/>
                  </a:cubicBezTo>
                  <a:lnTo>
                    <a:pt x="2679" y="11798"/>
                  </a:lnTo>
                  <a:cubicBezTo>
                    <a:pt x="3256" y="11798"/>
                    <a:pt x="3793" y="11511"/>
                    <a:pt x="4112" y="11030"/>
                  </a:cubicBezTo>
                  <a:lnTo>
                    <a:pt x="4800" y="9999"/>
                  </a:lnTo>
                  <a:lnTo>
                    <a:pt x="9597" y="9999"/>
                  </a:lnTo>
                  <a:cubicBezTo>
                    <a:pt x="11264" y="9999"/>
                    <a:pt x="12650" y="8772"/>
                    <a:pt x="12902" y="7175"/>
                  </a:cubicBezTo>
                  <a:cubicBezTo>
                    <a:pt x="14338" y="6924"/>
                    <a:pt x="15434" y="5668"/>
                    <a:pt x="15434" y="4162"/>
                  </a:cubicBezTo>
                  <a:cubicBezTo>
                    <a:pt x="15434" y="1868"/>
                    <a:pt x="13568" y="1"/>
                    <a:pt x="112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45"/>
            <p:cNvSpPr/>
            <p:nvPr/>
          </p:nvSpPr>
          <p:spPr>
            <a:xfrm rot="-1002475">
              <a:off x="1625186" y="3048514"/>
              <a:ext cx="134822" cy="82453"/>
            </a:xfrm>
            <a:custGeom>
              <a:avLst/>
              <a:gdLst/>
              <a:ahLst/>
              <a:cxnLst/>
              <a:rect l="l" t="t" r="r" b="b"/>
              <a:pathLst>
                <a:path w="3406" h="2083" extrusionOk="0">
                  <a:moveTo>
                    <a:pt x="2760" y="1"/>
                  </a:moveTo>
                  <a:cubicBezTo>
                    <a:pt x="2547" y="1"/>
                    <a:pt x="2344" y="121"/>
                    <a:pt x="2247" y="325"/>
                  </a:cubicBezTo>
                  <a:cubicBezTo>
                    <a:pt x="2098" y="638"/>
                    <a:pt x="1822" y="830"/>
                    <a:pt x="1402" y="911"/>
                  </a:cubicBezTo>
                  <a:cubicBezTo>
                    <a:pt x="1247" y="940"/>
                    <a:pt x="1100" y="949"/>
                    <a:pt x="981" y="949"/>
                  </a:cubicBezTo>
                  <a:cubicBezTo>
                    <a:pt x="817" y="949"/>
                    <a:pt x="706" y="933"/>
                    <a:pt x="701" y="931"/>
                  </a:cubicBezTo>
                  <a:cubicBezTo>
                    <a:pt x="670" y="927"/>
                    <a:pt x="640" y="924"/>
                    <a:pt x="610" y="924"/>
                  </a:cubicBezTo>
                  <a:cubicBezTo>
                    <a:pt x="338" y="924"/>
                    <a:pt x="97" y="1121"/>
                    <a:pt x="51" y="1400"/>
                  </a:cubicBezTo>
                  <a:cubicBezTo>
                    <a:pt x="1" y="1708"/>
                    <a:pt x="210" y="2000"/>
                    <a:pt x="519" y="2050"/>
                  </a:cubicBezTo>
                  <a:cubicBezTo>
                    <a:pt x="549" y="2056"/>
                    <a:pt x="726" y="2083"/>
                    <a:pt x="980" y="2083"/>
                  </a:cubicBezTo>
                  <a:cubicBezTo>
                    <a:pt x="1150" y="2083"/>
                    <a:pt x="1354" y="2071"/>
                    <a:pt x="1573" y="2033"/>
                  </a:cubicBezTo>
                  <a:cubicBezTo>
                    <a:pt x="2373" y="1890"/>
                    <a:pt x="2959" y="1468"/>
                    <a:pt x="3272" y="811"/>
                  </a:cubicBezTo>
                  <a:cubicBezTo>
                    <a:pt x="3406" y="528"/>
                    <a:pt x="3285" y="190"/>
                    <a:pt x="3002" y="56"/>
                  </a:cubicBezTo>
                  <a:cubicBezTo>
                    <a:pt x="2924" y="19"/>
                    <a:pt x="2841" y="1"/>
                    <a:pt x="27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60" name="Google Shape;1060;p45"/>
          <p:cNvSpPr txBox="1">
            <a:spLocks noGrp="1"/>
          </p:cNvSpPr>
          <p:nvPr>
            <p:ph type="title"/>
          </p:nvPr>
        </p:nvSpPr>
        <p:spPr>
          <a:xfrm>
            <a:off x="896231" y="60606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-Strengths &amp; Weaknesses-</a:t>
            </a:r>
            <a:endParaRPr dirty="0"/>
          </a:p>
        </p:txBody>
      </p:sp>
      <p:sp>
        <p:nvSpPr>
          <p:cNvPr id="1061" name="Google Shape;1061;p45"/>
          <p:cNvSpPr txBox="1">
            <a:spLocks noGrp="1"/>
          </p:cNvSpPr>
          <p:nvPr>
            <p:ph type="subTitle" idx="1"/>
          </p:nvPr>
        </p:nvSpPr>
        <p:spPr>
          <a:xfrm>
            <a:off x="1293019" y="1545137"/>
            <a:ext cx="3243015" cy="1224736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dirty="0"/>
              <a:t>📌 </a:t>
            </a:r>
            <a:r>
              <a:rPr lang="en-US" b="1" dirty="0"/>
              <a:t>AI Strengths:</a:t>
            </a:r>
          </a:p>
          <a:p>
            <a:pPr marL="0" lvl="0" indent="0" algn="l" rtl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dirty="0"/>
              <a:t>✅ High-speed processing</a:t>
            </a:r>
          </a:p>
          <a:p>
            <a:pPr marL="0" lvl="0" indent="0" algn="l" rtl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dirty="0"/>
              <a:t>✅ Can analyze massive datasets</a:t>
            </a:r>
          </a:p>
          <a:p>
            <a:pPr marL="0" lvl="0" indent="0" algn="l" rtl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dirty="0"/>
              <a:t>✅ No fatigue or emotional influence</a:t>
            </a:r>
          </a:p>
        </p:txBody>
      </p:sp>
      <p:sp>
        <p:nvSpPr>
          <p:cNvPr id="1062" name="Google Shape;1062;p45"/>
          <p:cNvSpPr txBox="1">
            <a:spLocks noGrp="1"/>
          </p:cNvSpPr>
          <p:nvPr>
            <p:ph type="subTitle" idx="2"/>
          </p:nvPr>
        </p:nvSpPr>
        <p:spPr>
          <a:xfrm>
            <a:off x="4564856" y="1546006"/>
            <a:ext cx="3243015" cy="123876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dirty="0"/>
              <a:t>📌 </a:t>
            </a:r>
            <a:r>
              <a:rPr lang="en-US" b="1" dirty="0"/>
              <a:t>Human Strengths:</a:t>
            </a:r>
            <a:br>
              <a:rPr lang="en-US" dirty="0"/>
            </a:br>
            <a:r>
              <a:rPr lang="en-US" dirty="0"/>
              <a:t>✅ Emotional intelligence &amp; creativity</a:t>
            </a:r>
            <a:br>
              <a:rPr lang="en-US" dirty="0"/>
            </a:br>
            <a:r>
              <a:rPr lang="en-US" dirty="0"/>
              <a:t>✅ Learns with fewer examples</a:t>
            </a:r>
            <a:br>
              <a:rPr lang="en-US" dirty="0"/>
            </a:br>
            <a:r>
              <a:rPr lang="en-US" dirty="0"/>
              <a:t>✅ Can make decisions based on morality</a:t>
            </a:r>
            <a:endParaRPr dirty="0"/>
          </a:p>
        </p:txBody>
      </p:sp>
      <p:sp>
        <p:nvSpPr>
          <p:cNvPr id="1063" name="Google Shape;1063;p45"/>
          <p:cNvSpPr txBox="1">
            <a:spLocks noGrp="1"/>
          </p:cNvSpPr>
          <p:nvPr>
            <p:ph type="subTitle" idx="3"/>
          </p:nvPr>
        </p:nvSpPr>
        <p:spPr>
          <a:xfrm>
            <a:off x="1293047" y="2809823"/>
            <a:ext cx="3257274" cy="1235510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dirty="0"/>
              <a:t>📌 </a:t>
            </a:r>
            <a:r>
              <a:rPr lang="en-US" b="1" dirty="0"/>
              <a:t>AI Weaknesses:</a:t>
            </a:r>
            <a:br>
              <a:rPr lang="en-US" dirty="0"/>
            </a:br>
            <a:r>
              <a:rPr lang="en-US" dirty="0"/>
              <a:t>❌ Lacks creativity &amp; common sense</a:t>
            </a:r>
            <a:br>
              <a:rPr lang="en-US" dirty="0"/>
            </a:br>
            <a:r>
              <a:rPr lang="en-US" dirty="0"/>
              <a:t>❌ Needs large amounts of data</a:t>
            </a:r>
            <a:br>
              <a:rPr lang="en-US" dirty="0"/>
            </a:br>
            <a:r>
              <a:rPr lang="en-US" dirty="0"/>
              <a:t>❌ Struggles with real-world     	    adaptability</a:t>
            </a:r>
            <a:endParaRPr dirty="0"/>
          </a:p>
        </p:txBody>
      </p:sp>
      <p:sp>
        <p:nvSpPr>
          <p:cNvPr id="1064" name="Google Shape;1064;p45"/>
          <p:cNvSpPr txBox="1">
            <a:spLocks noGrp="1"/>
          </p:cNvSpPr>
          <p:nvPr>
            <p:ph type="subTitle" idx="4"/>
          </p:nvPr>
        </p:nvSpPr>
        <p:spPr>
          <a:xfrm>
            <a:off x="4564857" y="2784355"/>
            <a:ext cx="3243014" cy="1256292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dirty="0"/>
              <a:t>📌 </a:t>
            </a:r>
            <a:r>
              <a:rPr lang="en-US" b="1" dirty="0"/>
              <a:t>Human Weaknesses:</a:t>
            </a:r>
            <a:br>
              <a:rPr lang="en-US" dirty="0"/>
            </a:br>
            <a:r>
              <a:rPr lang="en-US" dirty="0"/>
              <a:t>❌ Prone to </a:t>
            </a:r>
            <a:r>
              <a:rPr lang="en-US" b="1" dirty="0"/>
              <a:t>biases and fatigue</a:t>
            </a:r>
            <a:br>
              <a:rPr lang="en-US" dirty="0"/>
            </a:br>
            <a:r>
              <a:rPr lang="en-US" dirty="0"/>
              <a:t>❌ Slower computation speed</a:t>
            </a:r>
            <a:endParaRPr dirty="0"/>
          </a:p>
        </p:txBody>
      </p:sp>
      <p:sp>
        <p:nvSpPr>
          <p:cNvPr id="1065" name="Google Shape;1065;p45"/>
          <p:cNvSpPr txBox="1">
            <a:spLocks noGrp="1"/>
          </p:cNvSpPr>
          <p:nvPr>
            <p:ph type="subTitle" idx="5"/>
          </p:nvPr>
        </p:nvSpPr>
        <p:spPr>
          <a:xfrm rot="16200000">
            <a:off x="676281" y="2555241"/>
            <a:ext cx="818505" cy="41497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Ai</a:t>
            </a:r>
            <a:endParaRPr sz="2000" dirty="0"/>
          </a:p>
        </p:txBody>
      </p:sp>
      <p:sp>
        <p:nvSpPr>
          <p:cNvPr id="1067" name="Google Shape;1067;p45"/>
          <p:cNvSpPr txBox="1">
            <a:spLocks noGrp="1"/>
          </p:cNvSpPr>
          <p:nvPr>
            <p:ph type="subTitle" idx="7"/>
          </p:nvPr>
        </p:nvSpPr>
        <p:spPr>
          <a:xfrm rot="5400000">
            <a:off x="7422729" y="2570241"/>
            <a:ext cx="1306314" cy="53602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Human</a:t>
            </a:r>
            <a:endParaRPr sz="2000" dirty="0"/>
          </a:p>
        </p:txBody>
      </p:sp>
      <p:sp>
        <p:nvSpPr>
          <p:cNvPr id="1069" name="Google Shape;1069;p45"/>
          <p:cNvSpPr/>
          <p:nvPr/>
        </p:nvSpPr>
        <p:spPr>
          <a:xfrm rot="-10288848">
            <a:off x="7765506" y="3966719"/>
            <a:ext cx="112803" cy="112821"/>
          </a:xfrm>
          <a:custGeom>
            <a:avLst/>
            <a:gdLst/>
            <a:ahLst/>
            <a:cxnLst/>
            <a:rect l="l" t="t" r="r" b="b"/>
            <a:pathLst>
              <a:path w="6138" h="6139" extrusionOk="0">
                <a:moveTo>
                  <a:pt x="3069" y="0"/>
                </a:moveTo>
                <a:cubicBezTo>
                  <a:pt x="2625" y="513"/>
                  <a:pt x="2402" y="1024"/>
                  <a:pt x="2235" y="1535"/>
                </a:cubicBezTo>
                <a:cubicBezTo>
                  <a:pt x="2177" y="1722"/>
                  <a:pt x="2134" y="1909"/>
                  <a:pt x="2099" y="2097"/>
                </a:cubicBezTo>
                <a:cubicBezTo>
                  <a:pt x="1912" y="2131"/>
                  <a:pt x="1723" y="2173"/>
                  <a:pt x="1536" y="2233"/>
                </a:cubicBezTo>
                <a:cubicBezTo>
                  <a:pt x="1023" y="2398"/>
                  <a:pt x="512" y="2623"/>
                  <a:pt x="1" y="3070"/>
                </a:cubicBezTo>
                <a:cubicBezTo>
                  <a:pt x="512" y="3517"/>
                  <a:pt x="1023" y="3740"/>
                  <a:pt x="1536" y="3907"/>
                </a:cubicBezTo>
                <a:cubicBezTo>
                  <a:pt x="1722" y="3966"/>
                  <a:pt x="1909" y="4008"/>
                  <a:pt x="2096" y="4042"/>
                </a:cubicBezTo>
                <a:cubicBezTo>
                  <a:pt x="2132" y="4230"/>
                  <a:pt x="2173" y="4417"/>
                  <a:pt x="2232" y="4604"/>
                </a:cubicBezTo>
                <a:cubicBezTo>
                  <a:pt x="2399" y="5115"/>
                  <a:pt x="2622" y="5627"/>
                  <a:pt x="3069" y="6138"/>
                </a:cubicBezTo>
                <a:cubicBezTo>
                  <a:pt x="3517" y="5627"/>
                  <a:pt x="3741" y="5115"/>
                  <a:pt x="3906" y="4604"/>
                </a:cubicBezTo>
                <a:cubicBezTo>
                  <a:pt x="3966" y="4416"/>
                  <a:pt x="4008" y="4229"/>
                  <a:pt x="4042" y="4040"/>
                </a:cubicBezTo>
                <a:cubicBezTo>
                  <a:pt x="4230" y="4005"/>
                  <a:pt x="4416" y="3963"/>
                  <a:pt x="4604" y="3904"/>
                </a:cubicBezTo>
                <a:cubicBezTo>
                  <a:pt x="5115" y="3737"/>
                  <a:pt x="5626" y="3514"/>
                  <a:pt x="6138" y="3070"/>
                </a:cubicBezTo>
                <a:cubicBezTo>
                  <a:pt x="5626" y="2625"/>
                  <a:pt x="5115" y="2402"/>
                  <a:pt x="4604" y="2235"/>
                </a:cubicBezTo>
                <a:cubicBezTo>
                  <a:pt x="4416" y="2176"/>
                  <a:pt x="4228" y="2133"/>
                  <a:pt x="4040" y="2099"/>
                </a:cubicBezTo>
                <a:cubicBezTo>
                  <a:pt x="4005" y="1910"/>
                  <a:pt x="3963" y="1723"/>
                  <a:pt x="3904" y="1535"/>
                </a:cubicBezTo>
                <a:cubicBezTo>
                  <a:pt x="3738" y="1024"/>
                  <a:pt x="3514" y="513"/>
                  <a:pt x="306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0" name="Google Shape;1070;p45"/>
          <p:cNvSpPr/>
          <p:nvPr/>
        </p:nvSpPr>
        <p:spPr>
          <a:xfrm rot="-8100000">
            <a:off x="7764788" y="2443352"/>
            <a:ext cx="100453" cy="100448"/>
          </a:xfrm>
          <a:custGeom>
            <a:avLst/>
            <a:gdLst/>
            <a:ahLst/>
            <a:cxnLst/>
            <a:rect l="l" t="t" r="r" b="b"/>
            <a:pathLst>
              <a:path w="2835" h="2836" extrusionOk="0">
                <a:moveTo>
                  <a:pt x="1417" y="0"/>
                </a:moveTo>
                <a:cubicBezTo>
                  <a:pt x="635" y="0"/>
                  <a:pt x="0" y="635"/>
                  <a:pt x="0" y="1418"/>
                </a:cubicBezTo>
                <a:cubicBezTo>
                  <a:pt x="0" y="2200"/>
                  <a:pt x="635" y="2835"/>
                  <a:pt x="1417" y="2835"/>
                </a:cubicBezTo>
                <a:cubicBezTo>
                  <a:pt x="2200" y="2835"/>
                  <a:pt x="2835" y="2200"/>
                  <a:pt x="2835" y="1418"/>
                </a:cubicBezTo>
                <a:cubicBezTo>
                  <a:pt x="2835" y="635"/>
                  <a:pt x="2201" y="0"/>
                  <a:pt x="141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1" name="Google Shape;1071;p45"/>
          <p:cNvSpPr/>
          <p:nvPr/>
        </p:nvSpPr>
        <p:spPr>
          <a:xfrm rot="-5839392">
            <a:off x="8045340" y="1431631"/>
            <a:ext cx="112801" cy="112819"/>
          </a:xfrm>
          <a:custGeom>
            <a:avLst/>
            <a:gdLst/>
            <a:ahLst/>
            <a:cxnLst/>
            <a:rect l="l" t="t" r="r" b="b"/>
            <a:pathLst>
              <a:path w="6138" h="6139" extrusionOk="0">
                <a:moveTo>
                  <a:pt x="3069" y="0"/>
                </a:moveTo>
                <a:cubicBezTo>
                  <a:pt x="2625" y="513"/>
                  <a:pt x="2402" y="1024"/>
                  <a:pt x="2235" y="1535"/>
                </a:cubicBezTo>
                <a:cubicBezTo>
                  <a:pt x="2177" y="1722"/>
                  <a:pt x="2134" y="1909"/>
                  <a:pt x="2099" y="2097"/>
                </a:cubicBezTo>
                <a:cubicBezTo>
                  <a:pt x="1912" y="2131"/>
                  <a:pt x="1723" y="2173"/>
                  <a:pt x="1536" y="2233"/>
                </a:cubicBezTo>
                <a:cubicBezTo>
                  <a:pt x="1023" y="2398"/>
                  <a:pt x="512" y="2623"/>
                  <a:pt x="1" y="3070"/>
                </a:cubicBezTo>
                <a:cubicBezTo>
                  <a:pt x="512" y="3517"/>
                  <a:pt x="1023" y="3740"/>
                  <a:pt x="1536" y="3907"/>
                </a:cubicBezTo>
                <a:cubicBezTo>
                  <a:pt x="1722" y="3966"/>
                  <a:pt x="1909" y="4008"/>
                  <a:pt x="2096" y="4042"/>
                </a:cubicBezTo>
                <a:cubicBezTo>
                  <a:pt x="2132" y="4230"/>
                  <a:pt x="2173" y="4417"/>
                  <a:pt x="2232" y="4604"/>
                </a:cubicBezTo>
                <a:cubicBezTo>
                  <a:pt x="2399" y="5115"/>
                  <a:pt x="2622" y="5627"/>
                  <a:pt x="3069" y="6138"/>
                </a:cubicBezTo>
                <a:cubicBezTo>
                  <a:pt x="3517" y="5627"/>
                  <a:pt x="3741" y="5115"/>
                  <a:pt x="3906" y="4604"/>
                </a:cubicBezTo>
                <a:cubicBezTo>
                  <a:pt x="3966" y="4416"/>
                  <a:pt x="4008" y="4229"/>
                  <a:pt x="4042" y="4040"/>
                </a:cubicBezTo>
                <a:cubicBezTo>
                  <a:pt x="4230" y="4005"/>
                  <a:pt x="4416" y="3963"/>
                  <a:pt x="4604" y="3904"/>
                </a:cubicBezTo>
                <a:cubicBezTo>
                  <a:pt x="5115" y="3737"/>
                  <a:pt x="5626" y="3514"/>
                  <a:pt x="6138" y="3070"/>
                </a:cubicBezTo>
                <a:cubicBezTo>
                  <a:pt x="5626" y="2625"/>
                  <a:pt x="5115" y="2402"/>
                  <a:pt x="4604" y="2235"/>
                </a:cubicBezTo>
                <a:cubicBezTo>
                  <a:pt x="4416" y="2176"/>
                  <a:pt x="4228" y="2133"/>
                  <a:pt x="4040" y="2099"/>
                </a:cubicBezTo>
                <a:cubicBezTo>
                  <a:pt x="4005" y="1910"/>
                  <a:pt x="3963" y="1723"/>
                  <a:pt x="3904" y="1535"/>
                </a:cubicBezTo>
                <a:cubicBezTo>
                  <a:pt x="3738" y="1024"/>
                  <a:pt x="3514" y="513"/>
                  <a:pt x="306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2" name="Google Shape;1072;p45"/>
          <p:cNvSpPr/>
          <p:nvPr/>
        </p:nvSpPr>
        <p:spPr>
          <a:xfrm rot="511152">
            <a:off x="656825" y="1757134"/>
            <a:ext cx="112803" cy="112821"/>
          </a:xfrm>
          <a:custGeom>
            <a:avLst/>
            <a:gdLst/>
            <a:ahLst/>
            <a:cxnLst/>
            <a:rect l="l" t="t" r="r" b="b"/>
            <a:pathLst>
              <a:path w="6138" h="6139" extrusionOk="0">
                <a:moveTo>
                  <a:pt x="3069" y="0"/>
                </a:moveTo>
                <a:cubicBezTo>
                  <a:pt x="2625" y="513"/>
                  <a:pt x="2402" y="1024"/>
                  <a:pt x="2235" y="1535"/>
                </a:cubicBezTo>
                <a:cubicBezTo>
                  <a:pt x="2177" y="1722"/>
                  <a:pt x="2134" y="1909"/>
                  <a:pt x="2099" y="2097"/>
                </a:cubicBezTo>
                <a:cubicBezTo>
                  <a:pt x="1912" y="2131"/>
                  <a:pt x="1723" y="2173"/>
                  <a:pt x="1536" y="2233"/>
                </a:cubicBezTo>
                <a:cubicBezTo>
                  <a:pt x="1023" y="2398"/>
                  <a:pt x="512" y="2623"/>
                  <a:pt x="1" y="3070"/>
                </a:cubicBezTo>
                <a:cubicBezTo>
                  <a:pt x="512" y="3517"/>
                  <a:pt x="1023" y="3740"/>
                  <a:pt x="1536" y="3907"/>
                </a:cubicBezTo>
                <a:cubicBezTo>
                  <a:pt x="1722" y="3966"/>
                  <a:pt x="1909" y="4008"/>
                  <a:pt x="2096" y="4042"/>
                </a:cubicBezTo>
                <a:cubicBezTo>
                  <a:pt x="2132" y="4230"/>
                  <a:pt x="2173" y="4417"/>
                  <a:pt x="2232" y="4604"/>
                </a:cubicBezTo>
                <a:cubicBezTo>
                  <a:pt x="2399" y="5115"/>
                  <a:pt x="2622" y="5627"/>
                  <a:pt x="3069" y="6138"/>
                </a:cubicBezTo>
                <a:cubicBezTo>
                  <a:pt x="3517" y="5627"/>
                  <a:pt x="3741" y="5115"/>
                  <a:pt x="3906" y="4604"/>
                </a:cubicBezTo>
                <a:cubicBezTo>
                  <a:pt x="3966" y="4416"/>
                  <a:pt x="4008" y="4229"/>
                  <a:pt x="4042" y="4040"/>
                </a:cubicBezTo>
                <a:cubicBezTo>
                  <a:pt x="4230" y="4005"/>
                  <a:pt x="4416" y="3963"/>
                  <a:pt x="4604" y="3904"/>
                </a:cubicBezTo>
                <a:cubicBezTo>
                  <a:pt x="5115" y="3737"/>
                  <a:pt x="5626" y="3514"/>
                  <a:pt x="6138" y="3070"/>
                </a:cubicBezTo>
                <a:cubicBezTo>
                  <a:pt x="5626" y="2625"/>
                  <a:pt x="5115" y="2402"/>
                  <a:pt x="4604" y="2235"/>
                </a:cubicBezTo>
                <a:cubicBezTo>
                  <a:pt x="4416" y="2176"/>
                  <a:pt x="4228" y="2133"/>
                  <a:pt x="4040" y="2099"/>
                </a:cubicBezTo>
                <a:cubicBezTo>
                  <a:pt x="4005" y="1910"/>
                  <a:pt x="3963" y="1723"/>
                  <a:pt x="3904" y="1535"/>
                </a:cubicBezTo>
                <a:cubicBezTo>
                  <a:pt x="3738" y="1024"/>
                  <a:pt x="3514" y="513"/>
                  <a:pt x="306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81" name="Google Shape;1081;p45"/>
          <p:cNvGrpSpPr/>
          <p:nvPr/>
        </p:nvGrpSpPr>
        <p:grpSpPr>
          <a:xfrm>
            <a:off x="8499215" y="181877"/>
            <a:ext cx="410143" cy="621735"/>
            <a:chOff x="6717610" y="2480433"/>
            <a:chExt cx="1188132" cy="1791745"/>
          </a:xfrm>
        </p:grpSpPr>
        <p:sp>
          <p:nvSpPr>
            <p:cNvPr id="1082" name="Google Shape;1082;p45"/>
            <p:cNvSpPr/>
            <p:nvPr/>
          </p:nvSpPr>
          <p:spPr>
            <a:xfrm rot="1064675">
              <a:off x="6952126" y="2550735"/>
              <a:ext cx="719101" cy="1651140"/>
            </a:xfrm>
            <a:custGeom>
              <a:avLst/>
              <a:gdLst/>
              <a:ahLst/>
              <a:cxnLst/>
              <a:rect l="l" t="t" r="r" b="b"/>
              <a:pathLst>
                <a:path w="2442" h="5607" extrusionOk="0">
                  <a:moveTo>
                    <a:pt x="649" y="1"/>
                  </a:moveTo>
                  <a:cubicBezTo>
                    <a:pt x="615" y="1"/>
                    <a:pt x="586" y="21"/>
                    <a:pt x="573" y="52"/>
                  </a:cubicBezTo>
                  <a:cubicBezTo>
                    <a:pt x="561" y="83"/>
                    <a:pt x="568" y="118"/>
                    <a:pt x="592" y="142"/>
                  </a:cubicBezTo>
                  <a:cubicBezTo>
                    <a:pt x="594" y="143"/>
                    <a:pt x="744" y="297"/>
                    <a:pt x="744" y="641"/>
                  </a:cubicBezTo>
                  <a:cubicBezTo>
                    <a:pt x="744" y="753"/>
                    <a:pt x="654" y="902"/>
                    <a:pt x="558" y="1060"/>
                  </a:cubicBezTo>
                  <a:cubicBezTo>
                    <a:pt x="535" y="1099"/>
                    <a:pt x="547" y="1149"/>
                    <a:pt x="586" y="1172"/>
                  </a:cubicBezTo>
                  <a:cubicBezTo>
                    <a:pt x="555" y="1224"/>
                    <a:pt x="522" y="1279"/>
                    <a:pt x="490" y="1337"/>
                  </a:cubicBezTo>
                  <a:lnTo>
                    <a:pt x="489" y="1337"/>
                  </a:lnTo>
                  <a:cubicBezTo>
                    <a:pt x="476" y="1330"/>
                    <a:pt x="463" y="1326"/>
                    <a:pt x="449" y="1326"/>
                  </a:cubicBezTo>
                  <a:cubicBezTo>
                    <a:pt x="420" y="1326"/>
                    <a:pt x="393" y="1342"/>
                    <a:pt x="377" y="1370"/>
                  </a:cubicBezTo>
                  <a:cubicBezTo>
                    <a:pt x="215" y="1671"/>
                    <a:pt x="0" y="2156"/>
                    <a:pt x="0" y="2884"/>
                  </a:cubicBezTo>
                  <a:cubicBezTo>
                    <a:pt x="0" y="3726"/>
                    <a:pt x="294" y="4115"/>
                    <a:pt x="529" y="4427"/>
                  </a:cubicBezTo>
                  <a:cubicBezTo>
                    <a:pt x="637" y="4569"/>
                    <a:pt x="729" y="4692"/>
                    <a:pt x="767" y="4830"/>
                  </a:cubicBezTo>
                  <a:cubicBezTo>
                    <a:pt x="777" y="4865"/>
                    <a:pt x="810" y="4890"/>
                    <a:pt x="846" y="4890"/>
                  </a:cubicBezTo>
                  <a:cubicBezTo>
                    <a:pt x="852" y="4890"/>
                    <a:pt x="858" y="4889"/>
                    <a:pt x="864" y="4888"/>
                  </a:cubicBezTo>
                  <a:cubicBezTo>
                    <a:pt x="867" y="4915"/>
                    <a:pt x="869" y="4942"/>
                    <a:pt x="869" y="4972"/>
                  </a:cubicBezTo>
                  <a:cubicBezTo>
                    <a:pt x="869" y="5007"/>
                    <a:pt x="866" y="5043"/>
                    <a:pt x="860" y="5078"/>
                  </a:cubicBezTo>
                  <a:cubicBezTo>
                    <a:pt x="856" y="5077"/>
                    <a:pt x="851" y="5076"/>
                    <a:pt x="846" y="5076"/>
                  </a:cubicBezTo>
                  <a:cubicBezTo>
                    <a:pt x="809" y="5076"/>
                    <a:pt x="775" y="5101"/>
                    <a:pt x="766" y="5139"/>
                  </a:cubicBezTo>
                  <a:cubicBezTo>
                    <a:pt x="720" y="5330"/>
                    <a:pt x="615" y="5473"/>
                    <a:pt x="614" y="5475"/>
                  </a:cubicBezTo>
                  <a:cubicBezTo>
                    <a:pt x="574" y="5529"/>
                    <a:pt x="613" y="5607"/>
                    <a:pt x="680" y="5607"/>
                  </a:cubicBezTo>
                  <a:lnTo>
                    <a:pt x="1760" y="5607"/>
                  </a:lnTo>
                  <a:cubicBezTo>
                    <a:pt x="1792" y="5607"/>
                    <a:pt x="1820" y="5589"/>
                    <a:pt x="1834" y="5560"/>
                  </a:cubicBezTo>
                  <a:cubicBezTo>
                    <a:pt x="1848" y="5533"/>
                    <a:pt x="1845" y="5500"/>
                    <a:pt x="1826" y="5476"/>
                  </a:cubicBezTo>
                  <a:cubicBezTo>
                    <a:pt x="1825" y="5472"/>
                    <a:pt x="1655" y="5240"/>
                    <a:pt x="1655" y="4972"/>
                  </a:cubicBezTo>
                  <a:cubicBezTo>
                    <a:pt x="1655" y="4767"/>
                    <a:pt x="1768" y="4618"/>
                    <a:pt x="1911" y="4427"/>
                  </a:cubicBezTo>
                  <a:cubicBezTo>
                    <a:pt x="2147" y="4115"/>
                    <a:pt x="2441" y="3726"/>
                    <a:pt x="2441" y="2884"/>
                  </a:cubicBezTo>
                  <a:cubicBezTo>
                    <a:pt x="2441" y="1982"/>
                    <a:pt x="2111" y="1438"/>
                    <a:pt x="1893" y="1078"/>
                  </a:cubicBezTo>
                  <a:cubicBezTo>
                    <a:pt x="1784" y="897"/>
                    <a:pt x="1697" y="753"/>
                    <a:pt x="1697" y="641"/>
                  </a:cubicBezTo>
                  <a:cubicBezTo>
                    <a:pt x="1697" y="297"/>
                    <a:pt x="1843" y="148"/>
                    <a:pt x="1848" y="142"/>
                  </a:cubicBezTo>
                  <a:cubicBezTo>
                    <a:pt x="1872" y="118"/>
                    <a:pt x="1881" y="83"/>
                    <a:pt x="1868" y="52"/>
                  </a:cubicBezTo>
                  <a:cubicBezTo>
                    <a:pt x="1856" y="21"/>
                    <a:pt x="1825" y="1"/>
                    <a:pt x="1792" y="1"/>
                  </a:cubicBezTo>
                  <a:close/>
                </a:path>
              </a:pathLst>
            </a:custGeom>
            <a:solidFill>
              <a:schemeClr val="accent2"/>
            </a:solidFill>
            <a:ln w="762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76200" dir="1800000" algn="bl" rotWithShape="0">
                <a:schemeClr val="lt2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45"/>
            <p:cNvSpPr/>
            <p:nvPr/>
          </p:nvSpPr>
          <p:spPr>
            <a:xfrm rot="1064675">
              <a:off x="6976324" y="2574844"/>
              <a:ext cx="670513" cy="1602551"/>
            </a:xfrm>
            <a:custGeom>
              <a:avLst/>
              <a:gdLst/>
              <a:ahLst/>
              <a:cxnLst/>
              <a:rect l="l" t="t" r="r" b="b"/>
              <a:pathLst>
                <a:path w="2277" h="5442" extrusionOk="0">
                  <a:moveTo>
                    <a:pt x="567" y="1"/>
                  </a:moveTo>
                  <a:cubicBezTo>
                    <a:pt x="567" y="1"/>
                    <a:pt x="744" y="171"/>
                    <a:pt x="744" y="559"/>
                  </a:cubicBezTo>
                  <a:cubicBezTo>
                    <a:pt x="744" y="947"/>
                    <a:pt x="0" y="1451"/>
                    <a:pt x="0" y="2802"/>
                  </a:cubicBezTo>
                  <a:cubicBezTo>
                    <a:pt x="0" y="4153"/>
                    <a:pt x="786" y="4304"/>
                    <a:pt x="786" y="4890"/>
                  </a:cubicBezTo>
                  <a:cubicBezTo>
                    <a:pt x="786" y="5188"/>
                    <a:pt x="598" y="5442"/>
                    <a:pt x="598" y="5442"/>
                  </a:cubicBezTo>
                  <a:lnTo>
                    <a:pt x="1678" y="5442"/>
                  </a:lnTo>
                  <a:cubicBezTo>
                    <a:pt x="1678" y="5442"/>
                    <a:pt x="1491" y="5188"/>
                    <a:pt x="1491" y="4890"/>
                  </a:cubicBezTo>
                  <a:cubicBezTo>
                    <a:pt x="1491" y="4304"/>
                    <a:pt x="2276" y="4153"/>
                    <a:pt x="2276" y="2802"/>
                  </a:cubicBezTo>
                  <a:cubicBezTo>
                    <a:pt x="2276" y="1451"/>
                    <a:pt x="1533" y="947"/>
                    <a:pt x="1533" y="559"/>
                  </a:cubicBezTo>
                  <a:cubicBezTo>
                    <a:pt x="1533" y="171"/>
                    <a:pt x="1710" y="1"/>
                    <a:pt x="171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45"/>
            <p:cNvSpPr/>
            <p:nvPr/>
          </p:nvSpPr>
          <p:spPr>
            <a:xfrm rot="1064675">
              <a:off x="6935047" y="2869402"/>
              <a:ext cx="276509" cy="1049521"/>
            </a:xfrm>
            <a:custGeom>
              <a:avLst/>
              <a:gdLst/>
              <a:ahLst/>
              <a:cxnLst/>
              <a:rect l="l" t="t" r="r" b="b"/>
              <a:pathLst>
                <a:path w="939" h="3564" extrusionOk="0">
                  <a:moveTo>
                    <a:pt x="451" y="1"/>
                  </a:moveTo>
                  <a:cubicBezTo>
                    <a:pt x="421" y="1"/>
                    <a:pt x="393" y="17"/>
                    <a:pt x="378" y="44"/>
                  </a:cubicBezTo>
                  <a:cubicBezTo>
                    <a:pt x="216" y="345"/>
                    <a:pt x="0" y="830"/>
                    <a:pt x="0" y="1559"/>
                  </a:cubicBezTo>
                  <a:cubicBezTo>
                    <a:pt x="0" y="2401"/>
                    <a:pt x="295" y="2790"/>
                    <a:pt x="530" y="3102"/>
                  </a:cubicBezTo>
                  <a:cubicBezTo>
                    <a:pt x="637" y="3243"/>
                    <a:pt x="730" y="3366"/>
                    <a:pt x="768" y="3504"/>
                  </a:cubicBezTo>
                  <a:cubicBezTo>
                    <a:pt x="778" y="3540"/>
                    <a:pt x="810" y="3564"/>
                    <a:pt x="846" y="3564"/>
                  </a:cubicBezTo>
                  <a:cubicBezTo>
                    <a:pt x="854" y="3564"/>
                    <a:pt x="861" y="3563"/>
                    <a:pt x="869" y="3561"/>
                  </a:cubicBezTo>
                  <a:cubicBezTo>
                    <a:pt x="913" y="3549"/>
                    <a:pt x="939" y="3504"/>
                    <a:pt x="926" y="3460"/>
                  </a:cubicBezTo>
                  <a:cubicBezTo>
                    <a:pt x="880" y="3292"/>
                    <a:pt x="779" y="3158"/>
                    <a:pt x="661" y="3002"/>
                  </a:cubicBezTo>
                  <a:cubicBezTo>
                    <a:pt x="440" y="2710"/>
                    <a:pt x="165" y="2346"/>
                    <a:pt x="165" y="1559"/>
                  </a:cubicBezTo>
                  <a:cubicBezTo>
                    <a:pt x="165" y="866"/>
                    <a:pt x="369" y="408"/>
                    <a:pt x="523" y="122"/>
                  </a:cubicBezTo>
                  <a:cubicBezTo>
                    <a:pt x="544" y="82"/>
                    <a:pt x="529" y="31"/>
                    <a:pt x="490" y="11"/>
                  </a:cubicBezTo>
                  <a:cubicBezTo>
                    <a:pt x="477" y="4"/>
                    <a:pt x="464" y="1"/>
                    <a:pt x="4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45"/>
            <p:cNvSpPr/>
            <p:nvPr/>
          </p:nvSpPr>
          <p:spPr>
            <a:xfrm rot="1064675">
              <a:off x="7105629" y="2574697"/>
              <a:ext cx="561853" cy="1651140"/>
            </a:xfrm>
            <a:custGeom>
              <a:avLst/>
              <a:gdLst/>
              <a:ahLst/>
              <a:cxnLst/>
              <a:rect l="l" t="t" r="r" b="b"/>
              <a:pathLst>
                <a:path w="1908" h="5607" extrusionOk="0">
                  <a:moveTo>
                    <a:pt x="1104" y="165"/>
                  </a:moveTo>
                  <a:cubicBezTo>
                    <a:pt x="1052" y="266"/>
                    <a:pt x="999" y="422"/>
                    <a:pt x="999" y="641"/>
                  </a:cubicBezTo>
                  <a:cubicBezTo>
                    <a:pt x="999" y="799"/>
                    <a:pt x="1096" y="959"/>
                    <a:pt x="1219" y="1163"/>
                  </a:cubicBezTo>
                  <a:cubicBezTo>
                    <a:pt x="1440" y="1528"/>
                    <a:pt x="1743" y="2028"/>
                    <a:pt x="1743" y="2884"/>
                  </a:cubicBezTo>
                  <a:cubicBezTo>
                    <a:pt x="1743" y="3672"/>
                    <a:pt x="1467" y="4035"/>
                    <a:pt x="1246" y="4328"/>
                  </a:cubicBezTo>
                  <a:cubicBezTo>
                    <a:pt x="1090" y="4534"/>
                    <a:pt x="956" y="4712"/>
                    <a:pt x="956" y="4972"/>
                  </a:cubicBezTo>
                  <a:cubicBezTo>
                    <a:pt x="956" y="5160"/>
                    <a:pt x="1023" y="5331"/>
                    <a:pt x="1081" y="5442"/>
                  </a:cubicBezTo>
                  <a:lnTo>
                    <a:pt x="995" y="5442"/>
                  </a:lnTo>
                  <a:cubicBezTo>
                    <a:pt x="963" y="5359"/>
                    <a:pt x="903" y="5176"/>
                    <a:pt x="903" y="4972"/>
                  </a:cubicBezTo>
                  <a:cubicBezTo>
                    <a:pt x="903" y="4755"/>
                    <a:pt x="962" y="4601"/>
                    <a:pt x="1038" y="4407"/>
                  </a:cubicBezTo>
                  <a:cubicBezTo>
                    <a:pt x="1157" y="4099"/>
                    <a:pt x="1306" y="3715"/>
                    <a:pt x="1306" y="2884"/>
                  </a:cubicBezTo>
                  <a:cubicBezTo>
                    <a:pt x="1306" y="2665"/>
                    <a:pt x="1297" y="2452"/>
                    <a:pt x="1276" y="2252"/>
                  </a:cubicBezTo>
                  <a:cubicBezTo>
                    <a:pt x="1272" y="2210"/>
                    <a:pt x="1237" y="2178"/>
                    <a:pt x="1196" y="2178"/>
                  </a:cubicBezTo>
                  <a:cubicBezTo>
                    <a:pt x="1193" y="2178"/>
                    <a:pt x="1190" y="2178"/>
                    <a:pt x="1187" y="2179"/>
                  </a:cubicBezTo>
                  <a:cubicBezTo>
                    <a:pt x="1140" y="2183"/>
                    <a:pt x="1108" y="2224"/>
                    <a:pt x="1112" y="2269"/>
                  </a:cubicBezTo>
                  <a:cubicBezTo>
                    <a:pt x="1132" y="2464"/>
                    <a:pt x="1143" y="2670"/>
                    <a:pt x="1143" y="2884"/>
                  </a:cubicBezTo>
                  <a:cubicBezTo>
                    <a:pt x="1143" y="3683"/>
                    <a:pt x="999" y="4052"/>
                    <a:pt x="885" y="4348"/>
                  </a:cubicBezTo>
                  <a:cubicBezTo>
                    <a:pt x="806" y="4550"/>
                    <a:pt x="738" y="4723"/>
                    <a:pt x="738" y="4972"/>
                  </a:cubicBezTo>
                  <a:cubicBezTo>
                    <a:pt x="738" y="5162"/>
                    <a:pt x="784" y="5334"/>
                    <a:pt x="821" y="5442"/>
                  </a:cubicBezTo>
                  <a:lnTo>
                    <a:pt x="552" y="5442"/>
                  </a:lnTo>
                  <a:cubicBezTo>
                    <a:pt x="588" y="5334"/>
                    <a:pt x="634" y="5162"/>
                    <a:pt x="634" y="4972"/>
                  </a:cubicBezTo>
                  <a:cubicBezTo>
                    <a:pt x="634" y="4723"/>
                    <a:pt x="566" y="4550"/>
                    <a:pt x="488" y="4348"/>
                  </a:cubicBezTo>
                  <a:cubicBezTo>
                    <a:pt x="374" y="4052"/>
                    <a:pt x="230" y="3683"/>
                    <a:pt x="230" y="2884"/>
                  </a:cubicBezTo>
                  <a:cubicBezTo>
                    <a:pt x="230" y="2017"/>
                    <a:pt x="388" y="1513"/>
                    <a:pt x="502" y="1145"/>
                  </a:cubicBezTo>
                  <a:cubicBezTo>
                    <a:pt x="564" y="946"/>
                    <a:pt x="613" y="789"/>
                    <a:pt x="613" y="641"/>
                  </a:cubicBezTo>
                  <a:cubicBezTo>
                    <a:pt x="613" y="420"/>
                    <a:pt x="578" y="263"/>
                    <a:pt x="543" y="165"/>
                  </a:cubicBezTo>
                  <a:lnTo>
                    <a:pt x="829" y="165"/>
                  </a:lnTo>
                  <a:cubicBezTo>
                    <a:pt x="795" y="263"/>
                    <a:pt x="759" y="420"/>
                    <a:pt x="759" y="641"/>
                  </a:cubicBezTo>
                  <a:cubicBezTo>
                    <a:pt x="759" y="789"/>
                    <a:pt x="808" y="946"/>
                    <a:pt x="870" y="1145"/>
                  </a:cubicBezTo>
                  <a:cubicBezTo>
                    <a:pt x="933" y="1346"/>
                    <a:pt x="1011" y="1595"/>
                    <a:pt x="1067" y="1927"/>
                  </a:cubicBezTo>
                  <a:cubicBezTo>
                    <a:pt x="1074" y="1967"/>
                    <a:pt x="1108" y="1996"/>
                    <a:pt x="1148" y="1996"/>
                  </a:cubicBezTo>
                  <a:cubicBezTo>
                    <a:pt x="1152" y="1996"/>
                    <a:pt x="1157" y="1995"/>
                    <a:pt x="1161" y="1994"/>
                  </a:cubicBezTo>
                  <a:cubicBezTo>
                    <a:pt x="1206" y="1987"/>
                    <a:pt x="1236" y="1944"/>
                    <a:pt x="1228" y="1899"/>
                  </a:cubicBezTo>
                  <a:cubicBezTo>
                    <a:pt x="1171" y="1558"/>
                    <a:pt x="1091" y="1302"/>
                    <a:pt x="1026" y="1096"/>
                  </a:cubicBezTo>
                  <a:cubicBezTo>
                    <a:pt x="969" y="910"/>
                    <a:pt x="923" y="763"/>
                    <a:pt x="923" y="641"/>
                  </a:cubicBezTo>
                  <a:cubicBezTo>
                    <a:pt x="923" y="384"/>
                    <a:pt x="976" y="230"/>
                    <a:pt x="1005" y="165"/>
                  </a:cubicBezTo>
                  <a:close/>
                  <a:moveTo>
                    <a:pt x="115" y="1"/>
                  </a:moveTo>
                  <a:cubicBezTo>
                    <a:pt x="81" y="1"/>
                    <a:pt x="52" y="21"/>
                    <a:pt x="39" y="52"/>
                  </a:cubicBezTo>
                  <a:cubicBezTo>
                    <a:pt x="27" y="83"/>
                    <a:pt x="34" y="118"/>
                    <a:pt x="58" y="142"/>
                  </a:cubicBezTo>
                  <a:cubicBezTo>
                    <a:pt x="60" y="143"/>
                    <a:pt x="210" y="297"/>
                    <a:pt x="210" y="641"/>
                  </a:cubicBezTo>
                  <a:cubicBezTo>
                    <a:pt x="210" y="753"/>
                    <a:pt x="120" y="902"/>
                    <a:pt x="24" y="1060"/>
                  </a:cubicBezTo>
                  <a:cubicBezTo>
                    <a:pt x="1" y="1099"/>
                    <a:pt x="13" y="1149"/>
                    <a:pt x="52" y="1172"/>
                  </a:cubicBezTo>
                  <a:cubicBezTo>
                    <a:pt x="65" y="1180"/>
                    <a:pt x="80" y="1184"/>
                    <a:pt x="95" y="1184"/>
                  </a:cubicBezTo>
                  <a:cubicBezTo>
                    <a:pt x="122" y="1184"/>
                    <a:pt x="149" y="1170"/>
                    <a:pt x="165" y="1145"/>
                  </a:cubicBezTo>
                  <a:cubicBezTo>
                    <a:pt x="277" y="959"/>
                    <a:pt x="374" y="799"/>
                    <a:pt x="374" y="641"/>
                  </a:cubicBezTo>
                  <a:cubicBezTo>
                    <a:pt x="374" y="422"/>
                    <a:pt x="321" y="266"/>
                    <a:pt x="270" y="165"/>
                  </a:cubicBezTo>
                  <a:lnTo>
                    <a:pt x="367" y="165"/>
                  </a:lnTo>
                  <a:cubicBezTo>
                    <a:pt x="397" y="230"/>
                    <a:pt x="450" y="384"/>
                    <a:pt x="450" y="641"/>
                  </a:cubicBezTo>
                  <a:cubicBezTo>
                    <a:pt x="450" y="763"/>
                    <a:pt x="404" y="910"/>
                    <a:pt x="346" y="1096"/>
                  </a:cubicBezTo>
                  <a:cubicBezTo>
                    <a:pt x="234" y="1453"/>
                    <a:pt x="67" y="1992"/>
                    <a:pt x="67" y="2884"/>
                  </a:cubicBezTo>
                  <a:cubicBezTo>
                    <a:pt x="67" y="3715"/>
                    <a:pt x="215" y="4099"/>
                    <a:pt x="335" y="4407"/>
                  </a:cubicBezTo>
                  <a:cubicBezTo>
                    <a:pt x="410" y="4602"/>
                    <a:pt x="470" y="4755"/>
                    <a:pt x="470" y="4972"/>
                  </a:cubicBezTo>
                  <a:cubicBezTo>
                    <a:pt x="470" y="5175"/>
                    <a:pt x="409" y="5358"/>
                    <a:pt x="378" y="5442"/>
                  </a:cubicBezTo>
                  <a:lnTo>
                    <a:pt x="292" y="5442"/>
                  </a:lnTo>
                  <a:cubicBezTo>
                    <a:pt x="327" y="5373"/>
                    <a:pt x="366" y="5282"/>
                    <a:pt x="391" y="5177"/>
                  </a:cubicBezTo>
                  <a:cubicBezTo>
                    <a:pt x="402" y="5133"/>
                    <a:pt x="375" y="5089"/>
                    <a:pt x="331" y="5079"/>
                  </a:cubicBezTo>
                  <a:cubicBezTo>
                    <a:pt x="324" y="5077"/>
                    <a:pt x="318" y="5076"/>
                    <a:pt x="312" y="5076"/>
                  </a:cubicBezTo>
                  <a:cubicBezTo>
                    <a:pt x="275" y="5076"/>
                    <a:pt x="241" y="5102"/>
                    <a:pt x="232" y="5139"/>
                  </a:cubicBezTo>
                  <a:cubicBezTo>
                    <a:pt x="186" y="5330"/>
                    <a:pt x="81" y="5473"/>
                    <a:pt x="80" y="5476"/>
                  </a:cubicBezTo>
                  <a:cubicBezTo>
                    <a:pt x="40" y="5529"/>
                    <a:pt x="79" y="5607"/>
                    <a:pt x="146" y="5607"/>
                  </a:cubicBezTo>
                  <a:lnTo>
                    <a:pt x="1226" y="5607"/>
                  </a:lnTo>
                  <a:cubicBezTo>
                    <a:pt x="1258" y="5607"/>
                    <a:pt x="1286" y="5589"/>
                    <a:pt x="1300" y="5561"/>
                  </a:cubicBezTo>
                  <a:cubicBezTo>
                    <a:pt x="1314" y="5533"/>
                    <a:pt x="1311" y="5500"/>
                    <a:pt x="1292" y="5476"/>
                  </a:cubicBezTo>
                  <a:cubicBezTo>
                    <a:pt x="1291" y="5472"/>
                    <a:pt x="1121" y="5240"/>
                    <a:pt x="1121" y="4972"/>
                  </a:cubicBezTo>
                  <a:cubicBezTo>
                    <a:pt x="1121" y="4767"/>
                    <a:pt x="1234" y="4618"/>
                    <a:pt x="1377" y="4428"/>
                  </a:cubicBezTo>
                  <a:cubicBezTo>
                    <a:pt x="1613" y="4115"/>
                    <a:pt x="1907" y="3726"/>
                    <a:pt x="1907" y="2884"/>
                  </a:cubicBezTo>
                  <a:cubicBezTo>
                    <a:pt x="1907" y="1982"/>
                    <a:pt x="1577" y="1438"/>
                    <a:pt x="1359" y="1078"/>
                  </a:cubicBezTo>
                  <a:cubicBezTo>
                    <a:pt x="1250" y="897"/>
                    <a:pt x="1163" y="753"/>
                    <a:pt x="1163" y="641"/>
                  </a:cubicBezTo>
                  <a:cubicBezTo>
                    <a:pt x="1163" y="297"/>
                    <a:pt x="1309" y="148"/>
                    <a:pt x="1314" y="142"/>
                  </a:cubicBezTo>
                  <a:cubicBezTo>
                    <a:pt x="1338" y="118"/>
                    <a:pt x="1347" y="83"/>
                    <a:pt x="1334" y="52"/>
                  </a:cubicBezTo>
                  <a:cubicBezTo>
                    <a:pt x="1322" y="21"/>
                    <a:pt x="1291" y="1"/>
                    <a:pt x="12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86" name="Google Shape;1086;p45"/>
          <p:cNvGrpSpPr/>
          <p:nvPr/>
        </p:nvGrpSpPr>
        <p:grpSpPr>
          <a:xfrm>
            <a:off x="8520308" y="4405729"/>
            <a:ext cx="509353" cy="621778"/>
            <a:chOff x="1717450" y="2571425"/>
            <a:chExt cx="1262025" cy="1522100"/>
          </a:xfrm>
        </p:grpSpPr>
        <p:sp>
          <p:nvSpPr>
            <p:cNvPr id="1087" name="Google Shape;1087;p45"/>
            <p:cNvSpPr/>
            <p:nvPr/>
          </p:nvSpPr>
          <p:spPr>
            <a:xfrm>
              <a:off x="1717450" y="2571425"/>
              <a:ext cx="1262025" cy="1522100"/>
            </a:xfrm>
            <a:custGeom>
              <a:avLst/>
              <a:gdLst/>
              <a:ahLst/>
              <a:cxnLst/>
              <a:rect l="l" t="t" r="r" b="b"/>
              <a:pathLst>
                <a:path w="50481" h="60884" extrusionOk="0">
                  <a:moveTo>
                    <a:pt x="25254" y="0"/>
                  </a:moveTo>
                  <a:cubicBezTo>
                    <a:pt x="19400" y="0"/>
                    <a:pt x="13695" y="2089"/>
                    <a:pt x="9161" y="5894"/>
                  </a:cubicBezTo>
                  <a:cubicBezTo>
                    <a:pt x="8784" y="6209"/>
                    <a:pt x="8735" y="6772"/>
                    <a:pt x="9052" y="7150"/>
                  </a:cubicBezTo>
                  <a:cubicBezTo>
                    <a:pt x="9056" y="7155"/>
                    <a:pt x="9060" y="7159"/>
                    <a:pt x="9064" y="7165"/>
                  </a:cubicBezTo>
                  <a:cubicBezTo>
                    <a:pt x="8539" y="7639"/>
                    <a:pt x="8034" y="8136"/>
                    <a:pt x="7550" y="8654"/>
                  </a:cubicBezTo>
                  <a:cubicBezTo>
                    <a:pt x="7545" y="8649"/>
                    <a:pt x="7541" y="8645"/>
                    <a:pt x="7536" y="8640"/>
                  </a:cubicBezTo>
                  <a:cubicBezTo>
                    <a:pt x="7367" y="8493"/>
                    <a:pt x="7159" y="8421"/>
                    <a:pt x="6951" y="8421"/>
                  </a:cubicBezTo>
                  <a:cubicBezTo>
                    <a:pt x="6702" y="8421"/>
                    <a:pt x="6454" y="8525"/>
                    <a:pt x="6278" y="8728"/>
                  </a:cubicBezTo>
                  <a:cubicBezTo>
                    <a:pt x="2230" y="13386"/>
                    <a:pt x="0" y="19327"/>
                    <a:pt x="0" y="25459"/>
                  </a:cubicBezTo>
                  <a:lnTo>
                    <a:pt x="0" y="39178"/>
                  </a:lnTo>
                  <a:cubicBezTo>
                    <a:pt x="0" y="44862"/>
                    <a:pt x="3584" y="49997"/>
                    <a:pt x="8920" y="51956"/>
                  </a:cubicBezTo>
                  <a:cubicBezTo>
                    <a:pt x="9059" y="52006"/>
                    <a:pt x="9152" y="52139"/>
                    <a:pt x="9152" y="52286"/>
                  </a:cubicBezTo>
                  <a:lnTo>
                    <a:pt x="9152" y="56193"/>
                  </a:lnTo>
                  <a:cubicBezTo>
                    <a:pt x="9152" y="58780"/>
                    <a:pt x="11256" y="60883"/>
                    <a:pt x="13844" y="60883"/>
                  </a:cubicBezTo>
                  <a:cubicBezTo>
                    <a:pt x="15404" y="60883"/>
                    <a:pt x="16789" y="60118"/>
                    <a:pt x="17642" y="58941"/>
                  </a:cubicBezTo>
                  <a:cubicBezTo>
                    <a:pt x="18496" y="60118"/>
                    <a:pt x="19880" y="60883"/>
                    <a:pt x="21443" y="60883"/>
                  </a:cubicBezTo>
                  <a:cubicBezTo>
                    <a:pt x="23002" y="60883"/>
                    <a:pt x="24387" y="60118"/>
                    <a:pt x="25240" y="58941"/>
                  </a:cubicBezTo>
                  <a:cubicBezTo>
                    <a:pt x="26094" y="60118"/>
                    <a:pt x="27480" y="60883"/>
                    <a:pt x="29041" y="60883"/>
                  </a:cubicBezTo>
                  <a:cubicBezTo>
                    <a:pt x="30601" y="60883"/>
                    <a:pt x="31986" y="60118"/>
                    <a:pt x="32838" y="58941"/>
                  </a:cubicBezTo>
                  <a:cubicBezTo>
                    <a:pt x="33692" y="60118"/>
                    <a:pt x="35078" y="60883"/>
                    <a:pt x="36639" y="60883"/>
                  </a:cubicBezTo>
                  <a:cubicBezTo>
                    <a:pt x="39226" y="60883"/>
                    <a:pt x="41329" y="58780"/>
                    <a:pt x="41329" y="56193"/>
                  </a:cubicBezTo>
                  <a:lnTo>
                    <a:pt x="41329" y="52286"/>
                  </a:lnTo>
                  <a:cubicBezTo>
                    <a:pt x="41329" y="52140"/>
                    <a:pt x="41422" y="52007"/>
                    <a:pt x="41561" y="51956"/>
                  </a:cubicBezTo>
                  <a:cubicBezTo>
                    <a:pt x="46895" y="49998"/>
                    <a:pt x="50480" y="44863"/>
                    <a:pt x="50480" y="39178"/>
                  </a:cubicBezTo>
                  <a:lnTo>
                    <a:pt x="50480" y="39138"/>
                  </a:lnTo>
                  <a:cubicBezTo>
                    <a:pt x="50481" y="38645"/>
                    <a:pt x="50083" y="38247"/>
                    <a:pt x="49589" y="38247"/>
                  </a:cubicBezTo>
                  <a:cubicBezTo>
                    <a:pt x="49549" y="38247"/>
                    <a:pt x="49510" y="38249"/>
                    <a:pt x="49470" y="38254"/>
                  </a:cubicBezTo>
                  <a:lnTo>
                    <a:pt x="49470" y="36131"/>
                  </a:lnTo>
                  <a:cubicBezTo>
                    <a:pt x="49509" y="36136"/>
                    <a:pt x="49549" y="36139"/>
                    <a:pt x="49589" y="36139"/>
                  </a:cubicBezTo>
                  <a:cubicBezTo>
                    <a:pt x="50082" y="36139"/>
                    <a:pt x="50481" y="35740"/>
                    <a:pt x="50481" y="35248"/>
                  </a:cubicBezTo>
                  <a:lnTo>
                    <a:pt x="50481" y="25238"/>
                  </a:lnTo>
                  <a:cubicBezTo>
                    <a:pt x="50481" y="18500"/>
                    <a:pt x="47856" y="12160"/>
                    <a:pt x="43088" y="7394"/>
                  </a:cubicBezTo>
                  <a:cubicBezTo>
                    <a:pt x="38371" y="2677"/>
                    <a:pt x="32100" y="51"/>
                    <a:pt x="25433" y="1"/>
                  </a:cubicBezTo>
                  <a:cubicBezTo>
                    <a:pt x="25373" y="1"/>
                    <a:pt x="25314" y="0"/>
                    <a:pt x="25254" y="0"/>
                  </a:cubicBezTo>
                  <a:close/>
                </a:path>
              </a:pathLst>
            </a:custGeom>
            <a:solidFill>
              <a:schemeClr val="accent2"/>
            </a:solidFill>
            <a:ln w="762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76200" dir="1800000" algn="bl" rotWithShape="0">
                <a:schemeClr val="lt2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45"/>
            <p:cNvSpPr/>
            <p:nvPr/>
          </p:nvSpPr>
          <p:spPr>
            <a:xfrm>
              <a:off x="1739900" y="2595025"/>
              <a:ext cx="1214300" cy="1476175"/>
            </a:xfrm>
            <a:custGeom>
              <a:avLst/>
              <a:gdLst/>
              <a:ahLst/>
              <a:cxnLst/>
              <a:rect l="l" t="t" r="r" b="b"/>
              <a:pathLst>
                <a:path w="48572" h="59047" extrusionOk="0">
                  <a:moveTo>
                    <a:pt x="22974" y="1"/>
                  </a:moveTo>
                  <a:cubicBezTo>
                    <a:pt x="22855" y="1"/>
                    <a:pt x="22737" y="4"/>
                    <a:pt x="22619" y="13"/>
                  </a:cubicBezTo>
                  <a:cubicBezTo>
                    <a:pt x="10011" y="922"/>
                    <a:pt x="0" y="11666"/>
                    <a:pt x="0" y="24515"/>
                  </a:cubicBezTo>
                  <a:lnTo>
                    <a:pt x="0" y="38234"/>
                  </a:lnTo>
                  <a:cubicBezTo>
                    <a:pt x="0" y="43716"/>
                    <a:pt x="3471" y="48388"/>
                    <a:pt x="8334" y="50174"/>
                  </a:cubicBezTo>
                  <a:cubicBezTo>
                    <a:pt x="8824" y="50353"/>
                    <a:pt x="9151" y="50819"/>
                    <a:pt x="9151" y="51341"/>
                  </a:cubicBezTo>
                  <a:lnTo>
                    <a:pt x="9151" y="55248"/>
                  </a:lnTo>
                  <a:cubicBezTo>
                    <a:pt x="9151" y="57347"/>
                    <a:pt x="10851" y="59047"/>
                    <a:pt x="12950" y="59047"/>
                  </a:cubicBezTo>
                  <a:lnTo>
                    <a:pt x="12951" y="59047"/>
                  </a:lnTo>
                  <a:cubicBezTo>
                    <a:pt x="15048" y="59047"/>
                    <a:pt x="16748" y="57345"/>
                    <a:pt x="16748" y="55248"/>
                  </a:cubicBezTo>
                  <a:cubicBezTo>
                    <a:pt x="16748" y="57347"/>
                    <a:pt x="18448" y="59047"/>
                    <a:pt x="20547" y="59047"/>
                  </a:cubicBezTo>
                  <a:lnTo>
                    <a:pt x="20548" y="59047"/>
                  </a:lnTo>
                  <a:cubicBezTo>
                    <a:pt x="22645" y="59047"/>
                    <a:pt x="24345" y="57345"/>
                    <a:pt x="24345" y="55248"/>
                  </a:cubicBezTo>
                  <a:cubicBezTo>
                    <a:pt x="24345" y="57347"/>
                    <a:pt x="26047" y="59047"/>
                    <a:pt x="28144" y="59047"/>
                  </a:cubicBezTo>
                  <a:lnTo>
                    <a:pt x="28145" y="59047"/>
                  </a:lnTo>
                  <a:cubicBezTo>
                    <a:pt x="30242" y="59047"/>
                    <a:pt x="31942" y="57345"/>
                    <a:pt x="31942" y="55248"/>
                  </a:cubicBezTo>
                  <a:cubicBezTo>
                    <a:pt x="31942" y="56700"/>
                    <a:pt x="32759" y="57962"/>
                    <a:pt x="33956" y="58602"/>
                  </a:cubicBezTo>
                  <a:cubicBezTo>
                    <a:pt x="34487" y="58885"/>
                    <a:pt x="35096" y="58927"/>
                    <a:pt x="35741" y="58927"/>
                  </a:cubicBezTo>
                  <a:lnTo>
                    <a:pt x="35742" y="58927"/>
                  </a:lnTo>
                  <a:cubicBezTo>
                    <a:pt x="37839" y="58927"/>
                    <a:pt x="39421" y="57345"/>
                    <a:pt x="39421" y="55248"/>
                  </a:cubicBezTo>
                  <a:lnTo>
                    <a:pt x="39421" y="51341"/>
                  </a:lnTo>
                  <a:cubicBezTo>
                    <a:pt x="39421" y="50819"/>
                    <a:pt x="39868" y="50233"/>
                    <a:pt x="40357" y="50054"/>
                  </a:cubicBezTo>
                  <a:cubicBezTo>
                    <a:pt x="45221" y="48269"/>
                    <a:pt x="48572" y="43716"/>
                    <a:pt x="48572" y="38234"/>
                  </a:cubicBezTo>
                  <a:lnTo>
                    <a:pt x="48572" y="24297"/>
                  </a:lnTo>
                  <a:cubicBezTo>
                    <a:pt x="48572" y="17572"/>
                    <a:pt x="45847" y="11486"/>
                    <a:pt x="41446" y="7082"/>
                  </a:cubicBezTo>
                  <a:cubicBezTo>
                    <a:pt x="37080" y="2715"/>
                    <a:pt x="31183" y="118"/>
                    <a:pt x="24532" y="69"/>
                  </a:cubicBezTo>
                  <a:cubicBezTo>
                    <a:pt x="24009" y="66"/>
                    <a:pt x="23489" y="1"/>
                    <a:pt x="229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45"/>
            <p:cNvSpPr/>
            <p:nvPr/>
          </p:nvSpPr>
          <p:spPr>
            <a:xfrm>
              <a:off x="1915475" y="3197750"/>
              <a:ext cx="363150" cy="360475"/>
            </a:xfrm>
            <a:custGeom>
              <a:avLst/>
              <a:gdLst/>
              <a:ahLst/>
              <a:cxnLst/>
              <a:rect l="l" t="t" r="r" b="b"/>
              <a:pathLst>
                <a:path w="14526" h="14419" extrusionOk="0">
                  <a:moveTo>
                    <a:pt x="6603" y="0"/>
                  </a:moveTo>
                  <a:cubicBezTo>
                    <a:pt x="6253" y="0"/>
                    <a:pt x="5911" y="17"/>
                    <a:pt x="5578" y="98"/>
                  </a:cubicBezTo>
                  <a:cubicBezTo>
                    <a:pt x="2376" y="880"/>
                    <a:pt x="0" y="3768"/>
                    <a:pt x="0" y="7210"/>
                  </a:cubicBezTo>
                  <a:cubicBezTo>
                    <a:pt x="0" y="10638"/>
                    <a:pt x="2356" y="13515"/>
                    <a:pt x="5539" y="14313"/>
                  </a:cubicBezTo>
                  <a:cubicBezTo>
                    <a:pt x="5895" y="14402"/>
                    <a:pt x="6262" y="14418"/>
                    <a:pt x="6636" y="14418"/>
                  </a:cubicBezTo>
                  <a:cubicBezTo>
                    <a:pt x="6862" y="14418"/>
                    <a:pt x="7091" y="14412"/>
                    <a:pt x="7322" y="14412"/>
                  </a:cubicBezTo>
                  <a:cubicBezTo>
                    <a:pt x="11366" y="14412"/>
                    <a:pt x="14525" y="11253"/>
                    <a:pt x="14525" y="7210"/>
                  </a:cubicBezTo>
                  <a:cubicBezTo>
                    <a:pt x="14525" y="3167"/>
                    <a:pt x="11366" y="8"/>
                    <a:pt x="7322" y="8"/>
                  </a:cubicBezTo>
                  <a:cubicBezTo>
                    <a:pt x="7079" y="8"/>
                    <a:pt x="6839" y="0"/>
                    <a:pt x="660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45"/>
            <p:cNvSpPr/>
            <p:nvPr/>
          </p:nvSpPr>
          <p:spPr>
            <a:xfrm>
              <a:off x="2415400" y="3197750"/>
              <a:ext cx="363125" cy="360475"/>
            </a:xfrm>
            <a:custGeom>
              <a:avLst/>
              <a:gdLst/>
              <a:ahLst/>
              <a:cxnLst/>
              <a:rect l="l" t="t" r="r" b="b"/>
              <a:pathLst>
                <a:path w="14525" h="14419" extrusionOk="0">
                  <a:moveTo>
                    <a:pt x="6613" y="1"/>
                  </a:moveTo>
                  <a:cubicBezTo>
                    <a:pt x="6254" y="1"/>
                    <a:pt x="5903" y="17"/>
                    <a:pt x="5561" y="101"/>
                  </a:cubicBezTo>
                  <a:cubicBezTo>
                    <a:pt x="2368" y="891"/>
                    <a:pt x="1" y="3774"/>
                    <a:pt x="1" y="7210"/>
                  </a:cubicBezTo>
                  <a:cubicBezTo>
                    <a:pt x="1" y="10638"/>
                    <a:pt x="2358" y="13515"/>
                    <a:pt x="5538" y="14313"/>
                  </a:cubicBezTo>
                  <a:cubicBezTo>
                    <a:pt x="5895" y="14402"/>
                    <a:pt x="6261" y="14418"/>
                    <a:pt x="6636" y="14418"/>
                  </a:cubicBezTo>
                  <a:cubicBezTo>
                    <a:pt x="6862" y="14418"/>
                    <a:pt x="7091" y="14412"/>
                    <a:pt x="7322" y="14412"/>
                  </a:cubicBezTo>
                  <a:cubicBezTo>
                    <a:pt x="11365" y="14412"/>
                    <a:pt x="14525" y="11253"/>
                    <a:pt x="14525" y="7210"/>
                  </a:cubicBezTo>
                  <a:cubicBezTo>
                    <a:pt x="14525" y="3167"/>
                    <a:pt x="11365" y="8"/>
                    <a:pt x="7322" y="8"/>
                  </a:cubicBezTo>
                  <a:cubicBezTo>
                    <a:pt x="7083" y="8"/>
                    <a:pt x="6847" y="1"/>
                    <a:pt x="661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45"/>
            <p:cNvSpPr/>
            <p:nvPr/>
          </p:nvSpPr>
          <p:spPr>
            <a:xfrm>
              <a:off x="2274800" y="3576100"/>
              <a:ext cx="144450" cy="195975"/>
            </a:xfrm>
            <a:custGeom>
              <a:avLst/>
              <a:gdLst/>
              <a:ahLst/>
              <a:cxnLst/>
              <a:rect l="l" t="t" r="r" b="b"/>
              <a:pathLst>
                <a:path w="5778" h="7839" extrusionOk="0">
                  <a:moveTo>
                    <a:pt x="2634" y="0"/>
                  </a:moveTo>
                  <a:cubicBezTo>
                    <a:pt x="2318" y="0"/>
                    <a:pt x="2017" y="16"/>
                    <a:pt x="1739" y="141"/>
                  </a:cubicBezTo>
                  <a:cubicBezTo>
                    <a:pt x="714" y="603"/>
                    <a:pt x="0" y="1633"/>
                    <a:pt x="0" y="2831"/>
                  </a:cubicBezTo>
                  <a:lnTo>
                    <a:pt x="0" y="5007"/>
                  </a:lnTo>
                  <a:cubicBezTo>
                    <a:pt x="0" y="6212"/>
                    <a:pt x="722" y="7248"/>
                    <a:pt x="1758" y="7705"/>
                  </a:cubicBezTo>
                  <a:cubicBezTo>
                    <a:pt x="2024" y="7822"/>
                    <a:pt x="2311" y="7838"/>
                    <a:pt x="2612" y="7838"/>
                  </a:cubicBezTo>
                  <a:cubicBezTo>
                    <a:pt x="2722" y="7838"/>
                    <a:pt x="2834" y="7836"/>
                    <a:pt x="2947" y="7836"/>
                  </a:cubicBezTo>
                  <a:cubicBezTo>
                    <a:pt x="4575" y="7836"/>
                    <a:pt x="5777" y="6635"/>
                    <a:pt x="5778" y="5009"/>
                  </a:cubicBezTo>
                  <a:lnTo>
                    <a:pt x="5778" y="2832"/>
                  </a:lnTo>
                  <a:cubicBezTo>
                    <a:pt x="5778" y="1204"/>
                    <a:pt x="4576" y="2"/>
                    <a:pt x="2948" y="2"/>
                  </a:cubicBezTo>
                  <a:cubicBezTo>
                    <a:pt x="2842" y="2"/>
                    <a:pt x="2737" y="0"/>
                    <a:pt x="263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45"/>
            <p:cNvSpPr/>
            <p:nvPr/>
          </p:nvSpPr>
          <p:spPr>
            <a:xfrm>
              <a:off x="1935825" y="2571425"/>
              <a:ext cx="1043650" cy="903500"/>
            </a:xfrm>
            <a:custGeom>
              <a:avLst/>
              <a:gdLst/>
              <a:ahLst/>
              <a:cxnLst/>
              <a:rect l="l" t="t" r="r" b="b"/>
              <a:pathLst>
                <a:path w="41746" h="36140" extrusionOk="0">
                  <a:moveTo>
                    <a:pt x="16519" y="0"/>
                  </a:moveTo>
                  <a:cubicBezTo>
                    <a:pt x="10665" y="0"/>
                    <a:pt x="4960" y="2089"/>
                    <a:pt x="427" y="5894"/>
                  </a:cubicBezTo>
                  <a:cubicBezTo>
                    <a:pt x="49" y="6209"/>
                    <a:pt x="0" y="6772"/>
                    <a:pt x="317" y="7150"/>
                  </a:cubicBezTo>
                  <a:cubicBezTo>
                    <a:pt x="493" y="7360"/>
                    <a:pt x="746" y="7468"/>
                    <a:pt x="1000" y="7468"/>
                  </a:cubicBezTo>
                  <a:cubicBezTo>
                    <a:pt x="1203" y="7468"/>
                    <a:pt x="1406" y="7400"/>
                    <a:pt x="1574" y="7260"/>
                  </a:cubicBezTo>
                  <a:cubicBezTo>
                    <a:pt x="2540" y="6448"/>
                    <a:pt x="3564" y="5723"/>
                    <a:pt x="4634" y="5083"/>
                  </a:cubicBezTo>
                  <a:lnTo>
                    <a:pt x="7427" y="8942"/>
                  </a:lnTo>
                  <a:cubicBezTo>
                    <a:pt x="8300" y="10150"/>
                    <a:pt x="9714" y="10871"/>
                    <a:pt x="11204" y="10871"/>
                  </a:cubicBezTo>
                  <a:lnTo>
                    <a:pt x="12136" y="10871"/>
                  </a:lnTo>
                  <a:lnTo>
                    <a:pt x="19394" y="18130"/>
                  </a:lnTo>
                  <a:cubicBezTo>
                    <a:pt x="19568" y="18304"/>
                    <a:pt x="19797" y="18392"/>
                    <a:pt x="20025" y="18392"/>
                  </a:cubicBezTo>
                  <a:cubicBezTo>
                    <a:pt x="20252" y="18392"/>
                    <a:pt x="20481" y="18305"/>
                    <a:pt x="20655" y="18130"/>
                  </a:cubicBezTo>
                  <a:cubicBezTo>
                    <a:pt x="21004" y="17782"/>
                    <a:pt x="21004" y="17216"/>
                    <a:pt x="20655" y="16868"/>
                  </a:cubicBezTo>
                  <a:lnTo>
                    <a:pt x="14656" y="10869"/>
                  </a:lnTo>
                  <a:lnTo>
                    <a:pt x="19454" y="10869"/>
                  </a:lnTo>
                  <a:cubicBezTo>
                    <a:pt x="19946" y="10869"/>
                    <a:pt x="20346" y="10470"/>
                    <a:pt x="20346" y="9977"/>
                  </a:cubicBezTo>
                  <a:cubicBezTo>
                    <a:pt x="20346" y="9485"/>
                    <a:pt x="19946" y="9086"/>
                    <a:pt x="19454" y="9086"/>
                  </a:cubicBezTo>
                  <a:lnTo>
                    <a:pt x="11203" y="9086"/>
                  </a:lnTo>
                  <a:cubicBezTo>
                    <a:pt x="10282" y="9086"/>
                    <a:pt x="9410" y="8640"/>
                    <a:pt x="8870" y="7895"/>
                  </a:cubicBezTo>
                  <a:lnTo>
                    <a:pt x="6208" y="4218"/>
                  </a:lnTo>
                  <a:cubicBezTo>
                    <a:pt x="9403" y="2626"/>
                    <a:pt x="12931" y="1781"/>
                    <a:pt x="16515" y="1781"/>
                  </a:cubicBezTo>
                  <a:lnTo>
                    <a:pt x="16683" y="1781"/>
                  </a:lnTo>
                  <a:cubicBezTo>
                    <a:pt x="22880" y="1828"/>
                    <a:pt x="28708" y="4268"/>
                    <a:pt x="33092" y="8652"/>
                  </a:cubicBezTo>
                  <a:cubicBezTo>
                    <a:pt x="37522" y="13081"/>
                    <a:pt x="39962" y="18971"/>
                    <a:pt x="39962" y="25238"/>
                  </a:cubicBezTo>
                  <a:lnTo>
                    <a:pt x="39962" y="35248"/>
                  </a:lnTo>
                  <a:cubicBezTo>
                    <a:pt x="39962" y="35740"/>
                    <a:pt x="40362" y="36139"/>
                    <a:pt x="40853" y="36139"/>
                  </a:cubicBezTo>
                  <a:cubicBezTo>
                    <a:pt x="41346" y="36139"/>
                    <a:pt x="41746" y="35740"/>
                    <a:pt x="41746" y="35248"/>
                  </a:cubicBezTo>
                  <a:lnTo>
                    <a:pt x="41746" y="25238"/>
                  </a:lnTo>
                  <a:cubicBezTo>
                    <a:pt x="41746" y="18500"/>
                    <a:pt x="39121" y="12160"/>
                    <a:pt x="34353" y="7394"/>
                  </a:cubicBezTo>
                  <a:cubicBezTo>
                    <a:pt x="29637" y="2677"/>
                    <a:pt x="23365" y="51"/>
                    <a:pt x="16698" y="1"/>
                  </a:cubicBezTo>
                  <a:cubicBezTo>
                    <a:pt x="16638" y="1"/>
                    <a:pt x="16579" y="0"/>
                    <a:pt x="165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45"/>
            <p:cNvSpPr/>
            <p:nvPr/>
          </p:nvSpPr>
          <p:spPr>
            <a:xfrm>
              <a:off x="1717450" y="2781950"/>
              <a:ext cx="1262025" cy="1311575"/>
            </a:xfrm>
            <a:custGeom>
              <a:avLst/>
              <a:gdLst/>
              <a:ahLst/>
              <a:cxnLst/>
              <a:rect l="l" t="t" r="r" b="b"/>
              <a:pathLst>
                <a:path w="50481" h="52463" extrusionOk="0">
                  <a:moveTo>
                    <a:pt x="6951" y="0"/>
                  </a:moveTo>
                  <a:cubicBezTo>
                    <a:pt x="6702" y="0"/>
                    <a:pt x="6454" y="104"/>
                    <a:pt x="6278" y="308"/>
                  </a:cubicBezTo>
                  <a:cubicBezTo>
                    <a:pt x="2231" y="4965"/>
                    <a:pt x="0" y="10907"/>
                    <a:pt x="0" y="17038"/>
                  </a:cubicBezTo>
                  <a:lnTo>
                    <a:pt x="0" y="30757"/>
                  </a:lnTo>
                  <a:cubicBezTo>
                    <a:pt x="0" y="36441"/>
                    <a:pt x="3584" y="41576"/>
                    <a:pt x="8921" y="43535"/>
                  </a:cubicBezTo>
                  <a:cubicBezTo>
                    <a:pt x="9059" y="43585"/>
                    <a:pt x="9152" y="43719"/>
                    <a:pt x="9152" y="43865"/>
                  </a:cubicBezTo>
                  <a:lnTo>
                    <a:pt x="9152" y="47772"/>
                  </a:lnTo>
                  <a:cubicBezTo>
                    <a:pt x="9152" y="50359"/>
                    <a:pt x="11256" y="52462"/>
                    <a:pt x="13844" y="52462"/>
                  </a:cubicBezTo>
                  <a:cubicBezTo>
                    <a:pt x="15404" y="52462"/>
                    <a:pt x="16789" y="51697"/>
                    <a:pt x="17642" y="50520"/>
                  </a:cubicBezTo>
                  <a:cubicBezTo>
                    <a:pt x="18496" y="51697"/>
                    <a:pt x="19881" y="52462"/>
                    <a:pt x="21443" y="52462"/>
                  </a:cubicBezTo>
                  <a:cubicBezTo>
                    <a:pt x="23002" y="52462"/>
                    <a:pt x="24388" y="51697"/>
                    <a:pt x="25241" y="50520"/>
                  </a:cubicBezTo>
                  <a:cubicBezTo>
                    <a:pt x="26095" y="51697"/>
                    <a:pt x="27480" y="52462"/>
                    <a:pt x="29041" y="52462"/>
                  </a:cubicBezTo>
                  <a:cubicBezTo>
                    <a:pt x="30601" y="52462"/>
                    <a:pt x="31987" y="51697"/>
                    <a:pt x="32839" y="50520"/>
                  </a:cubicBezTo>
                  <a:cubicBezTo>
                    <a:pt x="33693" y="51697"/>
                    <a:pt x="35078" y="52462"/>
                    <a:pt x="36639" y="52462"/>
                  </a:cubicBezTo>
                  <a:cubicBezTo>
                    <a:pt x="39226" y="52462"/>
                    <a:pt x="41329" y="50359"/>
                    <a:pt x="41329" y="47772"/>
                  </a:cubicBezTo>
                  <a:lnTo>
                    <a:pt x="41329" y="43865"/>
                  </a:lnTo>
                  <a:cubicBezTo>
                    <a:pt x="41329" y="43719"/>
                    <a:pt x="41423" y="43586"/>
                    <a:pt x="41561" y="43535"/>
                  </a:cubicBezTo>
                  <a:cubicBezTo>
                    <a:pt x="46895" y="41577"/>
                    <a:pt x="50481" y="36442"/>
                    <a:pt x="50481" y="30757"/>
                  </a:cubicBezTo>
                  <a:lnTo>
                    <a:pt x="50481" y="30717"/>
                  </a:lnTo>
                  <a:cubicBezTo>
                    <a:pt x="50481" y="30224"/>
                    <a:pt x="50083" y="29826"/>
                    <a:pt x="49589" y="29826"/>
                  </a:cubicBezTo>
                  <a:cubicBezTo>
                    <a:pt x="49097" y="29826"/>
                    <a:pt x="48698" y="30225"/>
                    <a:pt x="48698" y="30717"/>
                  </a:cubicBezTo>
                  <a:lnTo>
                    <a:pt x="48698" y="30757"/>
                  </a:lnTo>
                  <a:cubicBezTo>
                    <a:pt x="48698" y="35698"/>
                    <a:pt x="45583" y="40158"/>
                    <a:pt x="40948" y="41859"/>
                  </a:cubicBezTo>
                  <a:cubicBezTo>
                    <a:pt x="40110" y="42167"/>
                    <a:pt x="39546" y="42972"/>
                    <a:pt x="39546" y="43864"/>
                  </a:cubicBezTo>
                  <a:lnTo>
                    <a:pt x="39546" y="47771"/>
                  </a:lnTo>
                  <a:cubicBezTo>
                    <a:pt x="39546" y="49374"/>
                    <a:pt x="38243" y="50677"/>
                    <a:pt x="36638" y="50677"/>
                  </a:cubicBezTo>
                  <a:cubicBezTo>
                    <a:pt x="35035" y="50677"/>
                    <a:pt x="33732" y="49374"/>
                    <a:pt x="33732" y="47771"/>
                  </a:cubicBezTo>
                  <a:cubicBezTo>
                    <a:pt x="33732" y="47279"/>
                    <a:pt x="33332" y="46880"/>
                    <a:pt x="32839" y="46880"/>
                  </a:cubicBezTo>
                  <a:cubicBezTo>
                    <a:pt x="32347" y="46880"/>
                    <a:pt x="31948" y="47279"/>
                    <a:pt x="31948" y="47771"/>
                  </a:cubicBezTo>
                  <a:cubicBezTo>
                    <a:pt x="31948" y="49374"/>
                    <a:pt x="30645" y="50677"/>
                    <a:pt x="29040" y="50677"/>
                  </a:cubicBezTo>
                  <a:cubicBezTo>
                    <a:pt x="27437" y="50677"/>
                    <a:pt x="26134" y="49374"/>
                    <a:pt x="26134" y="47771"/>
                  </a:cubicBezTo>
                  <a:cubicBezTo>
                    <a:pt x="26134" y="47279"/>
                    <a:pt x="25734" y="46880"/>
                    <a:pt x="25241" y="46880"/>
                  </a:cubicBezTo>
                  <a:cubicBezTo>
                    <a:pt x="24749" y="46880"/>
                    <a:pt x="24350" y="47279"/>
                    <a:pt x="24350" y="47771"/>
                  </a:cubicBezTo>
                  <a:cubicBezTo>
                    <a:pt x="24350" y="49374"/>
                    <a:pt x="23046" y="50677"/>
                    <a:pt x="21442" y="50677"/>
                  </a:cubicBezTo>
                  <a:cubicBezTo>
                    <a:pt x="19839" y="50677"/>
                    <a:pt x="18536" y="49374"/>
                    <a:pt x="18536" y="47771"/>
                  </a:cubicBezTo>
                  <a:cubicBezTo>
                    <a:pt x="18536" y="47279"/>
                    <a:pt x="18135" y="46880"/>
                    <a:pt x="17643" y="46880"/>
                  </a:cubicBezTo>
                  <a:cubicBezTo>
                    <a:pt x="17151" y="46880"/>
                    <a:pt x="16751" y="47279"/>
                    <a:pt x="16751" y="47771"/>
                  </a:cubicBezTo>
                  <a:cubicBezTo>
                    <a:pt x="16751" y="49374"/>
                    <a:pt x="15447" y="50677"/>
                    <a:pt x="13843" y="50677"/>
                  </a:cubicBezTo>
                  <a:cubicBezTo>
                    <a:pt x="12241" y="50677"/>
                    <a:pt x="10937" y="49374"/>
                    <a:pt x="10937" y="47771"/>
                  </a:cubicBezTo>
                  <a:lnTo>
                    <a:pt x="10937" y="43864"/>
                  </a:lnTo>
                  <a:cubicBezTo>
                    <a:pt x="10937" y="42972"/>
                    <a:pt x="10374" y="42165"/>
                    <a:pt x="9535" y="41859"/>
                  </a:cubicBezTo>
                  <a:cubicBezTo>
                    <a:pt x="4900" y="40157"/>
                    <a:pt x="1784" y="35696"/>
                    <a:pt x="1784" y="30757"/>
                  </a:cubicBezTo>
                  <a:lnTo>
                    <a:pt x="1784" y="17038"/>
                  </a:lnTo>
                  <a:cubicBezTo>
                    <a:pt x="1784" y="11338"/>
                    <a:pt x="3859" y="5812"/>
                    <a:pt x="7624" y="1478"/>
                  </a:cubicBezTo>
                  <a:cubicBezTo>
                    <a:pt x="7947" y="1105"/>
                    <a:pt x="7907" y="542"/>
                    <a:pt x="7536" y="220"/>
                  </a:cubicBezTo>
                  <a:cubicBezTo>
                    <a:pt x="7367" y="72"/>
                    <a:pt x="7159" y="0"/>
                    <a:pt x="69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45"/>
            <p:cNvSpPr/>
            <p:nvPr/>
          </p:nvSpPr>
          <p:spPr>
            <a:xfrm>
              <a:off x="1893200" y="3172650"/>
              <a:ext cx="410725" cy="410675"/>
            </a:xfrm>
            <a:custGeom>
              <a:avLst/>
              <a:gdLst/>
              <a:ahLst/>
              <a:cxnLst/>
              <a:rect l="l" t="t" r="r" b="b"/>
              <a:pathLst>
                <a:path w="16429" h="16427" extrusionOk="0">
                  <a:moveTo>
                    <a:pt x="8214" y="1"/>
                  </a:moveTo>
                  <a:cubicBezTo>
                    <a:pt x="3684" y="1"/>
                    <a:pt x="1" y="3684"/>
                    <a:pt x="1" y="8214"/>
                  </a:cubicBezTo>
                  <a:cubicBezTo>
                    <a:pt x="1" y="10153"/>
                    <a:pt x="689" y="12036"/>
                    <a:pt x="1940" y="13514"/>
                  </a:cubicBezTo>
                  <a:cubicBezTo>
                    <a:pt x="2117" y="13722"/>
                    <a:pt x="2368" y="13830"/>
                    <a:pt x="2621" y="13830"/>
                  </a:cubicBezTo>
                  <a:cubicBezTo>
                    <a:pt x="2825" y="13830"/>
                    <a:pt x="3029" y="13760"/>
                    <a:pt x="3197" y="13618"/>
                  </a:cubicBezTo>
                  <a:cubicBezTo>
                    <a:pt x="3572" y="13301"/>
                    <a:pt x="3620" y="12737"/>
                    <a:pt x="3303" y="12361"/>
                  </a:cubicBezTo>
                  <a:cubicBezTo>
                    <a:pt x="2323" y="11204"/>
                    <a:pt x="1785" y="9731"/>
                    <a:pt x="1785" y="8213"/>
                  </a:cubicBezTo>
                  <a:cubicBezTo>
                    <a:pt x="1785" y="4668"/>
                    <a:pt x="4670" y="1783"/>
                    <a:pt x="8215" y="1783"/>
                  </a:cubicBezTo>
                  <a:cubicBezTo>
                    <a:pt x="11759" y="1783"/>
                    <a:pt x="14644" y="4668"/>
                    <a:pt x="14644" y="8213"/>
                  </a:cubicBezTo>
                  <a:cubicBezTo>
                    <a:pt x="14644" y="11757"/>
                    <a:pt x="11759" y="14642"/>
                    <a:pt x="8215" y="14642"/>
                  </a:cubicBezTo>
                  <a:cubicBezTo>
                    <a:pt x="7512" y="14642"/>
                    <a:pt x="6821" y="14529"/>
                    <a:pt x="6163" y="14308"/>
                  </a:cubicBezTo>
                  <a:cubicBezTo>
                    <a:pt x="6068" y="14276"/>
                    <a:pt x="5972" y="14261"/>
                    <a:pt x="5878" y="14261"/>
                  </a:cubicBezTo>
                  <a:cubicBezTo>
                    <a:pt x="5505" y="14261"/>
                    <a:pt x="5158" y="14496"/>
                    <a:pt x="5032" y="14868"/>
                  </a:cubicBezTo>
                  <a:cubicBezTo>
                    <a:pt x="4875" y="15334"/>
                    <a:pt x="5127" y="15840"/>
                    <a:pt x="5593" y="15998"/>
                  </a:cubicBezTo>
                  <a:cubicBezTo>
                    <a:pt x="6436" y="16281"/>
                    <a:pt x="7318" y="16426"/>
                    <a:pt x="8215" y="16426"/>
                  </a:cubicBezTo>
                  <a:cubicBezTo>
                    <a:pt x="12744" y="16426"/>
                    <a:pt x="16428" y="12742"/>
                    <a:pt x="16428" y="8213"/>
                  </a:cubicBezTo>
                  <a:cubicBezTo>
                    <a:pt x="16428" y="3684"/>
                    <a:pt x="12742" y="1"/>
                    <a:pt x="82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45"/>
            <p:cNvSpPr/>
            <p:nvPr/>
          </p:nvSpPr>
          <p:spPr>
            <a:xfrm>
              <a:off x="2393125" y="3172650"/>
              <a:ext cx="410675" cy="410700"/>
            </a:xfrm>
            <a:custGeom>
              <a:avLst/>
              <a:gdLst/>
              <a:ahLst/>
              <a:cxnLst/>
              <a:rect l="l" t="t" r="r" b="b"/>
              <a:pathLst>
                <a:path w="16427" h="16428" extrusionOk="0">
                  <a:moveTo>
                    <a:pt x="8213" y="1785"/>
                  </a:moveTo>
                  <a:cubicBezTo>
                    <a:pt x="11760" y="1785"/>
                    <a:pt x="14643" y="4669"/>
                    <a:pt x="14643" y="8214"/>
                  </a:cubicBezTo>
                  <a:cubicBezTo>
                    <a:pt x="14643" y="11758"/>
                    <a:pt x="11759" y="14643"/>
                    <a:pt x="8213" y="14643"/>
                  </a:cubicBezTo>
                  <a:cubicBezTo>
                    <a:pt x="4668" y="14643"/>
                    <a:pt x="1784" y="11759"/>
                    <a:pt x="1784" y="8214"/>
                  </a:cubicBezTo>
                  <a:cubicBezTo>
                    <a:pt x="1784" y="4669"/>
                    <a:pt x="4668" y="1785"/>
                    <a:pt x="8213" y="1785"/>
                  </a:cubicBezTo>
                  <a:close/>
                  <a:moveTo>
                    <a:pt x="8213" y="1"/>
                  </a:moveTo>
                  <a:cubicBezTo>
                    <a:pt x="3685" y="1"/>
                    <a:pt x="0" y="3685"/>
                    <a:pt x="0" y="8214"/>
                  </a:cubicBezTo>
                  <a:cubicBezTo>
                    <a:pt x="0" y="12743"/>
                    <a:pt x="3684" y="16427"/>
                    <a:pt x="8213" y="16427"/>
                  </a:cubicBezTo>
                  <a:cubicBezTo>
                    <a:pt x="12742" y="16427"/>
                    <a:pt x="16427" y="12742"/>
                    <a:pt x="16427" y="8214"/>
                  </a:cubicBezTo>
                  <a:cubicBezTo>
                    <a:pt x="16427" y="3686"/>
                    <a:pt x="12742" y="1"/>
                    <a:pt x="82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45"/>
            <p:cNvSpPr/>
            <p:nvPr/>
          </p:nvSpPr>
          <p:spPr>
            <a:xfrm>
              <a:off x="2252500" y="3550850"/>
              <a:ext cx="192025" cy="246425"/>
            </a:xfrm>
            <a:custGeom>
              <a:avLst/>
              <a:gdLst/>
              <a:ahLst/>
              <a:cxnLst/>
              <a:rect l="l" t="t" r="r" b="b"/>
              <a:pathLst>
                <a:path w="7681" h="9857" extrusionOk="0">
                  <a:moveTo>
                    <a:pt x="3839" y="1784"/>
                  </a:moveTo>
                  <a:cubicBezTo>
                    <a:pt x="4974" y="1784"/>
                    <a:pt x="5896" y="2707"/>
                    <a:pt x="5896" y="3840"/>
                  </a:cubicBezTo>
                  <a:lnTo>
                    <a:pt x="5896" y="6017"/>
                  </a:lnTo>
                  <a:cubicBezTo>
                    <a:pt x="5896" y="7150"/>
                    <a:pt x="4974" y="8073"/>
                    <a:pt x="3839" y="8073"/>
                  </a:cubicBezTo>
                  <a:cubicBezTo>
                    <a:pt x="2705" y="8073"/>
                    <a:pt x="1784" y="7151"/>
                    <a:pt x="1784" y="6017"/>
                  </a:cubicBezTo>
                  <a:lnTo>
                    <a:pt x="1784" y="3840"/>
                  </a:lnTo>
                  <a:cubicBezTo>
                    <a:pt x="1784" y="2707"/>
                    <a:pt x="2705" y="1784"/>
                    <a:pt x="3839" y="1784"/>
                  </a:cubicBezTo>
                  <a:close/>
                  <a:moveTo>
                    <a:pt x="3840" y="0"/>
                  </a:moveTo>
                  <a:cubicBezTo>
                    <a:pt x="1723" y="0"/>
                    <a:pt x="1" y="1723"/>
                    <a:pt x="1" y="3840"/>
                  </a:cubicBezTo>
                  <a:lnTo>
                    <a:pt x="1" y="6017"/>
                  </a:lnTo>
                  <a:cubicBezTo>
                    <a:pt x="1" y="8134"/>
                    <a:pt x="1723" y="9857"/>
                    <a:pt x="3840" y="9857"/>
                  </a:cubicBezTo>
                  <a:cubicBezTo>
                    <a:pt x="5958" y="9857"/>
                    <a:pt x="7681" y="8135"/>
                    <a:pt x="7681" y="6017"/>
                  </a:cubicBezTo>
                  <a:lnTo>
                    <a:pt x="7681" y="3840"/>
                  </a:lnTo>
                  <a:cubicBezTo>
                    <a:pt x="7681" y="1723"/>
                    <a:pt x="5958" y="0"/>
                    <a:pt x="38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357342F-5315-863C-1C18-72CA61FBD6C6}"/>
              </a:ext>
            </a:extLst>
          </p:cNvPr>
          <p:cNvCxnSpPr>
            <a:cxnSpLocks/>
          </p:cNvCxnSpPr>
          <p:nvPr/>
        </p:nvCxnSpPr>
        <p:spPr>
          <a:xfrm>
            <a:off x="4550321" y="1424909"/>
            <a:ext cx="14535" cy="2723839"/>
          </a:xfrm>
          <a:prstGeom prst="line">
            <a:avLst/>
          </a:prstGeom>
          <a:ln w="38100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6093775-FA32-004E-54BE-7F91FA595E3A}"/>
              </a:ext>
            </a:extLst>
          </p:cNvPr>
          <p:cNvCxnSpPr>
            <a:cxnSpLocks/>
          </p:cNvCxnSpPr>
          <p:nvPr/>
        </p:nvCxnSpPr>
        <p:spPr>
          <a:xfrm flipH="1">
            <a:off x="1193006" y="2781097"/>
            <a:ext cx="6693038" cy="12743"/>
          </a:xfrm>
          <a:prstGeom prst="line">
            <a:avLst/>
          </a:prstGeom>
          <a:ln w="38100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cover dir="u"/>
      </p:transition>
    </mc:Choice>
    <mc:Fallback xmlns="">
      <p:transition spd="slow">
        <p:cover dir="u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6F6DFE18-B799-20BB-A2D8-429217ACE602}"/>
              </a:ext>
            </a:extLst>
          </p:cNvPr>
          <p:cNvSpPr/>
          <p:nvPr/>
        </p:nvSpPr>
        <p:spPr>
          <a:xfrm>
            <a:off x="645279" y="1381996"/>
            <a:ext cx="7874637" cy="3064574"/>
          </a:xfrm>
          <a:prstGeom prst="roundRect">
            <a:avLst/>
          </a:prstGeom>
          <a:solidFill>
            <a:srgbClr val="FFFFFF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80" name="Google Shape;980;p43"/>
          <p:cNvSpPr txBox="1">
            <a:spLocks noGrp="1"/>
          </p:cNvSpPr>
          <p:nvPr>
            <p:ph type="title"/>
          </p:nvPr>
        </p:nvSpPr>
        <p:spPr>
          <a:xfrm>
            <a:off x="1570106" y="64962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Conclusion:</a:t>
            </a:r>
            <a:r>
              <a:rPr lang="en-US" sz="1800" dirty="0"/>
              <a:t> AI vs. Human Nervous System</a:t>
            </a:r>
            <a:endParaRPr lang="en-US" dirty="0"/>
          </a:p>
        </p:txBody>
      </p:sp>
      <p:sp>
        <p:nvSpPr>
          <p:cNvPr id="982" name="Google Shape;982;p43"/>
          <p:cNvSpPr txBox="1">
            <a:spLocks noGrp="1"/>
          </p:cNvSpPr>
          <p:nvPr>
            <p:ph type="subTitle" idx="2"/>
          </p:nvPr>
        </p:nvSpPr>
        <p:spPr>
          <a:xfrm>
            <a:off x="726558" y="1510283"/>
            <a:ext cx="7690884" cy="27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While </a:t>
            </a:r>
            <a:r>
              <a:rPr lang="en-US" b="1" dirty="0"/>
              <a:t>Artificial Neural Networks (ANNs</a:t>
            </a:r>
            <a:r>
              <a:rPr lang="en-US" dirty="0"/>
              <a:t>) </a:t>
            </a:r>
            <a:r>
              <a:rPr lang="en-US" sz="1200" dirty="0"/>
              <a:t>are inspired by the human nervous system, they are fundamentally different. </a:t>
            </a:r>
            <a:r>
              <a:rPr lang="en-US" dirty="0"/>
              <a:t>The </a:t>
            </a:r>
            <a:r>
              <a:rPr lang="en-US" b="1" dirty="0"/>
              <a:t>human brain is highly adaptive, creative, and capable of emotions</a:t>
            </a:r>
            <a:r>
              <a:rPr lang="en-US" sz="1200" dirty="0"/>
              <a:t>, whereas </a:t>
            </a:r>
            <a:r>
              <a:rPr lang="en-US" b="1" dirty="0"/>
              <a:t>AI processes data based on mathematical models</a:t>
            </a:r>
            <a:r>
              <a:rPr lang="en-US" sz="1200" dirty="0"/>
              <a:t>. “The brain learns through experience and neuroplasticity, while ANNs learn through training and weight adjustments”.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Despite these differences, </a:t>
            </a:r>
            <a:r>
              <a:rPr lang="en-US" b="1" dirty="0"/>
              <a:t>AI has successfully mimicked some cognitive functions</a:t>
            </a:r>
            <a:r>
              <a:rPr lang="en-US" sz="1200" dirty="0"/>
              <a:t>, enabling </a:t>
            </a:r>
            <a:r>
              <a:rPr lang="en-US" b="1" dirty="0"/>
              <a:t>advancements in speech recognition, image processing, and decision-making</a:t>
            </a:r>
            <a:r>
              <a:rPr lang="en-US" sz="1200" dirty="0"/>
              <a:t>. However, </a:t>
            </a:r>
            <a:r>
              <a:rPr lang="en-US" b="1" dirty="0"/>
              <a:t>true human-like intelligence, including reasoning, emotions, and intuition, remains beyond AI’s reach.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200" b="1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As research continues, </a:t>
            </a:r>
            <a:r>
              <a:rPr lang="en-US" b="1" dirty="0"/>
              <a:t>bridging the gap between biological and artificial intelligence could unlock new possibilities in medicine, robotics, and problem-solving</a:t>
            </a:r>
            <a:r>
              <a:rPr lang="en-US" sz="1200" dirty="0"/>
              <a:t>, shaping the future of both AI and neuroscience.</a:t>
            </a:r>
          </a:p>
        </p:txBody>
      </p:sp>
      <p:sp>
        <p:nvSpPr>
          <p:cNvPr id="985" name="Google Shape;985;p43"/>
          <p:cNvSpPr/>
          <p:nvPr/>
        </p:nvSpPr>
        <p:spPr>
          <a:xfrm rot="-10288848">
            <a:off x="843141" y="1311508"/>
            <a:ext cx="112803" cy="112821"/>
          </a:xfrm>
          <a:custGeom>
            <a:avLst/>
            <a:gdLst/>
            <a:ahLst/>
            <a:cxnLst/>
            <a:rect l="l" t="t" r="r" b="b"/>
            <a:pathLst>
              <a:path w="6138" h="6139" extrusionOk="0">
                <a:moveTo>
                  <a:pt x="3069" y="0"/>
                </a:moveTo>
                <a:cubicBezTo>
                  <a:pt x="2625" y="513"/>
                  <a:pt x="2402" y="1024"/>
                  <a:pt x="2235" y="1535"/>
                </a:cubicBezTo>
                <a:cubicBezTo>
                  <a:pt x="2177" y="1722"/>
                  <a:pt x="2134" y="1909"/>
                  <a:pt x="2099" y="2097"/>
                </a:cubicBezTo>
                <a:cubicBezTo>
                  <a:pt x="1912" y="2131"/>
                  <a:pt x="1723" y="2173"/>
                  <a:pt x="1536" y="2233"/>
                </a:cubicBezTo>
                <a:cubicBezTo>
                  <a:pt x="1023" y="2398"/>
                  <a:pt x="512" y="2623"/>
                  <a:pt x="1" y="3070"/>
                </a:cubicBezTo>
                <a:cubicBezTo>
                  <a:pt x="512" y="3517"/>
                  <a:pt x="1023" y="3740"/>
                  <a:pt x="1536" y="3907"/>
                </a:cubicBezTo>
                <a:cubicBezTo>
                  <a:pt x="1722" y="3966"/>
                  <a:pt x="1909" y="4008"/>
                  <a:pt x="2096" y="4042"/>
                </a:cubicBezTo>
                <a:cubicBezTo>
                  <a:pt x="2132" y="4230"/>
                  <a:pt x="2173" y="4417"/>
                  <a:pt x="2232" y="4604"/>
                </a:cubicBezTo>
                <a:cubicBezTo>
                  <a:pt x="2399" y="5115"/>
                  <a:pt x="2622" y="5627"/>
                  <a:pt x="3069" y="6138"/>
                </a:cubicBezTo>
                <a:cubicBezTo>
                  <a:pt x="3517" y="5627"/>
                  <a:pt x="3741" y="5115"/>
                  <a:pt x="3906" y="4604"/>
                </a:cubicBezTo>
                <a:cubicBezTo>
                  <a:pt x="3966" y="4416"/>
                  <a:pt x="4008" y="4229"/>
                  <a:pt x="4042" y="4040"/>
                </a:cubicBezTo>
                <a:cubicBezTo>
                  <a:pt x="4230" y="4005"/>
                  <a:pt x="4416" y="3963"/>
                  <a:pt x="4604" y="3904"/>
                </a:cubicBezTo>
                <a:cubicBezTo>
                  <a:pt x="5115" y="3737"/>
                  <a:pt x="5626" y="3514"/>
                  <a:pt x="6138" y="3070"/>
                </a:cubicBezTo>
                <a:cubicBezTo>
                  <a:pt x="5626" y="2625"/>
                  <a:pt x="5115" y="2402"/>
                  <a:pt x="4604" y="2235"/>
                </a:cubicBezTo>
                <a:cubicBezTo>
                  <a:pt x="4416" y="2176"/>
                  <a:pt x="4228" y="2133"/>
                  <a:pt x="4040" y="2099"/>
                </a:cubicBezTo>
                <a:cubicBezTo>
                  <a:pt x="4005" y="1910"/>
                  <a:pt x="3963" y="1723"/>
                  <a:pt x="3904" y="1535"/>
                </a:cubicBezTo>
                <a:cubicBezTo>
                  <a:pt x="3738" y="1024"/>
                  <a:pt x="3514" y="513"/>
                  <a:pt x="306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6" name="Google Shape;986;p43"/>
          <p:cNvSpPr/>
          <p:nvPr/>
        </p:nvSpPr>
        <p:spPr>
          <a:xfrm rot="-8100000">
            <a:off x="3263002" y="1216253"/>
            <a:ext cx="100453" cy="100448"/>
          </a:xfrm>
          <a:custGeom>
            <a:avLst/>
            <a:gdLst/>
            <a:ahLst/>
            <a:cxnLst/>
            <a:rect l="l" t="t" r="r" b="b"/>
            <a:pathLst>
              <a:path w="2835" h="2836" extrusionOk="0">
                <a:moveTo>
                  <a:pt x="1417" y="0"/>
                </a:moveTo>
                <a:cubicBezTo>
                  <a:pt x="635" y="0"/>
                  <a:pt x="0" y="635"/>
                  <a:pt x="0" y="1418"/>
                </a:cubicBezTo>
                <a:cubicBezTo>
                  <a:pt x="0" y="2200"/>
                  <a:pt x="635" y="2835"/>
                  <a:pt x="1417" y="2835"/>
                </a:cubicBezTo>
                <a:cubicBezTo>
                  <a:pt x="2200" y="2835"/>
                  <a:pt x="2835" y="2200"/>
                  <a:pt x="2835" y="1418"/>
                </a:cubicBezTo>
                <a:cubicBezTo>
                  <a:pt x="2835" y="635"/>
                  <a:pt x="2201" y="0"/>
                  <a:pt x="141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7" name="Google Shape;987;p43"/>
          <p:cNvSpPr/>
          <p:nvPr/>
        </p:nvSpPr>
        <p:spPr>
          <a:xfrm rot="-5839392">
            <a:off x="8045340" y="1667375"/>
            <a:ext cx="112801" cy="112819"/>
          </a:xfrm>
          <a:custGeom>
            <a:avLst/>
            <a:gdLst/>
            <a:ahLst/>
            <a:cxnLst/>
            <a:rect l="l" t="t" r="r" b="b"/>
            <a:pathLst>
              <a:path w="6138" h="6139" extrusionOk="0">
                <a:moveTo>
                  <a:pt x="3069" y="0"/>
                </a:moveTo>
                <a:cubicBezTo>
                  <a:pt x="2625" y="513"/>
                  <a:pt x="2402" y="1024"/>
                  <a:pt x="2235" y="1535"/>
                </a:cubicBezTo>
                <a:cubicBezTo>
                  <a:pt x="2177" y="1722"/>
                  <a:pt x="2134" y="1909"/>
                  <a:pt x="2099" y="2097"/>
                </a:cubicBezTo>
                <a:cubicBezTo>
                  <a:pt x="1912" y="2131"/>
                  <a:pt x="1723" y="2173"/>
                  <a:pt x="1536" y="2233"/>
                </a:cubicBezTo>
                <a:cubicBezTo>
                  <a:pt x="1023" y="2398"/>
                  <a:pt x="512" y="2623"/>
                  <a:pt x="1" y="3070"/>
                </a:cubicBezTo>
                <a:cubicBezTo>
                  <a:pt x="512" y="3517"/>
                  <a:pt x="1023" y="3740"/>
                  <a:pt x="1536" y="3907"/>
                </a:cubicBezTo>
                <a:cubicBezTo>
                  <a:pt x="1722" y="3966"/>
                  <a:pt x="1909" y="4008"/>
                  <a:pt x="2096" y="4042"/>
                </a:cubicBezTo>
                <a:cubicBezTo>
                  <a:pt x="2132" y="4230"/>
                  <a:pt x="2173" y="4417"/>
                  <a:pt x="2232" y="4604"/>
                </a:cubicBezTo>
                <a:cubicBezTo>
                  <a:pt x="2399" y="5115"/>
                  <a:pt x="2622" y="5627"/>
                  <a:pt x="3069" y="6138"/>
                </a:cubicBezTo>
                <a:cubicBezTo>
                  <a:pt x="3517" y="5627"/>
                  <a:pt x="3741" y="5115"/>
                  <a:pt x="3906" y="4604"/>
                </a:cubicBezTo>
                <a:cubicBezTo>
                  <a:pt x="3966" y="4416"/>
                  <a:pt x="4008" y="4229"/>
                  <a:pt x="4042" y="4040"/>
                </a:cubicBezTo>
                <a:cubicBezTo>
                  <a:pt x="4230" y="4005"/>
                  <a:pt x="4416" y="3963"/>
                  <a:pt x="4604" y="3904"/>
                </a:cubicBezTo>
                <a:cubicBezTo>
                  <a:pt x="5115" y="3737"/>
                  <a:pt x="5626" y="3514"/>
                  <a:pt x="6138" y="3070"/>
                </a:cubicBezTo>
                <a:cubicBezTo>
                  <a:pt x="5626" y="2625"/>
                  <a:pt x="5115" y="2402"/>
                  <a:pt x="4604" y="2235"/>
                </a:cubicBezTo>
                <a:cubicBezTo>
                  <a:pt x="4416" y="2176"/>
                  <a:pt x="4228" y="2133"/>
                  <a:pt x="4040" y="2099"/>
                </a:cubicBezTo>
                <a:cubicBezTo>
                  <a:pt x="4005" y="1910"/>
                  <a:pt x="3963" y="1723"/>
                  <a:pt x="3904" y="1535"/>
                </a:cubicBezTo>
                <a:cubicBezTo>
                  <a:pt x="3738" y="1024"/>
                  <a:pt x="3514" y="513"/>
                  <a:pt x="306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8" name="Google Shape;988;p43"/>
          <p:cNvSpPr/>
          <p:nvPr/>
        </p:nvSpPr>
        <p:spPr>
          <a:xfrm rot="511152">
            <a:off x="4463900" y="4454303"/>
            <a:ext cx="112803" cy="112821"/>
          </a:xfrm>
          <a:custGeom>
            <a:avLst/>
            <a:gdLst/>
            <a:ahLst/>
            <a:cxnLst/>
            <a:rect l="l" t="t" r="r" b="b"/>
            <a:pathLst>
              <a:path w="6138" h="6139" extrusionOk="0">
                <a:moveTo>
                  <a:pt x="3069" y="0"/>
                </a:moveTo>
                <a:cubicBezTo>
                  <a:pt x="2625" y="513"/>
                  <a:pt x="2402" y="1024"/>
                  <a:pt x="2235" y="1535"/>
                </a:cubicBezTo>
                <a:cubicBezTo>
                  <a:pt x="2177" y="1722"/>
                  <a:pt x="2134" y="1909"/>
                  <a:pt x="2099" y="2097"/>
                </a:cubicBezTo>
                <a:cubicBezTo>
                  <a:pt x="1912" y="2131"/>
                  <a:pt x="1723" y="2173"/>
                  <a:pt x="1536" y="2233"/>
                </a:cubicBezTo>
                <a:cubicBezTo>
                  <a:pt x="1023" y="2398"/>
                  <a:pt x="512" y="2623"/>
                  <a:pt x="1" y="3070"/>
                </a:cubicBezTo>
                <a:cubicBezTo>
                  <a:pt x="512" y="3517"/>
                  <a:pt x="1023" y="3740"/>
                  <a:pt x="1536" y="3907"/>
                </a:cubicBezTo>
                <a:cubicBezTo>
                  <a:pt x="1722" y="3966"/>
                  <a:pt x="1909" y="4008"/>
                  <a:pt x="2096" y="4042"/>
                </a:cubicBezTo>
                <a:cubicBezTo>
                  <a:pt x="2132" y="4230"/>
                  <a:pt x="2173" y="4417"/>
                  <a:pt x="2232" y="4604"/>
                </a:cubicBezTo>
                <a:cubicBezTo>
                  <a:pt x="2399" y="5115"/>
                  <a:pt x="2622" y="5627"/>
                  <a:pt x="3069" y="6138"/>
                </a:cubicBezTo>
                <a:cubicBezTo>
                  <a:pt x="3517" y="5627"/>
                  <a:pt x="3741" y="5115"/>
                  <a:pt x="3906" y="4604"/>
                </a:cubicBezTo>
                <a:cubicBezTo>
                  <a:pt x="3966" y="4416"/>
                  <a:pt x="4008" y="4229"/>
                  <a:pt x="4042" y="4040"/>
                </a:cubicBezTo>
                <a:cubicBezTo>
                  <a:pt x="4230" y="4005"/>
                  <a:pt x="4416" y="3963"/>
                  <a:pt x="4604" y="3904"/>
                </a:cubicBezTo>
                <a:cubicBezTo>
                  <a:pt x="5115" y="3737"/>
                  <a:pt x="5626" y="3514"/>
                  <a:pt x="6138" y="3070"/>
                </a:cubicBezTo>
                <a:cubicBezTo>
                  <a:pt x="5626" y="2625"/>
                  <a:pt x="5115" y="2402"/>
                  <a:pt x="4604" y="2235"/>
                </a:cubicBezTo>
                <a:cubicBezTo>
                  <a:pt x="4416" y="2176"/>
                  <a:pt x="4228" y="2133"/>
                  <a:pt x="4040" y="2099"/>
                </a:cubicBezTo>
                <a:cubicBezTo>
                  <a:pt x="4005" y="1910"/>
                  <a:pt x="3963" y="1723"/>
                  <a:pt x="3904" y="1535"/>
                </a:cubicBezTo>
                <a:cubicBezTo>
                  <a:pt x="3738" y="1024"/>
                  <a:pt x="3514" y="513"/>
                  <a:pt x="306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89" name="Google Shape;989;p43"/>
          <p:cNvGrpSpPr/>
          <p:nvPr/>
        </p:nvGrpSpPr>
        <p:grpSpPr>
          <a:xfrm>
            <a:off x="8171905" y="247817"/>
            <a:ext cx="720111" cy="702116"/>
            <a:chOff x="8056716" y="1883215"/>
            <a:chExt cx="289593" cy="285172"/>
          </a:xfrm>
        </p:grpSpPr>
        <p:sp>
          <p:nvSpPr>
            <p:cNvPr id="990" name="Google Shape;990;p43"/>
            <p:cNvSpPr/>
            <p:nvPr/>
          </p:nvSpPr>
          <p:spPr>
            <a:xfrm>
              <a:off x="8058649" y="1883215"/>
              <a:ext cx="285731" cy="285172"/>
            </a:xfrm>
            <a:custGeom>
              <a:avLst/>
              <a:gdLst/>
              <a:ahLst/>
              <a:cxnLst/>
              <a:rect l="l" t="t" r="r" b="b"/>
              <a:pathLst>
                <a:path w="5618" h="5607" extrusionOk="0">
                  <a:moveTo>
                    <a:pt x="2182" y="1"/>
                  </a:moveTo>
                  <a:cubicBezTo>
                    <a:pt x="1763" y="1"/>
                    <a:pt x="1391" y="249"/>
                    <a:pt x="1285" y="629"/>
                  </a:cubicBezTo>
                  <a:cubicBezTo>
                    <a:pt x="1199" y="940"/>
                    <a:pt x="727" y="1013"/>
                    <a:pt x="612" y="1566"/>
                  </a:cubicBezTo>
                  <a:cubicBezTo>
                    <a:pt x="612" y="1567"/>
                    <a:pt x="611" y="1568"/>
                    <a:pt x="611" y="1569"/>
                  </a:cubicBezTo>
                  <a:cubicBezTo>
                    <a:pt x="541" y="1907"/>
                    <a:pt x="679" y="1968"/>
                    <a:pt x="358" y="2531"/>
                  </a:cubicBezTo>
                  <a:cubicBezTo>
                    <a:pt x="183" y="2838"/>
                    <a:pt x="1" y="3156"/>
                    <a:pt x="192" y="3829"/>
                  </a:cubicBezTo>
                  <a:cubicBezTo>
                    <a:pt x="270" y="4104"/>
                    <a:pt x="473" y="4338"/>
                    <a:pt x="656" y="4563"/>
                  </a:cubicBezTo>
                  <a:cubicBezTo>
                    <a:pt x="672" y="4583"/>
                    <a:pt x="695" y="4594"/>
                    <a:pt x="719" y="4594"/>
                  </a:cubicBezTo>
                  <a:cubicBezTo>
                    <a:pt x="737" y="4594"/>
                    <a:pt x="756" y="4588"/>
                    <a:pt x="771" y="4576"/>
                  </a:cubicBezTo>
                  <a:cubicBezTo>
                    <a:pt x="809" y="4625"/>
                    <a:pt x="847" y="4674"/>
                    <a:pt x="883" y="4725"/>
                  </a:cubicBezTo>
                  <a:cubicBezTo>
                    <a:pt x="846" y="4751"/>
                    <a:pt x="837" y="4801"/>
                    <a:pt x="861" y="4839"/>
                  </a:cubicBezTo>
                  <a:cubicBezTo>
                    <a:pt x="950" y="4973"/>
                    <a:pt x="945" y="4996"/>
                    <a:pt x="1008" y="5079"/>
                  </a:cubicBezTo>
                  <a:cubicBezTo>
                    <a:pt x="1008" y="5079"/>
                    <a:pt x="1009" y="5080"/>
                    <a:pt x="1009" y="5080"/>
                  </a:cubicBezTo>
                  <a:cubicBezTo>
                    <a:pt x="1263" y="5417"/>
                    <a:pt x="1830" y="5536"/>
                    <a:pt x="2310" y="5601"/>
                  </a:cubicBezTo>
                  <a:cubicBezTo>
                    <a:pt x="2333" y="5604"/>
                    <a:pt x="2356" y="5606"/>
                    <a:pt x="2379" y="5606"/>
                  </a:cubicBezTo>
                  <a:cubicBezTo>
                    <a:pt x="2552" y="5606"/>
                    <a:pt x="2714" y="5519"/>
                    <a:pt x="2810" y="5374"/>
                  </a:cubicBezTo>
                  <a:cubicBezTo>
                    <a:pt x="2905" y="5519"/>
                    <a:pt x="3066" y="5606"/>
                    <a:pt x="3239" y="5606"/>
                  </a:cubicBezTo>
                  <a:cubicBezTo>
                    <a:pt x="3262" y="5606"/>
                    <a:pt x="3285" y="5604"/>
                    <a:pt x="3308" y="5601"/>
                  </a:cubicBezTo>
                  <a:cubicBezTo>
                    <a:pt x="3788" y="5536"/>
                    <a:pt x="4355" y="5417"/>
                    <a:pt x="4609" y="5080"/>
                  </a:cubicBezTo>
                  <a:cubicBezTo>
                    <a:pt x="4609" y="5080"/>
                    <a:pt x="4610" y="5079"/>
                    <a:pt x="4610" y="5079"/>
                  </a:cubicBezTo>
                  <a:cubicBezTo>
                    <a:pt x="4709" y="4950"/>
                    <a:pt x="4653" y="4944"/>
                    <a:pt x="5011" y="4505"/>
                  </a:cubicBezTo>
                  <a:cubicBezTo>
                    <a:pt x="5176" y="4301"/>
                    <a:pt x="5355" y="4081"/>
                    <a:pt x="5426" y="3829"/>
                  </a:cubicBezTo>
                  <a:cubicBezTo>
                    <a:pt x="5617" y="3156"/>
                    <a:pt x="5436" y="2838"/>
                    <a:pt x="5260" y="2531"/>
                  </a:cubicBezTo>
                  <a:cubicBezTo>
                    <a:pt x="4940" y="1969"/>
                    <a:pt x="5077" y="1907"/>
                    <a:pt x="5007" y="1569"/>
                  </a:cubicBezTo>
                  <a:cubicBezTo>
                    <a:pt x="5007" y="1568"/>
                    <a:pt x="5007" y="1567"/>
                    <a:pt x="5007" y="1566"/>
                  </a:cubicBezTo>
                  <a:cubicBezTo>
                    <a:pt x="4983" y="1454"/>
                    <a:pt x="4943" y="1352"/>
                    <a:pt x="4886" y="1261"/>
                  </a:cubicBezTo>
                  <a:cubicBezTo>
                    <a:pt x="4870" y="1236"/>
                    <a:pt x="4844" y="1223"/>
                    <a:pt x="4817" y="1223"/>
                  </a:cubicBezTo>
                  <a:cubicBezTo>
                    <a:pt x="4802" y="1223"/>
                    <a:pt x="4787" y="1227"/>
                    <a:pt x="4773" y="1236"/>
                  </a:cubicBezTo>
                  <a:cubicBezTo>
                    <a:pt x="4772" y="1236"/>
                    <a:pt x="4771" y="1237"/>
                    <a:pt x="4770" y="1238"/>
                  </a:cubicBezTo>
                  <a:cubicBezTo>
                    <a:pt x="4730" y="1188"/>
                    <a:pt x="4687" y="1143"/>
                    <a:pt x="4643" y="1102"/>
                  </a:cubicBezTo>
                  <a:lnTo>
                    <a:pt x="4644" y="1102"/>
                  </a:lnTo>
                  <a:cubicBezTo>
                    <a:pt x="4673" y="1067"/>
                    <a:pt x="4669" y="1015"/>
                    <a:pt x="4634" y="985"/>
                  </a:cubicBezTo>
                  <a:cubicBezTo>
                    <a:pt x="4503" y="872"/>
                    <a:pt x="4375" y="779"/>
                    <a:pt x="4333" y="630"/>
                  </a:cubicBezTo>
                  <a:cubicBezTo>
                    <a:pt x="4227" y="249"/>
                    <a:pt x="3855" y="1"/>
                    <a:pt x="3437" y="1"/>
                  </a:cubicBezTo>
                  <a:cubicBezTo>
                    <a:pt x="3362" y="1"/>
                    <a:pt x="3287" y="9"/>
                    <a:pt x="3211" y="25"/>
                  </a:cubicBezTo>
                  <a:cubicBezTo>
                    <a:pt x="3040" y="61"/>
                    <a:pt x="2895" y="174"/>
                    <a:pt x="2810" y="320"/>
                  </a:cubicBezTo>
                  <a:cubicBezTo>
                    <a:pt x="2724" y="174"/>
                    <a:pt x="2578" y="61"/>
                    <a:pt x="2408" y="25"/>
                  </a:cubicBezTo>
                  <a:cubicBezTo>
                    <a:pt x="2332" y="9"/>
                    <a:pt x="2257" y="1"/>
                    <a:pt x="2182" y="1"/>
                  </a:cubicBezTo>
                  <a:close/>
                </a:path>
              </a:pathLst>
            </a:custGeom>
            <a:solidFill>
              <a:schemeClr val="accent2"/>
            </a:solidFill>
            <a:ln w="762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47625" dir="1620000" algn="bl" rotWithShape="0">
                <a:schemeClr val="lt2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43"/>
            <p:cNvSpPr/>
            <p:nvPr/>
          </p:nvSpPr>
          <p:spPr>
            <a:xfrm>
              <a:off x="8056716" y="1887385"/>
              <a:ext cx="144900" cy="276780"/>
            </a:xfrm>
            <a:custGeom>
              <a:avLst/>
              <a:gdLst/>
              <a:ahLst/>
              <a:cxnLst/>
              <a:rect l="l" t="t" r="r" b="b"/>
              <a:pathLst>
                <a:path w="2849" h="5442" extrusionOk="0">
                  <a:moveTo>
                    <a:pt x="2217" y="1"/>
                  </a:moveTo>
                  <a:cubicBezTo>
                    <a:pt x="1827" y="1"/>
                    <a:pt x="1496" y="236"/>
                    <a:pt x="1403" y="569"/>
                  </a:cubicBezTo>
                  <a:cubicBezTo>
                    <a:pt x="1291" y="970"/>
                    <a:pt x="706" y="982"/>
                    <a:pt x="706" y="1740"/>
                  </a:cubicBezTo>
                  <a:cubicBezTo>
                    <a:pt x="706" y="2539"/>
                    <a:pt x="0" y="2637"/>
                    <a:pt x="308" y="3724"/>
                  </a:cubicBezTo>
                  <a:cubicBezTo>
                    <a:pt x="425" y="4135"/>
                    <a:pt x="842" y="4447"/>
                    <a:pt x="1059" y="4865"/>
                  </a:cubicBezTo>
                  <a:cubicBezTo>
                    <a:pt x="1264" y="5258"/>
                    <a:pt x="1930" y="5379"/>
                    <a:pt x="2359" y="5437"/>
                  </a:cubicBezTo>
                  <a:cubicBezTo>
                    <a:pt x="2379" y="5440"/>
                    <a:pt x="2399" y="5442"/>
                    <a:pt x="2419" y="5442"/>
                  </a:cubicBezTo>
                  <a:cubicBezTo>
                    <a:pt x="2653" y="5442"/>
                    <a:pt x="2849" y="5253"/>
                    <a:pt x="2849" y="5011"/>
                  </a:cubicBezTo>
                  <a:lnTo>
                    <a:pt x="2849" y="532"/>
                  </a:lnTo>
                  <a:cubicBezTo>
                    <a:pt x="2845" y="294"/>
                    <a:pt x="2661" y="74"/>
                    <a:pt x="2428" y="23"/>
                  </a:cubicBezTo>
                  <a:cubicBezTo>
                    <a:pt x="2357" y="8"/>
                    <a:pt x="2286" y="1"/>
                    <a:pt x="22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43"/>
            <p:cNvSpPr/>
            <p:nvPr/>
          </p:nvSpPr>
          <p:spPr>
            <a:xfrm>
              <a:off x="8201409" y="1887385"/>
              <a:ext cx="144900" cy="276780"/>
            </a:xfrm>
            <a:custGeom>
              <a:avLst/>
              <a:gdLst/>
              <a:ahLst/>
              <a:cxnLst/>
              <a:rect l="l" t="t" r="r" b="b"/>
              <a:pathLst>
                <a:path w="2849" h="5442" extrusionOk="0">
                  <a:moveTo>
                    <a:pt x="632" y="1"/>
                  </a:moveTo>
                  <a:cubicBezTo>
                    <a:pt x="563" y="1"/>
                    <a:pt x="492" y="8"/>
                    <a:pt x="421" y="23"/>
                  </a:cubicBezTo>
                  <a:cubicBezTo>
                    <a:pt x="189" y="74"/>
                    <a:pt x="5" y="294"/>
                    <a:pt x="0" y="532"/>
                  </a:cubicBezTo>
                  <a:lnTo>
                    <a:pt x="0" y="5011"/>
                  </a:lnTo>
                  <a:cubicBezTo>
                    <a:pt x="0" y="5253"/>
                    <a:pt x="197" y="5442"/>
                    <a:pt x="431" y="5442"/>
                  </a:cubicBezTo>
                  <a:cubicBezTo>
                    <a:pt x="451" y="5442"/>
                    <a:pt x="471" y="5440"/>
                    <a:pt x="491" y="5437"/>
                  </a:cubicBezTo>
                  <a:cubicBezTo>
                    <a:pt x="919" y="5379"/>
                    <a:pt x="1586" y="5258"/>
                    <a:pt x="1790" y="4865"/>
                  </a:cubicBezTo>
                  <a:cubicBezTo>
                    <a:pt x="2008" y="4447"/>
                    <a:pt x="2425" y="4135"/>
                    <a:pt x="2541" y="3724"/>
                  </a:cubicBezTo>
                  <a:cubicBezTo>
                    <a:pt x="2849" y="2637"/>
                    <a:pt x="2143" y="2539"/>
                    <a:pt x="2143" y="1740"/>
                  </a:cubicBezTo>
                  <a:cubicBezTo>
                    <a:pt x="2143" y="982"/>
                    <a:pt x="1558" y="970"/>
                    <a:pt x="1447" y="569"/>
                  </a:cubicBezTo>
                  <a:cubicBezTo>
                    <a:pt x="1354" y="236"/>
                    <a:pt x="1022" y="1"/>
                    <a:pt x="6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43"/>
            <p:cNvSpPr/>
            <p:nvPr/>
          </p:nvSpPr>
          <p:spPr>
            <a:xfrm>
              <a:off x="8058649" y="1883215"/>
              <a:ext cx="237669" cy="235787"/>
            </a:xfrm>
            <a:custGeom>
              <a:avLst/>
              <a:gdLst/>
              <a:ahLst/>
              <a:cxnLst/>
              <a:rect l="l" t="t" r="r" b="b"/>
              <a:pathLst>
                <a:path w="4673" h="4636" extrusionOk="0">
                  <a:moveTo>
                    <a:pt x="2181" y="0"/>
                  </a:moveTo>
                  <a:cubicBezTo>
                    <a:pt x="1763" y="0"/>
                    <a:pt x="1391" y="250"/>
                    <a:pt x="1285" y="629"/>
                  </a:cubicBezTo>
                  <a:cubicBezTo>
                    <a:pt x="1198" y="940"/>
                    <a:pt x="727" y="1012"/>
                    <a:pt x="612" y="1565"/>
                  </a:cubicBezTo>
                  <a:cubicBezTo>
                    <a:pt x="611" y="1566"/>
                    <a:pt x="611" y="1567"/>
                    <a:pt x="611" y="1569"/>
                  </a:cubicBezTo>
                  <a:cubicBezTo>
                    <a:pt x="541" y="1906"/>
                    <a:pt x="679" y="1967"/>
                    <a:pt x="358" y="2530"/>
                  </a:cubicBezTo>
                  <a:cubicBezTo>
                    <a:pt x="182" y="2838"/>
                    <a:pt x="1" y="3155"/>
                    <a:pt x="192" y="3828"/>
                  </a:cubicBezTo>
                  <a:cubicBezTo>
                    <a:pt x="269" y="4103"/>
                    <a:pt x="473" y="4337"/>
                    <a:pt x="655" y="4563"/>
                  </a:cubicBezTo>
                  <a:cubicBezTo>
                    <a:pt x="671" y="4583"/>
                    <a:pt x="695" y="4593"/>
                    <a:pt x="719" y="4593"/>
                  </a:cubicBezTo>
                  <a:cubicBezTo>
                    <a:pt x="737" y="4593"/>
                    <a:pt x="756" y="4587"/>
                    <a:pt x="771" y="4575"/>
                  </a:cubicBezTo>
                  <a:cubicBezTo>
                    <a:pt x="805" y="4546"/>
                    <a:pt x="812" y="4495"/>
                    <a:pt x="782" y="4459"/>
                  </a:cubicBezTo>
                  <a:cubicBezTo>
                    <a:pt x="742" y="4408"/>
                    <a:pt x="705" y="4363"/>
                    <a:pt x="661" y="4308"/>
                  </a:cubicBezTo>
                  <a:lnTo>
                    <a:pt x="661" y="4308"/>
                  </a:lnTo>
                  <a:cubicBezTo>
                    <a:pt x="688" y="4312"/>
                    <a:pt x="719" y="4314"/>
                    <a:pt x="751" y="4314"/>
                  </a:cubicBezTo>
                  <a:cubicBezTo>
                    <a:pt x="880" y="4314"/>
                    <a:pt x="1040" y="4280"/>
                    <a:pt x="1234" y="4180"/>
                  </a:cubicBezTo>
                  <a:cubicBezTo>
                    <a:pt x="1274" y="4159"/>
                    <a:pt x="1289" y="4109"/>
                    <a:pt x="1269" y="4069"/>
                  </a:cubicBezTo>
                  <a:cubicBezTo>
                    <a:pt x="1254" y="4041"/>
                    <a:pt x="1225" y="4025"/>
                    <a:pt x="1196" y="4025"/>
                  </a:cubicBezTo>
                  <a:cubicBezTo>
                    <a:pt x="1183" y="4025"/>
                    <a:pt x="1171" y="4028"/>
                    <a:pt x="1159" y="4034"/>
                  </a:cubicBezTo>
                  <a:cubicBezTo>
                    <a:pt x="990" y="4122"/>
                    <a:pt x="855" y="4150"/>
                    <a:pt x="750" y="4150"/>
                  </a:cubicBezTo>
                  <a:cubicBezTo>
                    <a:pt x="585" y="4150"/>
                    <a:pt x="498" y="4078"/>
                    <a:pt x="479" y="4060"/>
                  </a:cubicBezTo>
                  <a:cubicBezTo>
                    <a:pt x="422" y="3971"/>
                    <a:pt x="377" y="3879"/>
                    <a:pt x="350" y="3784"/>
                  </a:cubicBezTo>
                  <a:cubicBezTo>
                    <a:pt x="178" y="3177"/>
                    <a:pt x="335" y="2903"/>
                    <a:pt x="501" y="2611"/>
                  </a:cubicBezTo>
                  <a:cubicBezTo>
                    <a:pt x="585" y="2464"/>
                    <a:pt x="671" y="2313"/>
                    <a:pt x="717" y="2120"/>
                  </a:cubicBezTo>
                  <a:cubicBezTo>
                    <a:pt x="800" y="2274"/>
                    <a:pt x="926" y="2396"/>
                    <a:pt x="1090" y="2476"/>
                  </a:cubicBezTo>
                  <a:cubicBezTo>
                    <a:pt x="1102" y="2482"/>
                    <a:pt x="1114" y="2485"/>
                    <a:pt x="1127" y="2485"/>
                  </a:cubicBezTo>
                  <a:cubicBezTo>
                    <a:pt x="1157" y="2485"/>
                    <a:pt x="1186" y="2468"/>
                    <a:pt x="1200" y="2438"/>
                  </a:cubicBezTo>
                  <a:cubicBezTo>
                    <a:pt x="1220" y="2398"/>
                    <a:pt x="1204" y="2348"/>
                    <a:pt x="1163" y="2328"/>
                  </a:cubicBezTo>
                  <a:cubicBezTo>
                    <a:pt x="731" y="2116"/>
                    <a:pt x="767" y="1652"/>
                    <a:pt x="772" y="1599"/>
                  </a:cubicBezTo>
                  <a:cubicBezTo>
                    <a:pt x="843" y="1259"/>
                    <a:pt x="1077" y="1138"/>
                    <a:pt x="1256" y="966"/>
                  </a:cubicBezTo>
                  <a:cubicBezTo>
                    <a:pt x="1274" y="1190"/>
                    <a:pt x="1390" y="1363"/>
                    <a:pt x="1599" y="1472"/>
                  </a:cubicBezTo>
                  <a:cubicBezTo>
                    <a:pt x="1610" y="1478"/>
                    <a:pt x="1623" y="1481"/>
                    <a:pt x="1636" y="1481"/>
                  </a:cubicBezTo>
                  <a:cubicBezTo>
                    <a:pt x="1665" y="1481"/>
                    <a:pt x="1694" y="1465"/>
                    <a:pt x="1709" y="1436"/>
                  </a:cubicBezTo>
                  <a:cubicBezTo>
                    <a:pt x="1729" y="1396"/>
                    <a:pt x="1714" y="1347"/>
                    <a:pt x="1674" y="1326"/>
                  </a:cubicBezTo>
                  <a:cubicBezTo>
                    <a:pt x="1222" y="1091"/>
                    <a:pt x="1501" y="537"/>
                    <a:pt x="1514" y="513"/>
                  </a:cubicBezTo>
                  <a:cubicBezTo>
                    <a:pt x="1645" y="297"/>
                    <a:pt x="1900" y="165"/>
                    <a:pt x="2182" y="165"/>
                  </a:cubicBezTo>
                  <a:cubicBezTo>
                    <a:pt x="2245" y="165"/>
                    <a:pt x="2309" y="171"/>
                    <a:pt x="2374" y="185"/>
                  </a:cubicBezTo>
                  <a:cubicBezTo>
                    <a:pt x="2559" y="226"/>
                    <a:pt x="2709" y="398"/>
                    <a:pt x="2727" y="584"/>
                  </a:cubicBezTo>
                  <a:cubicBezTo>
                    <a:pt x="2726" y="606"/>
                    <a:pt x="2728" y="1290"/>
                    <a:pt x="2728" y="1290"/>
                  </a:cubicBezTo>
                  <a:cubicBezTo>
                    <a:pt x="2661" y="1157"/>
                    <a:pt x="2580" y="1056"/>
                    <a:pt x="2507" y="981"/>
                  </a:cubicBezTo>
                  <a:cubicBezTo>
                    <a:pt x="2313" y="786"/>
                    <a:pt x="2117" y="727"/>
                    <a:pt x="2109" y="725"/>
                  </a:cubicBezTo>
                  <a:cubicBezTo>
                    <a:pt x="2101" y="722"/>
                    <a:pt x="2093" y="721"/>
                    <a:pt x="2086" y="721"/>
                  </a:cubicBezTo>
                  <a:cubicBezTo>
                    <a:pt x="2050" y="721"/>
                    <a:pt x="2017" y="744"/>
                    <a:pt x="2007" y="780"/>
                  </a:cubicBezTo>
                  <a:cubicBezTo>
                    <a:pt x="1993" y="823"/>
                    <a:pt x="2019" y="869"/>
                    <a:pt x="2062" y="882"/>
                  </a:cubicBezTo>
                  <a:cubicBezTo>
                    <a:pt x="2069" y="884"/>
                    <a:pt x="2694" y="1081"/>
                    <a:pt x="2727" y="1970"/>
                  </a:cubicBezTo>
                  <a:cubicBezTo>
                    <a:pt x="2727" y="1972"/>
                    <a:pt x="2728" y="3707"/>
                    <a:pt x="2728" y="3708"/>
                  </a:cubicBezTo>
                  <a:cubicBezTo>
                    <a:pt x="2641" y="3615"/>
                    <a:pt x="2503" y="3535"/>
                    <a:pt x="2284" y="3530"/>
                  </a:cubicBezTo>
                  <a:cubicBezTo>
                    <a:pt x="2280" y="3530"/>
                    <a:pt x="2277" y="3530"/>
                    <a:pt x="2273" y="3530"/>
                  </a:cubicBezTo>
                  <a:cubicBezTo>
                    <a:pt x="2041" y="3530"/>
                    <a:pt x="1707" y="3728"/>
                    <a:pt x="1670" y="3751"/>
                  </a:cubicBezTo>
                  <a:cubicBezTo>
                    <a:pt x="1631" y="3775"/>
                    <a:pt x="1618" y="3825"/>
                    <a:pt x="1641" y="3864"/>
                  </a:cubicBezTo>
                  <a:cubicBezTo>
                    <a:pt x="1657" y="3890"/>
                    <a:pt x="1684" y="3904"/>
                    <a:pt x="1712" y="3904"/>
                  </a:cubicBezTo>
                  <a:cubicBezTo>
                    <a:pt x="1726" y="3904"/>
                    <a:pt x="1741" y="3900"/>
                    <a:pt x="1755" y="3891"/>
                  </a:cubicBezTo>
                  <a:cubicBezTo>
                    <a:pt x="1845" y="3836"/>
                    <a:pt x="2115" y="3693"/>
                    <a:pt x="2273" y="3693"/>
                  </a:cubicBezTo>
                  <a:cubicBezTo>
                    <a:pt x="2275" y="3693"/>
                    <a:pt x="2277" y="3693"/>
                    <a:pt x="2279" y="3693"/>
                  </a:cubicBezTo>
                  <a:cubicBezTo>
                    <a:pt x="2646" y="3703"/>
                    <a:pt x="2716" y="3970"/>
                    <a:pt x="2727" y="4124"/>
                  </a:cubicBezTo>
                  <a:cubicBezTo>
                    <a:pt x="2731" y="4159"/>
                    <a:pt x="2728" y="4554"/>
                    <a:pt x="2728" y="4554"/>
                  </a:cubicBezTo>
                  <a:cubicBezTo>
                    <a:pt x="2728" y="4599"/>
                    <a:pt x="2764" y="4635"/>
                    <a:pt x="2811" y="4635"/>
                  </a:cubicBezTo>
                  <a:cubicBezTo>
                    <a:pt x="2856" y="4635"/>
                    <a:pt x="2892" y="4599"/>
                    <a:pt x="2892" y="4554"/>
                  </a:cubicBezTo>
                  <a:lnTo>
                    <a:pt x="2892" y="4107"/>
                  </a:lnTo>
                  <a:cubicBezTo>
                    <a:pt x="2907" y="3951"/>
                    <a:pt x="2984" y="3702"/>
                    <a:pt x="3339" y="3693"/>
                  </a:cubicBezTo>
                  <a:cubicBezTo>
                    <a:pt x="3340" y="3693"/>
                    <a:pt x="3342" y="3693"/>
                    <a:pt x="3344" y="3693"/>
                  </a:cubicBezTo>
                  <a:cubicBezTo>
                    <a:pt x="3501" y="3693"/>
                    <a:pt x="3771" y="3836"/>
                    <a:pt x="3863" y="3891"/>
                  </a:cubicBezTo>
                  <a:cubicBezTo>
                    <a:pt x="3877" y="3900"/>
                    <a:pt x="3892" y="3904"/>
                    <a:pt x="3906" y="3904"/>
                  </a:cubicBezTo>
                  <a:cubicBezTo>
                    <a:pt x="3934" y="3904"/>
                    <a:pt x="3960" y="3890"/>
                    <a:pt x="3975" y="3864"/>
                  </a:cubicBezTo>
                  <a:cubicBezTo>
                    <a:pt x="4000" y="3825"/>
                    <a:pt x="3987" y="3774"/>
                    <a:pt x="3948" y="3751"/>
                  </a:cubicBezTo>
                  <a:cubicBezTo>
                    <a:pt x="3911" y="3728"/>
                    <a:pt x="3578" y="3530"/>
                    <a:pt x="3345" y="3530"/>
                  </a:cubicBezTo>
                  <a:cubicBezTo>
                    <a:pt x="3341" y="3530"/>
                    <a:pt x="3338" y="3530"/>
                    <a:pt x="3334" y="3530"/>
                  </a:cubicBezTo>
                  <a:cubicBezTo>
                    <a:pt x="3118" y="3534"/>
                    <a:pt x="2980" y="3613"/>
                    <a:pt x="2892" y="3705"/>
                  </a:cubicBezTo>
                  <a:lnTo>
                    <a:pt x="2892" y="1936"/>
                  </a:lnTo>
                  <a:cubicBezTo>
                    <a:pt x="2935" y="1132"/>
                    <a:pt x="3471" y="908"/>
                    <a:pt x="3556" y="882"/>
                  </a:cubicBezTo>
                  <a:cubicBezTo>
                    <a:pt x="3599" y="868"/>
                    <a:pt x="3625" y="823"/>
                    <a:pt x="3611" y="780"/>
                  </a:cubicBezTo>
                  <a:cubicBezTo>
                    <a:pt x="3601" y="744"/>
                    <a:pt x="3568" y="721"/>
                    <a:pt x="3533" y="721"/>
                  </a:cubicBezTo>
                  <a:cubicBezTo>
                    <a:pt x="3525" y="721"/>
                    <a:pt x="3517" y="722"/>
                    <a:pt x="3509" y="725"/>
                  </a:cubicBezTo>
                  <a:cubicBezTo>
                    <a:pt x="3501" y="727"/>
                    <a:pt x="3305" y="786"/>
                    <a:pt x="3111" y="981"/>
                  </a:cubicBezTo>
                  <a:cubicBezTo>
                    <a:pt x="3039" y="1055"/>
                    <a:pt x="2959" y="1154"/>
                    <a:pt x="2892" y="1285"/>
                  </a:cubicBezTo>
                  <a:cubicBezTo>
                    <a:pt x="2892" y="574"/>
                    <a:pt x="2893" y="620"/>
                    <a:pt x="2891" y="584"/>
                  </a:cubicBezTo>
                  <a:cubicBezTo>
                    <a:pt x="2909" y="397"/>
                    <a:pt x="3059" y="225"/>
                    <a:pt x="3244" y="185"/>
                  </a:cubicBezTo>
                  <a:cubicBezTo>
                    <a:pt x="3309" y="171"/>
                    <a:pt x="3374" y="164"/>
                    <a:pt x="3437" y="164"/>
                  </a:cubicBezTo>
                  <a:cubicBezTo>
                    <a:pt x="3719" y="164"/>
                    <a:pt x="3974" y="297"/>
                    <a:pt x="4104" y="512"/>
                  </a:cubicBezTo>
                  <a:lnTo>
                    <a:pt x="4104" y="513"/>
                  </a:lnTo>
                  <a:cubicBezTo>
                    <a:pt x="4105" y="514"/>
                    <a:pt x="4182" y="663"/>
                    <a:pt x="4198" y="840"/>
                  </a:cubicBezTo>
                  <a:cubicBezTo>
                    <a:pt x="4217" y="1064"/>
                    <a:pt x="4132" y="1227"/>
                    <a:pt x="3944" y="1325"/>
                  </a:cubicBezTo>
                  <a:cubicBezTo>
                    <a:pt x="3904" y="1346"/>
                    <a:pt x="3889" y="1395"/>
                    <a:pt x="3910" y="1436"/>
                  </a:cubicBezTo>
                  <a:cubicBezTo>
                    <a:pt x="3924" y="1464"/>
                    <a:pt x="3953" y="1480"/>
                    <a:pt x="3982" y="1480"/>
                  </a:cubicBezTo>
                  <a:cubicBezTo>
                    <a:pt x="3995" y="1480"/>
                    <a:pt x="4008" y="1477"/>
                    <a:pt x="4019" y="1470"/>
                  </a:cubicBezTo>
                  <a:cubicBezTo>
                    <a:pt x="4228" y="1363"/>
                    <a:pt x="4344" y="1190"/>
                    <a:pt x="4362" y="964"/>
                  </a:cubicBezTo>
                  <a:cubicBezTo>
                    <a:pt x="4414" y="1016"/>
                    <a:pt x="4472" y="1061"/>
                    <a:pt x="4528" y="1109"/>
                  </a:cubicBezTo>
                  <a:cubicBezTo>
                    <a:pt x="4543" y="1122"/>
                    <a:pt x="4563" y="1129"/>
                    <a:pt x="4582" y="1129"/>
                  </a:cubicBezTo>
                  <a:cubicBezTo>
                    <a:pt x="4604" y="1129"/>
                    <a:pt x="4627" y="1120"/>
                    <a:pt x="4643" y="1101"/>
                  </a:cubicBezTo>
                  <a:cubicBezTo>
                    <a:pt x="4672" y="1066"/>
                    <a:pt x="4669" y="1014"/>
                    <a:pt x="4634" y="984"/>
                  </a:cubicBezTo>
                  <a:cubicBezTo>
                    <a:pt x="4502" y="871"/>
                    <a:pt x="4374" y="778"/>
                    <a:pt x="4333" y="629"/>
                  </a:cubicBezTo>
                  <a:cubicBezTo>
                    <a:pt x="4227" y="250"/>
                    <a:pt x="3855" y="0"/>
                    <a:pt x="3437" y="0"/>
                  </a:cubicBezTo>
                  <a:cubicBezTo>
                    <a:pt x="3362" y="0"/>
                    <a:pt x="3286" y="8"/>
                    <a:pt x="3210" y="25"/>
                  </a:cubicBezTo>
                  <a:cubicBezTo>
                    <a:pt x="3040" y="61"/>
                    <a:pt x="2895" y="174"/>
                    <a:pt x="2808" y="319"/>
                  </a:cubicBezTo>
                  <a:cubicBezTo>
                    <a:pt x="2723" y="174"/>
                    <a:pt x="2578" y="61"/>
                    <a:pt x="2407" y="25"/>
                  </a:cubicBezTo>
                  <a:cubicBezTo>
                    <a:pt x="2331" y="8"/>
                    <a:pt x="2255" y="0"/>
                    <a:pt x="21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43"/>
            <p:cNvSpPr/>
            <p:nvPr/>
          </p:nvSpPr>
          <p:spPr>
            <a:xfrm>
              <a:off x="8101116" y="1945364"/>
              <a:ext cx="243263" cy="223021"/>
            </a:xfrm>
            <a:custGeom>
              <a:avLst/>
              <a:gdLst/>
              <a:ahLst/>
              <a:cxnLst/>
              <a:rect l="l" t="t" r="r" b="b"/>
              <a:pathLst>
                <a:path w="4783" h="4385" extrusionOk="0">
                  <a:moveTo>
                    <a:pt x="3982" y="0"/>
                  </a:moveTo>
                  <a:cubicBezTo>
                    <a:pt x="3967" y="0"/>
                    <a:pt x="3951" y="5"/>
                    <a:pt x="3938" y="14"/>
                  </a:cubicBezTo>
                  <a:cubicBezTo>
                    <a:pt x="3899" y="38"/>
                    <a:pt x="3887" y="88"/>
                    <a:pt x="3912" y="127"/>
                  </a:cubicBezTo>
                  <a:cubicBezTo>
                    <a:pt x="3959" y="200"/>
                    <a:pt x="3991" y="284"/>
                    <a:pt x="4011" y="377"/>
                  </a:cubicBezTo>
                  <a:cubicBezTo>
                    <a:pt x="4016" y="430"/>
                    <a:pt x="4052" y="894"/>
                    <a:pt x="3620" y="1108"/>
                  </a:cubicBezTo>
                  <a:cubicBezTo>
                    <a:pt x="3579" y="1127"/>
                    <a:pt x="3563" y="1177"/>
                    <a:pt x="3583" y="1216"/>
                  </a:cubicBezTo>
                  <a:cubicBezTo>
                    <a:pt x="3597" y="1246"/>
                    <a:pt x="3627" y="1263"/>
                    <a:pt x="3657" y="1263"/>
                  </a:cubicBezTo>
                  <a:cubicBezTo>
                    <a:pt x="3669" y="1263"/>
                    <a:pt x="3681" y="1260"/>
                    <a:pt x="3693" y="1254"/>
                  </a:cubicBezTo>
                  <a:cubicBezTo>
                    <a:pt x="3857" y="1174"/>
                    <a:pt x="3984" y="1052"/>
                    <a:pt x="4067" y="898"/>
                  </a:cubicBezTo>
                  <a:cubicBezTo>
                    <a:pt x="4112" y="1091"/>
                    <a:pt x="4199" y="1242"/>
                    <a:pt x="4282" y="1389"/>
                  </a:cubicBezTo>
                  <a:cubicBezTo>
                    <a:pt x="4449" y="1681"/>
                    <a:pt x="4605" y="1956"/>
                    <a:pt x="4433" y="2562"/>
                  </a:cubicBezTo>
                  <a:cubicBezTo>
                    <a:pt x="4406" y="2658"/>
                    <a:pt x="4361" y="2749"/>
                    <a:pt x="4304" y="2839"/>
                  </a:cubicBezTo>
                  <a:cubicBezTo>
                    <a:pt x="4287" y="2855"/>
                    <a:pt x="4201" y="2928"/>
                    <a:pt x="4034" y="2928"/>
                  </a:cubicBezTo>
                  <a:cubicBezTo>
                    <a:pt x="3930" y="2928"/>
                    <a:pt x="3795" y="2900"/>
                    <a:pt x="3626" y="2812"/>
                  </a:cubicBezTo>
                  <a:cubicBezTo>
                    <a:pt x="3613" y="2806"/>
                    <a:pt x="3600" y="2803"/>
                    <a:pt x="3587" y="2803"/>
                  </a:cubicBezTo>
                  <a:cubicBezTo>
                    <a:pt x="3558" y="2803"/>
                    <a:pt x="3529" y="2819"/>
                    <a:pt x="3514" y="2847"/>
                  </a:cubicBezTo>
                  <a:cubicBezTo>
                    <a:pt x="3494" y="2887"/>
                    <a:pt x="3509" y="2937"/>
                    <a:pt x="3549" y="2958"/>
                  </a:cubicBezTo>
                  <a:cubicBezTo>
                    <a:pt x="3743" y="3058"/>
                    <a:pt x="3904" y="3093"/>
                    <a:pt x="4033" y="3093"/>
                  </a:cubicBezTo>
                  <a:cubicBezTo>
                    <a:pt x="4064" y="3093"/>
                    <a:pt x="4095" y="3091"/>
                    <a:pt x="4123" y="3086"/>
                  </a:cubicBezTo>
                  <a:lnTo>
                    <a:pt x="4123" y="3086"/>
                  </a:lnTo>
                  <a:cubicBezTo>
                    <a:pt x="4098" y="3118"/>
                    <a:pt x="4073" y="3148"/>
                    <a:pt x="4048" y="3180"/>
                  </a:cubicBezTo>
                  <a:cubicBezTo>
                    <a:pt x="3714" y="3591"/>
                    <a:pt x="3723" y="3643"/>
                    <a:pt x="3663" y="3732"/>
                  </a:cubicBezTo>
                  <a:cubicBezTo>
                    <a:pt x="3640" y="3734"/>
                    <a:pt x="3606" y="3736"/>
                    <a:pt x="3564" y="3736"/>
                  </a:cubicBezTo>
                  <a:cubicBezTo>
                    <a:pt x="3487" y="3736"/>
                    <a:pt x="3383" y="3729"/>
                    <a:pt x="3275" y="3699"/>
                  </a:cubicBezTo>
                  <a:cubicBezTo>
                    <a:pt x="2991" y="3622"/>
                    <a:pt x="2816" y="3435"/>
                    <a:pt x="2754" y="3143"/>
                  </a:cubicBezTo>
                  <a:cubicBezTo>
                    <a:pt x="2746" y="3104"/>
                    <a:pt x="2712" y="3077"/>
                    <a:pt x="2674" y="3077"/>
                  </a:cubicBezTo>
                  <a:cubicBezTo>
                    <a:pt x="2668" y="3077"/>
                    <a:pt x="2662" y="3078"/>
                    <a:pt x="2657" y="3079"/>
                  </a:cubicBezTo>
                  <a:cubicBezTo>
                    <a:pt x="2613" y="3089"/>
                    <a:pt x="2584" y="3133"/>
                    <a:pt x="2594" y="3177"/>
                  </a:cubicBezTo>
                  <a:cubicBezTo>
                    <a:pt x="2687" y="3622"/>
                    <a:pt x="2992" y="3793"/>
                    <a:pt x="3232" y="3857"/>
                  </a:cubicBezTo>
                  <a:cubicBezTo>
                    <a:pt x="3327" y="3883"/>
                    <a:pt x="3419" y="3894"/>
                    <a:pt x="3497" y="3898"/>
                  </a:cubicBezTo>
                  <a:cubicBezTo>
                    <a:pt x="3230" y="4089"/>
                    <a:pt x="2792" y="4171"/>
                    <a:pt x="2451" y="4217"/>
                  </a:cubicBezTo>
                  <a:cubicBezTo>
                    <a:pt x="2435" y="4219"/>
                    <a:pt x="2419" y="4220"/>
                    <a:pt x="2403" y="4220"/>
                  </a:cubicBezTo>
                  <a:cubicBezTo>
                    <a:pt x="2226" y="4220"/>
                    <a:pt x="2074" y="4085"/>
                    <a:pt x="2056" y="3904"/>
                  </a:cubicBezTo>
                  <a:cubicBezTo>
                    <a:pt x="2058" y="3871"/>
                    <a:pt x="2057" y="3874"/>
                    <a:pt x="2057" y="3683"/>
                  </a:cubicBezTo>
                  <a:cubicBezTo>
                    <a:pt x="2057" y="3637"/>
                    <a:pt x="2021" y="3601"/>
                    <a:pt x="1976" y="3601"/>
                  </a:cubicBezTo>
                  <a:cubicBezTo>
                    <a:pt x="1931" y="3601"/>
                    <a:pt x="1894" y="3637"/>
                    <a:pt x="1894" y="3683"/>
                  </a:cubicBezTo>
                  <a:cubicBezTo>
                    <a:pt x="1894" y="3683"/>
                    <a:pt x="1891" y="3882"/>
                    <a:pt x="1892" y="3904"/>
                  </a:cubicBezTo>
                  <a:cubicBezTo>
                    <a:pt x="1874" y="4086"/>
                    <a:pt x="1721" y="4220"/>
                    <a:pt x="1544" y="4220"/>
                  </a:cubicBezTo>
                  <a:cubicBezTo>
                    <a:pt x="1528" y="4220"/>
                    <a:pt x="1513" y="4219"/>
                    <a:pt x="1497" y="4217"/>
                  </a:cubicBezTo>
                  <a:cubicBezTo>
                    <a:pt x="1157" y="4170"/>
                    <a:pt x="720" y="4089"/>
                    <a:pt x="451" y="3898"/>
                  </a:cubicBezTo>
                  <a:cubicBezTo>
                    <a:pt x="530" y="3894"/>
                    <a:pt x="622" y="3884"/>
                    <a:pt x="717" y="3857"/>
                  </a:cubicBezTo>
                  <a:cubicBezTo>
                    <a:pt x="956" y="3793"/>
                    <a:pt x="1262" y="3622"/>
                    <a:pt x="1355" y="3177"/>
                  </a:cubicBezTo>
                  <a:cubicBezTo>
                    <a:pt x="1365" y="3133"/>
                    <a:pt x="1337" y="3089"/>
                    <a:pt x="1293" y="3079"/>
                  </a:cubicBezTo>
                  <a:cubicBezTo>
                    <a:pt x="1287" y="3078"/>
                    <a:pt x="1281" y="3077"/>
                    <a:pt x="1275" y="3077"/>
                  </a:cubicBezTo>
                  <a:cubicBezTo>
                    <a:pt x="1237" y="3077"/>
                    <a:pt x="1203" y="3104"/>
                    <a:pt x="1195" y="3143"/>
                  </a:cubicBezTo>
                  <a:cubicBezTo>
                    <a:pt x="1133" y="3433"/>
                    <a:pt x="960" y="3620"/>
                    <a:pt x="679" y="3697"/>
                  </a:cubicBezTo>
                  <a:cubicBezTo>
                    <a:pt x="567" y="3728"/>
                    <a:pt x="459" y="3735"/>
                    <a:pt x="379" y="3735"/>
                  </a:cubicBezTo>
                  <a:cubicBezTo>
                    <a:pt x="340" y="3735"/>
                    <a:pt x="307" y="3733"/>
                    <a:pt x="285" y="3732"/>
                  </a:cubicBezTo>
                  <a:cubicBezTo>
                    <a:pt x="253" y="3685"/>
                    <a:pt x="241" y="3644"/>
                    <a:pt x="163" y="3525"/>
                  </a:cubicBezTo>
                  <a:cubicBezTo>
                    <a:pt x="147" y="3502"/>
                    <a:pt x="121" y="3489"/>
                    <a:pt x="95" y="3489"/>
                  </a:cubicBezTo>
                  <a:cubicBezTo>
                    <a:pt x="79" y="3489"/>
                    <a:pt x="63" y="3493"/>
                    <a:pt x="49" y="3502"/>
                  </a:cubicBezTo>
                  <a:cubicBezTo>
                    <a:pt x="11" y="3527"/>
                    <a:pt x="1" y="3579"/>
                    <a:pt x="26" y="3617"/>
                  </a:cubicBezTo>
                  <a:cubicBezTo>
                    <a:pt x="115" y="3751"/>
                    <a:pt x="110" y="3774"/>
                    <a:pt x="173" y="3857"/>
                  </a:cubicBezTo>
                  <a:cubicBezTo>
                    <a:pt x="173" y="3857"/>
                    <a:pt x="174" y="3858"/>
                    <a:pt x="174" y="3858"/>
                  </a:cubicBezTo>
                  <a:cubicBezTo>
                    <a:pt x="428" y="4195"/>
                    <a:pt x="995" y="4314"/>
                    <a:pt x="1475" y="4379"/>
                  </a:cubicBezTo>
                  <a:cubicBezTo>
                    <a:pt x="1498" y="4382"/>
                    <a:pt x="1521" y="4384"/>
                    <a:pt x="1544" y="4384"/>
                  </a:cubicBezTo>
                  <a:cubicBezTo>
                    <a:pt x="1717" y="4384"/>
                    <a:pt x="1879" y="4297"/>
                    <a:pt x="1975" y="4152"/>
                  </a:cubicBezTo>
                  <a:cubicBezTo>
                    <a:pt x="2070" y="4297"/>
                    <a:pt x="2231" y="4384"/>
                    <a:pt x="2404" y="4384"/>
                  </a:cubicBezTo>
                  <a:cubicBezTo>
                    <a:pt x="2427" y="4384"/>
                    <a:pt x="2450" y="4382"/>
                    <a:pt x="2473" y="4379"/>
                  </a:cubicBezTo>
                  <a:cubicBezTo>
                    <a:pt x="2953" y="4314"/>
                    <a:pt x="3520" y="4195"/>
                    <a:pt x="3774" y="3858"/>
                  </a:cubicBezTo>
                  <a:cubicBezTo>
                    <a:pt x="3774" y="3858"/>
                    <a:pt x="3775" y="3857"/>
                    <a:pt x="3775" y="3857"/>
                  </a:cubicBezTo>
                  <a:cubicBezTo>
                    <a:pt x="3874" y="3728"/>
                    <a:pt x="3818" y="3723"/>
                    <a:pt x="4176" y="3283"/>
                  </a:cubicBezTo>
                  <a:cubicBezTo>
                    <a:pt x="4341" y="3079"/>
                    <a:pt x="4520" y="2859"/>
                    <a:pt x="4591" y="2606"/>
                  </a:cubicBezTo>
                  <a:cubicBezTo>
                    <a:pt x="4782" y="1934"/>
                    <a:pt x="4601" y="1616"/>
                    <a:pt x="4425" y="1308"/>
                  </a:cubicBezTo>
                  <a:cubicBezTo>
                    <a:pt x="4105" y="747"/>
                    <a:pt x="4242" y="684"/>
                    <a:pt x="4172" y="347"/>
                  </a:cubicBezTo>
                  <a:cubicBezTo>
                    <a:pt x="4172" y="346"/>
                    <a:pt x="4172" y="345"/>
                    <a:pt x="4172" y="344"/>
                  </a:cubicBezTo>
                  <a:cubicBezTo>
                    <a:pt x="4148" y="231"/>
                    <a:pt x="4108" y="130"/>
                    <a:pt x="4051" y="39"/>
                  </a:cubicBezTo>
                  <a:cubicBezTo>
                    <a:pt x="4035" y="14"/>
                    <a:pt x="4009" y="0"/>
                    <a:pt x="39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43"/>
            <p:cNvSpPr/>
            <p:nvPr/>
          </p:nvSpPr>
          <p:spPr>
            <a:xfrm>
              <a:off x="8088859" y="1976438"/>
              <a:ext cx="72832" cy="77562"/>
            </a:xfrm>
            <a:custGeom>
              <a:avLst/>
              <a:gdLst/>
              <a:ahLst/>
              <a:cxnLst/>
              <a:rect l="l" t="t" r="r" b="b"/>
              <a:pathLst>
                <a:path w="1432" h="1525" extrusionOk="0">
                  <a:moveTo>
                    <a:pt x="948" y="1"/>
                  </a:moveTo>
                  <a:cubicBezTo>
                    <a:pt x="928" y="1"/>
                    <a:pt x="908" y="8"/>
                    <a:pt x="892" y="23"/>
                  </a:cubicBezTo>
                  <a:cubicBezTo>
                    <a:pt x="860" y="54"/>
                    <a:pt x="859" y="107"/>
                    <a:pt x="890" y="139"/>
                  </a:cubicBezTo>
                  <a:cubicBezTo>
                    <a:pt x="962" y="215"/>
                    <a:pt x="1159" y="435"/>
                    <a:pt x="1204" y="550"/>
                  </a:cubicBezTo>
                  <a:cubicBezTo>
                    <a:pt x="1254" y="676"/>
                    <a:pt x="1210" y="1017"/>
                    <a:pt x="946" y="1253"/>
                  </a:cubicBezTo>
                  <a:cubicBezTo>
                    <a:pt x="856" y="1332"/>
                    <a:pt x="718" y="1361"/>
                    <a:pt x="573" y="1361"/>
                  </a:cubicBezTo>
                  <a:cubicBezTo>
                    <a:pt x="412" y="1361"/>
                    <a:pt x="242" y="1326"/>
                    <a:pt x="120" y="1283"/>
                  </a:cubicBezTo>
                  <a:cubicBezTo>
                    <a:pt x="112" y="1280"/>
                    <a:pt x="103" y="1279"/>
                    <a:pt x="94" y="1279"/>
                  </a:cubicBezTo>
                  <a:cubicBezTo>
                    <a:pt x="60" y="1279"/>
                    <a:pt x="28" y="1300"/>
                    <a:pt x="16" y="1335"/>
                  </a:cubicBezTo>
                  <a:cubicBezTo>
                    <a:pt x="1" y="1378"/>
                    <a:pt x="24" y="1424"/>
                    <a:pt x="67" y="1438"/>
                  </a:cubicBezTo>
                  <a:cubicBezTo>
                    <a:pt x="210" y="1488"/>
                    <a:pt x="391" y="1525"/>
                    <a:pt x="567" y="1525"/>
                  </a:cubicBezTo>
                  <a:cubicBezTo>
                    <a:pt x="752" y="1525"/>
                    <a:pt x="931" y="1484"/>
                    <a:pt x="1055" y="1375"/>
                  </a:cubicBezTo>
                  <a:cubicBezTo>
                    <a:pt x="1370" y="1096"/>
                    <a:pt x="1432" y="681"/>
                    <a:pt x="1356" y="489"/>
                  </a:cubicBezTo>
                  <a:cubicBezTo>
                    <a:pt x="1290" y="325"/>
                    <a:pt x="1037" y="57"/>
                    <a:pt x="1009" y="26"/>
                  </a:cubicBezTo>
                  <a:cubicBezTo>
                    <a:pt x="992" y="9"/>
                    <a:pt x="970" y="1"/>
                    <a:pt x="9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43"/>
            <p:cNvSpPr/>
            <p:nvPr/>
          </p:nvSpPr>
          <p:spPr>
            <a:xfrm>
              <a:off x="8241333" y="1976438"/>
              <a:ext cx="72832" cy="77612"/>
            </a:xfrm>
            <a:custGeom>
              <a:avLst/>
              <a:gdLst/>
              <a:ahLst/>
              <a:cxnLst/>
              <a:rect l="l" t="t" r="r" b="b"/>
              <a:pathLst>
                <a:path w="1432" h="1526" extrusionOk="0">
                  <a:moveTo>
                    <a:pt x="484" y="1"/>
                  </a:moveTo>
                  <a:cubicBezTo>
                    <a:pt x="462" y="1"/>
                    <a:pt x="440" y="9"/>
                    <a:pt x="423" y="26"/>
                  </a:cubicBezTo>
                  <a:cubicBezTo>
                    <a:pt x="395" y="55"/>
                    <a:pt x="142" y="325"/>
                    <a:pt x="76" y="489"/>
                  </a:cubicBezTo>
                  <a:cubicBezTo>
                    <a:pt x="0" y="681"/>
                    <a:pt x="63" y="1096"/>
                    <a:pt x="378" y="1375"/>
                  </a:cubicBezTo>
                  <a:cubicBezTo>
                    <a:pt x="507" y="1490"/>
                    <a:pt x="685" y="1525"/>
                    <a:pt x="855" y="1525"/>
                  </a:cubicBezTo>
                  <a:cubicBezTo>
                    <a:pt x="1113" y="1525"/>
                    <a:pt x="1349" y="1445"/>
                    <a:pt x="1366" y="1438"/>
                  </a:cubicBezTo>
                  <a:cubicBezTo>
                    <a:pt x="1408" y="1424"/>
                    <a:pt x="1431" y="1376"/>
                    <a:pt x="1416" y="1335"/>
                  </a:cubicBezTo>
                  <a:cubicBezTo>
                    <a:pt x="1405" y="1300"/>
                    <a:pt x="1373" y="1279"/>
                    <a:pt x="1338" y="1279"/>
                  </a:cubicBezTo>
                  <a:cubicBezTo>
                    <a:pt x="1329" y="1279"/>
                    <a:pt x="1320" y="1280"/>
                    <a:pt x="1312" y="1283"/>
                  </a:cubicBezTo>
                  <a:cubicBezTo>
                    <a:pt x="1222" y="1315"/>
                    <a:pt x="1038" y="1360"/>
                    <a:pt x="856" y="1360"/>
                  </a:cubicBezTo>
                  <a:cubicBezTo>
                    <a:pt x="717" y="1360"/>
                    <a:pt x="579" y="1333"/>
                    <a:pt x="487" y="1252"/>
                  </a:cubicBezTo>
                  <a:cubicBezTo>
                    <a:pt x="222" y="1017"/>
                    <a:pt x="179" y="676"/>
                    <a:pt x="228" y="550"/>
                  </a:cubicBezTo>
                  <a:cubicBezTo>
                    <a:pt x="275" y="436"/>
                    <a:pt x="470" y="215"/>
                    <a:pt x="543" y="139"/>
                  </a:cubicBezTo>
                  <a:cubicBezTo>
                    <a:pt x="574" y="107"/>
                    <a:pt x="573" y="54"/>
                    <a:pt x="540" y="23"/>
                  </a:cubicBezTo>
                  <a:cubicBezTo>
                    <a:pt x="524" y="8"/>
                    <a:pt x="504" y="1"/>
                    <a:pt x="4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" name="Google Shape;1766;p62">
            <a:extLst>
              <a:ext uri="{FF2B5EF4-FFF2-40B4-BE49-F238E27FC236}">
                <a16:creationId xmlns:a16="http://schemas.microsoft.com/office/drawing/2014/main" id="{32584DB1-2758-688C-667C-DB8E7118112F}"/>
              </a:ext>
            </a:extLst>
          </p:cNvPr>
          <p:cNvGrpSpPr/>
          <p:nvPr/>
        </p:nvGrpSpPr>
        <p:grpSpPr>
          <a:xfrm rot="16977408">
            <a:off x="8199771" y="306275"/>
            <a:ext cx="556161" cy="910511"/>
            <a:chOff x="7227577" y="2686387"/>
            <a:chExt cx="1045426" cy="1616451"/>
          </a:xfrm>
        </p:grpSpPr>
        <p:sp>
          <p:nvSpPr>
            <p:cNvPr id="3" name="Google Shape;1767;p62">
              <a:extLst>
                <a:ext uri="{FF2B5EF4-FFF2-40B4-BE49-F238E27FC236}">
                  <a16:creationId xmlns:a16="http://schemas.microsoft.com/office/drawing/2014/main" id="{7C22E2CE-50FD-4030-32EE-1005F2255299}"/>
                </a:ext>
              </a:extLst>
            </p:cNvPr>
            <p:cNvSpPr/>
            <p:nvPr/>
          </p:nvSpPr>
          <p:spPr>
            <a:xfrm>
              <a:off x="7227577" y="2686387"/>
              <a:ext cx="1045426" cy="1616451"/>
            </a:xfrm>
            <a:custGeom>
              <a:avLst/>
              <a:gdLst/>
              <a:ahLst/>
              <a:cxnLst/>
              <a:rect l="l" t="t" r="r" b="b"/>
              <a:pathLst>
                <a:path w="8380" h="12957" extrusionOk="0">
                  <a:moveTo>
                    <a:pt x="5815" y="1"/>
                  </a:moveTo>
                  <a:cubicBezTo>
                    <a:pt x="5724" y="1"/>
                    <a:pt x="5645" y="66"/>
                    <a:pt x="5629" y="158"/>
                  </a:cubicBezTo>
                  <a:lnTo>
                    <a:pt x="5554" y="600"/>
                  </a:lnTo>
                  <a:lnTo>
                    <a:pt x="5391" y="763"/>
                  </a:lnTo>
                  <a:lnTo>
                    <a:pt x="5290" y="496"/>
                  </a:lnTo>
                  <a:cubicBezTo>
                    <a:pt x="5261" y="420"/>
                    <a:pt x="5189" y="374"/>
                    <a:pt x="5112" y="374"/>
                  </a:cubicBezTo>
                  <a:cubicBezTo>
                    <a:pt x="5090" y="374"/>
                    <a:pt x="5067" y="378"/>
                    <a:pt x="5045" y="386"/>
                  </a:cubicBezTo>
                  <a:cubicBezTo>
                    <a:pt x="4947" y="424"/>
                    <a:pt x="4898" y="532"/>
                    <a:pt x="4934" y="631"/>
                  </a:cubicBezTo>
                  <a:lnTo>
                    <a:pt x="5109" y="1092"/>
                  </a:lnTo>
                  <a:lnTo>
                    <a:pt x="4877" y="1539"/>
                  </a:lnTo>
                  <a:lnTo>
                    <a:pt x="4352" y="1680"/>
                  </a:lnTo>
                  <a:cubicBezTo>
                    <a:pt x="4251" y="1707"/>
                    <a:pt x="4191" y="1812"/>
                    <a:pt x="4218" y="1912"/>
                  </a:cubicBezTo>
                  <a:lnTo>
                    <a:pt x="3786" y="2028"/>
                  </a:lnTo>
                  <a:cubicBezTo>
                    <a:pt x="3763" y="1943"/>
                    <a:pt x="3686" y="1888"/>
                    <a:pt x="3603" y="1888"/>
                  </a:cubicBezTo>
                  <a:cubicBezTo>
                    <a:pt x="3587" y="1888"/>
                    <a:pt x="3570" y="1890"/>
                    <a:pt x="3554" y="1894"/>
                  </a:cubicBezTo>
                  <a:lnTo>
                    <a:pt x="3116" y="2012"/>
                  </a:lnTo>
                  <a:lnTo>
                    <a:pt x="2568" y="1463"/>
                  </a:lnTo>
                  <a:lnTo>
                    <a:pt x="2702" y="1226"/>
                  </a:lnTo>
                  <a:cubicBezTo>
                    <a:pt x="2719" y="1198"/>
                    <a:pt x="2727" y="1165"/>
                    <a:pt x="2727" y="1133"/>
                  </a:cubicBezTo>
                  <a:lnTo>
                    <a:pt x="2727" y="725"/>
                  </a:lnTo>
                  <a:cubicBezTo>
                    <a:pt x="2727" y="620"/>
                    <a:pt x="2642" y="536"/>
                    <a:pt x="2538" y="536"/>
                  </a:cubicBezTo>
                  <a:cubicBezTo>
                    <a:pt x="2432" y="536"/>
                    <a:pt x="2347" y="620"/>
                    <a:pt x="2347" y="725"/>
                  </a:cubicBezTo>
                  <a:lnTo>
                    <a:pt x="2347" y="1082"/>
                  </a:lnTo>
                  <a:lnTo>
                    <a:pt x="2238" y="1275"/>
                  </a:lnTo>
                  <a:lnTo>
                    <a:pt x="1829" y="1170"/>
                  </a:lnTo>
                  <a:cubicBezTo>
                    <a:pt x="1814" y="1166"/>
                    <a:pt x="1798" y="1164"/>
                    <a:pt x="1782" y="1164"/>
                  </a:cubicBezTo>
                  <a:cubicBezTo>
                    <a:pt x="1697" y="1164"/>
                    <a:pt x="1620" y="1222"/>
                    <a:pt x="1599" y="1308"/>
                  </a:cubicBezTo>
                  <a:cubicBezTo>
                    <a:pt x="1573" y="1409"/>
                    <a:pt x="1633" y="1513"/>
                    <a:pt x="1735" y="1538"/>
                  </a:cubicBezTo>
                  <a:lnTo>
                    <a:pt x="2234" y="1666"/>
                  </a:lnTo>
                  <a:lnTo>
                    <a:pt x="2848" y="2280"/>
                  </a:lnTo>
                  <a:lnTo>
                    <a:pt x="2387" y="4001"/>
                  </a:lnTo>
                  <a:lnTo>
                    <a:pt x="1662" y="4106"/>
                  </a:lnTo>
                  <a:lnTo>
                    <a:pt x="1498" y="3844"/>
                  </a:lnTo>
                  <a:cubicBezTo>
                    <a:pt x="1464" y="3789"/>
                    <a:pt x="1403" y="3755"/>
                    <a:pt x="1338" y="3755"/>
                  </a:cubicBezTo>
                  <a:cubicBezTo>
                    <a:pt x="1332" y="3755"/>
                    <a:pt x="1325" y="3755"/>
                    <a:pt x="1319" y="3756"/>
                  </a:cubicBezTo>
                  <a:lnTo>
                    <a:pt x="885" y="3798"/>
                  </a:lnTo>
                  <a:cubicBezTo>
                    <a:pt x="781" y="3808"/>
                    <a:pt x="704" y="3902"/>
                    <a:pt x="715" y="4005"/>
                  </a:cubicBezTo>
                  <a:cubicBezTo>
                    <a:pt x="725" y="4104"/>
                    <a:pt x="806" y="4177"/>
                    <a:pt x="903" y="4177"/>
                  </a:cubicBezTo>
                  <a:cubicBezTo>
                    <a:pt x="909" y="4177"/>
                    <a:pt x="916" y="4177"/>
                    <a:pt x="922" y="4176"/>
                  </a:cubicBezTo>
                  <a:lnTo>
                    <a:pt x="1238" y="4145"/>
                  </a:lnTo>
                  <a:lnTo>
                    <a:pt x="1325" y="4283"/>
                  </a:lnTo>
                  <a:lnTo>
                    <a:pt x="1101" y="4507"/>
                  </a:lnTo>
                  <a:cubicBezTo>
                    <a:pt x="1027" y="4581"/>
                    <a:pt x="1027" y="4702"/>
                    <a:pt x="1101" y="4775"/>
                  </a:cubicBezTo>
                  <a:cubicBezTo>
                    <a:pt x="1138" y="4813"/>
                    <a:pt x="1187" y="4832"/>
                    <a:pt x="1235" y="4832"/>
                  </a:cubicBezTo>
                  <a:cubicBezTo>
                    <a:pt x="1284" y="4832"/>
                    <a:pt x="1333" y="4813"/>
                    <a:pt x="1369" y="4775"/>
                  </a:cubicBezTo>
                  <a:lnTo>
                    <a:pt x="1655" y="4489"/>
                  </a:lnTo>
                  <a:lnTo>
                    <a:pt x="2470" y="4373"/>
                  </a:lnTo>
                  <a:lnTo>
                    <a:pt x="3745" y="5648"/>
                  </a:lnTo>
                  <a:lnTo>
                    <a:pt x="3387" y="6709"/>
                  </a:lnTo>
                  <a:lnTo>
                    <a:pt x="2787" y="6944"/>
                  </a:lnTo>
                  <a:cubicBezTo>
                    <a:pt x="2688" y="6983"/>
                    <a:pt x="2641" y="7093"/>
                    <a:pt x="2679" y="7190"/>
                  </a:cubicBezTo>
                  <a:cubicBezTo>
                    <a:pt x="2708" y="7264"/>
                    <a:pt x="2779" y="7310"/>
                    <a:pt x="2856" y="7310"/>
                  </a:cubicBezTo>
                  <a:cubicBezTo>
                    <a:pt x="2879" y="7310"/>
                    <a:pt x="2902" y="7306"/>
                    <a:pt x="2925" y="7298"/>
                  </a:cubicBezTo>
                  <a:lnTo>
                    <a:pt x="3414" y="7106"/>
                  </a:lnTo>
                  <a:lnTo>
                    <a:pt x="3531" y="7502"/>
                  </a:lnTo>
                  <a:cubicBezTo>
                    <a:pt x="3555" y="7585"/>
                    <a:pt x="3630" y="7639"/>
                    <a:pt x="3713" y="7639"/>
                  </a:cubicBezTo>
                  <a:cubicBezTo>
                    <a:pt x="3730" y="7639"/>
                    <a:pt x="3749" y="7636"/>
                    <a:pt x="3765" y="7631"/>
                  </a:cubicBezTo>
                  <a:cubicBezTo>
                    <a:pt x="3866" y="7602"/>
                    <a:pt x="3925" y="7497"/>
                    <a:pt x="3895" y="7396"/>
                  </a:cubicBezTo>
                  <a:lnTo>
                    <a:pt x="3737" y="6858"/>
                  </a:lnTo>
                  <a:lnTo>
                    <a:pt x="4110" y="5755"/>
                  </a:lnTo>
                  <a:lnTo>
                    <a:pt x="5424" y="5403"/>
                  </a:lnTo>
                  <a:cubicBezTo>
                    <a:pt x="5445" y="5550"/>
                    <a:pt x="5512" y="5693"/>
                    <a:pt x="5625" y="5807"/>
                  </a:cubicBezTo>
                  <a:lnTo>
                    <a:pt x="6217" y="6399"/>
                  </a:lnTo>
                  <a:cubicBezTo>
                    <a:pt x="6308" y="6489"/>
                    <a:pt x="6418" y="6552"/>
                    <a:pt x="6537" y="6583"/>
                  </a:cubicBezTo>
                  <a:cubicBezTo>
                    <a:pt x="6519" y="6711"/>
                    <a:pt x="6536" y="6845"/>
                    <a:pt x="6593" y="6972"/>
                  </a:cubicBezTo>
                  <a:lnTo>
                    <a:pt x="6935" y="7736"/>
                  </a:lnTo>
                  <a:cubicBezTo>
                    <a:pt x="6972" y="7819"/>
                    <a:pt x="7025" y="7893"/>
                    <a:pt x="7090" y="7956"/>
                  </a:cubicBezTo>
                  <a:cubicBezTo>
                    <a:pt x="7018" y="8045"/>
                    <a:pt x="6966" y="8154"/>
                    <a:pt x="6944" y="8274"/>
                  </a:cubicBezTo>
                  <a:lnTo>
                    <a:pt x="6792" y="9097"/>
                  </a:lnTo>
                  <a:cubicBezTo>
                    <a:pt x="6776" y="9182"/>
                    <a:pt x="6776" y="9268"/>
                    <a:pt x="6792" y="9351"/>
                  </a:cubicBezTo>
                  <a:cubicBezTo>
                    <a:pt x="6712" y="9380"/>
                    <a:pt x="6639" y="9423"/>
                    <a:pt x="6573" y="9479"/>
                  </a:cubicBezTo>
                  <a:lnTo>
                    <a:pt x="5935" y="10022"/>
                  </a:lnTo>
                  <a:cubicBezTo>
                    <a:pt x="5790" y="10144"/>
                    <a:pt x="5702" y="10317"/>
                    <a:pt x="5687" y="10507"/>
                  </a:cubicBezTo>
                  <a:cubicBezTo>
                    <a:pt x="5680" y="10585"/>
                    <a:pt x="5687" y="10662"/>
                    <a:pt x="5705" y="10736"/>
                  </a:cubicBezTo>
                  <a:cubicBezTo>
                    <a:pt x="4957" y="10730"/>
                    <a:pt x="4282" y="10266"/>
                    <a:pt x="4013" y="9563"/>
                  </a:cubicBezTo>
                  <a:cubicBezTo>
                    <a:pt x="4150" y="9467"/>
                    <a:pt x="4241" y="9308"/>
                    <a:pt x="4241" y="9129"/>
                  </a:cubicBezTo>
                  <a:cubicBezTo>
                    <a:pt x="4241" y="8837"/>
                    <a:pt x="4004" y="8600"/>
                    <a:pt x="3713" y="8600"/>
                  </a:cubicBezTo>
                  <a:cubicBezTo>
                    <a:pt x="3421" y="8600"/>
                    <a:pt x="3184" y="8837"/>
                    <a:pt x="3184" y="9129"/>
                  </a:cubicBezTo>
                  <a:cubicBezTo>
                    <a:pt x="3184" y="9395"/>
                    <a:pt x="3383" y="9616"/>
                    <a:pt x="3640" y="9652"/>
                  </a:cubicBezTo>
                  <a:cubicBezTo>
                    <a:pt x="3923" y="10445"/>
                    <a:pt x="4632" y="10997"/>
                    <a:pt x="5448" y="11099"/>
                  </a:cubicBezTo>
                  <a:cubicBezTo>
                    <a:pt x="5092" y="11319"/>
                    <a:pt x="4682" y="11436"/>
                    <a:pt x="4253" y="11436"/>
                  </a:cubicBezTo>
                  <a:lnTo>
                    <a:pt x="3809" y="11436"/>
                  </a:lnTo>
                  <a:lnTo>
                    <a:pt x="3658" y="11226"/>
                  </a:lnTo>
                  <a:cubicBezTo>
                    <a:pt x="3216" y="10614"/>
                    <a:pt x="2502" y="10248"/>
                    <a:pt x="1747" y="10248"/>
                  </a:cubicBezTo>
                  <a:lnTo>
                    <a:pt x="1022" y="10248"/>
                  </a:lnTo>
                  <a:cubicBezTo>
                    <a:pt x="945" y="10050"/>
                    <a:pt x="753" y="9910"/>
                    <a:pt x="528" y="9910"/>
                  </a:cubicBezTo>
                  <a:cubicBezTo>
                    <a:pt x="237" y="9910"/>
                    <a:pt x="0" y="10146"/>
                    <a:pt x="0" y="10438"/>
                  </a:cubicBezTo>
                  <a:cubicBezTo>
                    <a:pt x="0" y="10730"/>
                    <a:pt x="237" y="10967"/>
                    <a:pt x="528" y="10967"/>
                  </a:cubicBezTo>
                  <a:cubicBezTo>
                    <a:pt x="753" y="10967"/>
                    <a:pt x="945" y="10825"/>
                    <a:pt x="1022" y="10628"/>
                  </a:cubicBezTo>
                  <a:lnTo>
                    <a:pt x="1747" y="10628"/>
                  </a:lnTo>
                  <a:cubicBezTo>
                    <a:pt x="2375" y="10628"/>
                    <a:pt x="2970" y="10930"/>
                    <a:pt x="3341" y="11436"/>
                  </a:cubicBezTo>
                  <a:lnTo>
                    <a:pt x="1682" y="11436"/>
                  </a:lnTo>
                  <a:cubicBezTo>
                    <a:pt x="1605" y="11238"/>
                    <a:pt x="1413" y="11098"/>
                    <a:pt x="1189" y="11098"/>
                  </a:cubicBezTo>
                  <a:cubicBezTo>
                    <a:pt x="898" y="11098"/>
                    <a:pt x="661" y="11334"/>
                    <a:pt x="661" y="11627"/>
                  </a:cubicBezTo>
                  <a:cubicBezTo>
                    <a:pt x="661" y="11918"/>
                    <a:pt x="898" y="12155"/>
                    <a:pt x="1189" y="12155"/>
                  </a:cubicBezTo>
                  <a:cubicBezTo>
                    <a:pt x="1413" y="12155"/>
                    <a:pt x="1605" y="12013"/>
                    <a:pt x="1682" y="11816"/>
                  </a:cubicBezTo>
                  <a:lnTo>
                    <a:pt x="4253" y="11816"/>
                  </a:lnTo>
                  <a:cubicBezTo>
                    <a:pt x="4759" y="11816"/>
                    <a:pt x="5243" y="11676"/>
                    <a:pt x="5662" y="11413"/>
                  </a:cubicBezTo>
                  <a:lnTo>
                    <a:pt x="5662" y="11413"/>
                  </a:lnTo>
                  <a:cubicBezTo>
                    <a:pt x="5339" y="11967"/>
                    <a:pt x="4742" y="12320"/>
                    <a:pt x="4084" y="12320"/>
                  </a:cubicBezTo>
                  <a:cubicBezTo>
                    <a:pt x="4075" y="12320"/>
                    <a:pt x="4065" y="12320"/>
                    <a:pt x="4055" y="12320"/>
                  </a:cubicBezTo>
                  <a:cubicBezTo>
                    <a:pt x="4005" y="12080"/>
                    <a:pt x="3793" y="11900"/>
                    <a:pt x="3539" y="11900"/>
                  </a:cubicBezTo>
                  <a:cubicBezTo>
                    <a:pt x="3247" y="11900"/>
                    <a:pt x="3010" y="12138"/>
                    <a:pt x="3010" y="12429"/>
                  </a:cubicBezTo>
                  <a:cubicBezTo>
                    <a:pt x="3010" y="12720"/>
                    <a:pt x="3247" y="12957"/>
                    <a:pt x="3539" y="12957"/>
                  </a:cubicBezTo>
                  <a:cubicBezTo>
                    <a:pt x="3732" y="12957"/>
                    <a:pt x="3900" y="12853"/>
                    <a:pt x="3993" y="12698"/>
                  </a:cubicBezTo>
                  <a:cubicBezTo>
                    <a:pt x="4023" y="12699"/>
                    <a:pt x="4053" y="12700"/>
                    <a:pt x="4084" y="12700"/>
                  </a:cubicBezTo>
                  <a:cubicBezTo>
                    <a:pt x="5015" y="12700"/>
                    <a:pt x="5847" y="12114"/>
                    <a:pt x="6161" y="11237"/>
                  </a:cubicBezTo>
                  <a:cubicBezTo>
                    <a:pt x="6219" y="11257"/>
                    <a:pt x="6278" y="11269"/>
                    <a:pt x="6340" y="11275"/>
                  </a:cubicBezTo>
                  <a:cubicBezTo>
                    <a:pt x="6359" y="11277"/>
                    <a:pt x="6379" y="11277"/>
                    <a:pt x="6398" y="11277"/>
                  </a:cubicBezTo>
                  <a:cubicBezTo>
                    <a:pt x="6568" y="11277"/>
                    <a:pt x="6729" y="11218"/>
                    <a:pt x="6859" y="11107"/>
                  </a:cubicBezTo>
                  <a:lnTo>
                    <a:pt x="6982" y="11002"/>
                  </a:lnTo>
                  <a:cubicBezTo>
                    <a:pt x="7062" y="10934"/>
                    <a:pt x="7072" y="10815"/>
                    <a:pt x="7003" y="10735"/>
                  </a:cubicBezTo>
                  <a:lnTo>
                    <a:pt x="7349" y="10441"/>
                  </a:lnTo>
                  <a:cubicBezTo>
                    <a:pt x="7357" y="10448"/>
                    <a:pt x="7367" y="10455"/>
                    <a:pt x="7376" y="10462"/>
                  </a:cubicBezTo>
                  <a:cubicBezTo>
                    <a:pt x="7408" y="10481"/>
                    <a:pt x="7442" y="10490"/>
                    <a:pt x="7477" y="10490"/>
                  </a:cubicBezTo>
                  <a:cubicBezTo>
                    <a:pt x="7540" y="10490"/>
                    <a:pt x="7602" y="10459"/>
                    <a:pt x="7638" y="10402"/>
                  </a:cubicBezTo>
                  <a:cubicBezTo>
                    <a:pt x="7736" y="10247"/>
                    <a:pt x="7767" y="10067"/>
                    <a:pt x="7737" y="9896"/>
                  </a:cubicBezTo>
                  <a:cubicBezTo>
                    <a:pt x="7969" y="9812"/>
                    <a:pt x="8147" y="9610"/>
                    <a:pt x="8195" y="9356"/>
                  </a:cubicBezTo>
                  <a:lnTo>
                    <a:pt x="8346" y="8533"/>
                  </a:lnTo>
                  <a:cubicBezTo>
                    <a:pt x="8380" y="8345"/>
                    <a:pt x="8340" y="8157"/>
                    <a:pt x="8231" y="8000"/>
                  </a:cubicBezTo>
                  <a:cubicBezTo>
                    <a:pt x="8204" y="7960"/>
                    <a:pt x="8174" y="7923"/>
                    <a:pt x="8140" y="7891"/>
                  </a:cubicBezTo>
                  <a:cubicBezTo>
                    <a:pt x="8305" y="7687"/>
                    <a:pt x="8346" y="7401"/>
                    <a:pt x="8235" y="7152"/>
                  </a:cubicBezTo>
                  <a:lnTo>
                    <a:pt x="7894" y="6389"/>
                  </a:lnTo>
                  <a:cubicBezTo>
                    <a:pt x="7803" y="6185"/>
                    <a:pt x="7627" y="6046"/>
                    <a:pt x="7427" y="5992"/>
                  </a:cubicBezTo>
                  <a:cubicBezTo>
                    <a:pt x="7456" y="5775"/>
                    <a:pt x="7385" y="5552"/>
                    <a:pt x="7224" y="5390"/>
                  </a:cubicBezTo>
                  <a:lnTo>
                    <a:pt x="6633" y="4799"/>
                  </a:lnTo>
                  <a:cubicBezTo>
                    <a:pt x="6520" y="4687"/>
                    <a:pt x="6381" y="4620"/>
                    <a:pt x="6236" y="4598"/>
                  </a:cubicBezTo>
                  <a:lnTo>
                    <a:pt x="6589" y="3280"/>
                  </a:lnTo>
                  <a:lnTo>
                    <a:pt x="7016" y="3159"/>
                  </a:lnTo>
                  <a:lnTo>
                    <a:pt x="7646" y="3700"/>
                  </a:lnTo>
                  <a:cubicBezTo>
                    <a:pt x="7681" y="3731"/>
                    <a:pt x="7725" y="3747"/>
                    <a:pt x="7769" y="3747"/>
                  </a:cubicBezTo>
                  <a:cubicBezTo>
                    <a:pt x="7823" y="3747"/>
                    <a:pt x="7876" y="3723"/>
                    <a:pt x="7914" y="3681"/>
                  </a:cubicBezTo>
                  <a:cubicBezTo>
                    <a:pt x="7982" y="3601"/>
                    <a:pt x="7972" y="3481"/>
                    <a:pt x="7894" y="3412"/>
                  </a:cubicBezTo>
                  <a:lnTo>
                    <a:pt x="7328" y="2926"/>
                  </a:lnTo>
                  <a:lnTo>
                    <a:pt x="7547" y="2663"/>
                  </a:lnTo>
                  <a:lnTo>
                    <a:pt x="7970" y="2786"/>
                  </a:lnTo>
                  <a:cubicBezTo>
                    <a:pt x="7988" y="2791"/>
                    <a:pt x="8006" y="2794"/>
                    <a:pt x="8024" y="2794"/>
                  </a:cubicBezTo>
                  <a:cubicBezTo>
                    <a:pt x="8106" y="2794"/>
                    <a:pt x="8182" y="2740"/>
                    <a:pt x="8206" y="2657"/>
                  </a:cubicBezTo>
                  <a:cubicBezTo>
                    <a:pt x="8235" y="2556"/>
                    <a:pt x="8178" y="2452"/>
                    <a:pt x="8077" y="2422"/>
                  </a:cubicBezTo>
                  <a:lnTo>
                    <a:pt x="7535" y="2264"/>
                  </a:lnTo>
                  <a:cubicBezTo>
                    <a:pt x="7516" y="2259"/>
                    <a:pt x="7498" y="2256"/>
                    <a:pt x="7480" y="2256"/>
                  </a:cubicBezTo>
                  <a:cubicBezTo>
                    <a:pt x="7425" y="2256"/>
                    <a:pt x="7372" y="2281"/>
                    <a:pt x="7335" y="2325"/>
                  </a:cubicBezTo>
                  <a:lnTo>
                    <a:pt x="6954" y="2782"/>
                  </a:lnTo>
                  <a:lnTo>
                    <a:pt x="6489" y="2914"/>
                  </a:lnTo>
                  <a:lnTo>
                    <a:pt x="6168" y="2594"/>
                  </a:lnTo>
                  <a:cubicBezTo>
                    <a:pt x="6131" y="2557"/>
                    <a:pt x="6083" y="2538"/>
                    <a:pt x="6034" y="2538"/>
                  </a:cubicBezTo>
                  <a:cubicBezTo>
                    <a:pt x="5985" y="2538"/>
                    <a:pt x="5937" y="2557"/>
                    <a:pt x="5900" y="2594"/>
                  </a:cubicBezTo>
                  <a:lnTo>
                    <a:pt x="5584" y="2278"/>
                  </a:lnTo>
                  <a:cubicBezTo>
                    <a:pt x="5658" y="2203"/>
                    <a:pt x="5658" y="2084"/>
                    <a:pt x="5584" y="2010"/>
                  </a:cubicBezTo>
                  <a:lnTo>
                    <a:pt x="5239" y="1665"/>
                  </a:lnTo>
                  <a:lnTo>
                    <a:pt x="5472" y="1218"/>
                  </a:lnTo>
                  <a:lnTo>
                    <a:pt x="5865" y="825"/>
                  </a:lnTo>
                  <a:cubicBezTo>
                    <a:pt x="5893" y="798"/>
                    <a:pt x="5912" y="762"/>
                    <a:pt x="5918" y="723"/>
                  </a:cubicBezTo>
                  <a:lnTo>
                    <a:pt x="6003" y="222"/>
                  </a:lnTo>
                  <a:cubicBezTo>
                    <a:pt x="6021" y="119"/>
                    <a:pt x="5952" y="21"/>
                    <a:pt x="5848" y="3"/>
                  </a:cubicBezTo>
                  <a:cubicBezTo>
                    <a:pt x="5837" y="2"/>
                    <a:pt x="5826" y="1"/>
                    <a:pt x="5815" y="1"/>
                  </a:cubicBezTo>
                  <a:close/>
                </a:path>
              </a:pathLst>
            </a:custGeom>
            <a:solidFill>
              <a:schemeClr val="accent2"/>
            </a:solidFill>
            <a:ln w="1143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76200" dir="1800000" algn="bl" rotWithShape="0">
                <a:schemeClr val="lt2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768;p62">
              <a:extLst>
                <a:ext uri="{FF2B5EF4-FFF2-40B4-BE49-F238E27FC236}">
                  <a16:creationId xmlns:a16="http://schemas.microsoft.com/office/drawing/2014/main" id="{3C21DB3A-4553-170F-B4D4-4D6039D376E9}"/>
                </a:ext>
              </a:extLst>
            </p:cNvPr>
            <p:cNvSpPr/>
            <p:nvPr/>
          </p:nvSpPr>
          <p:spPr>
            <a:xfrm>
              <a:off x="7543949" y="2898473"/>
              <a:ext cx="486285" cy="486295"/>
            </a:xfrm>
            <a:custGeom>
              <a:avLst/>
              <a:gdLst/>
              <a:ahLst/>
              <a:cxnLst/>
              <a:rect l="l" t="t" r="r" b="b"/>
              <a:pathLst>
                <a:path w="3898" h="3898" extrusionOk="0">
                  <a:moveTo>
                    <a:pt x="2471" y="1"/>
                  </a:moveTo>
                  <a:lnTo>
                    <a:pt x="523" y="523"/>
                  </a:lnTo>
                  <a:lnTo>
                    <a:pt x="0" y="2471"/>
                  </a:lnTo>
                  <a:lnTo>
                    <a:pt x="1427" y="3898"/>
                  </a:lnTo>
                  <a:lnTo>
                    <a:pt x="3375" y="3375"/>
                  </a:lnTo>
                  <a:lnTo>
                    <a:pt x="3898" y="1427"/>
                  </a:lnTo>
                  <a:lnTo>
                    <a:pt x="247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769;p62">
              <a:extLst>
                <a:ext uri="{FF2B5EF4-FFF2-40B4-BE49-F238E27FC236}">
                  <a16:creationId xmlns:a16="http://schemas.microsoft.com/office/drawing/2014/main" id="{160E7491-0A63-0C02-23BB-8B5175C381B7}"/>
                </a:ext>
              </a:extLst>
            </p:cNvPr>
            <p:cNvSpPr/>
            <p:nvPr/>
          </p:nvSpPr>
          <p:spPr>
            <a:xfrm>
              <a:off x="7599339" y="2955737"/>
              <a:ext cx="375505" cy="371770"/>
            </a:xfrm>
            <a:custGeom>
              <a:avLst/>
              <a:gdLst/>
              <a:ahLst/>
              <a:cxnLst/>
              <a:rect l="l" t="t" r="r" b="b"/>
              <a:pathLst>
                <a:path w="3010" h="2980" extrusionOk="0">
                  <a:moveTo>
                    <a:pt x="1836" y="0"/>
                  </a:moveTo>
                  <a:cubicBezTo>
                    <a:pt x="1814" y="0"/>
                    <a:pt x="1792" y="3"/>
                    <a:pt x="1771" y="9"/>
                  </a:cubicBezTo>
                  <a:lnTo>
                    <a:pt x="534" y="341"/>
                  </a:lnTo>
                  <a:cubicBezTo>
                    <a:pt x="447" y="364"/>
                    <a:pt x="379" y="432"/>
                    <a:pt x="355" y="520"/>
                  </a:cubicBezTo>
                  <a:lnTo>
                    <a:pt x="24" y="1756"/>
                  </a:lnTo>
                  <a:cubicBezTo>
                    <a:pt x="1" y="1843"/>
                    <a:pt x="26" y="1936"/>
                    <a:pt x="90" y="2000"/>
                  </a:cubicBezTo>
                  <a:lnTo>
                    <a:pt x="995" y="2905"/>
                  </a:lnTo>
                  <a:cubicBezTo>
                    <a:pt x="1043" y="2954"/>
                    <a:pt x="1108" y="2980"/>
                    <a:pt x="1174" y="2980"/>
                  </a:cubicBezTo>
                  <a:cubicBezTo>
                    <a:pt x="1196" y="2980"/>
                    <a:pt x="1218" y="2977"/>
                    <a:pt x="1239" y="2971"/>
                  </a:cubicBezTo>
                  <a:lnTo>
                    <a:pt x="2476" y="2640"/>
                  </a:lnTo>
                  <a:cubicBezTo>
                    <a:pt x="2563" y="2616"/>
                    <a:pt x="2631" y="2548"/>
                    <a:pt x="2654" y="2461"/>
                  </a:cubicBezTo>
                  <a:lnTo>
                    <a:pt x="2986" y="1224"/>
                  </a:lnTo>
                  <a:cubicBezTo>
                    <a:pt x="3009" y="1137"/>
                    <a:pt x="2984" y="1044"/>
                    <a:pt x="2920" y="980"/>
                  </a:cubicBezTo>
                  <a:lnTo>
                    <a:pt x="2015" y="75"/>
                  </a:lnTo>
                  <a:cubicBezTo>
                    <a:pt x="1967" y="27"/>
                    <a:pt x="1902" y="0"/>
                    <a:pt x="18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770;p62">
              <a:extLst>
                <a:ext uri="{FF2B5EF4-FFF2-40B4-BE49-F238E27FC236}">
                  <a16:creationId xmlns:a16="http://schemas.microsoft.com/office/drawing/2014/main" id="{4ACF2189-0C8D-0E9C-E2A3-B2F0077AC634}"/>
                </a:ext>
              </a:extLst>
            </p:cNvPr>
            <p:cNvSpPr/>
            <p:nvPr/>
          </p:nvSpPr>
          <p:spPr>
            <a:xfrm>
              <a:off x="7693153" y="3054669"/>
              <a:ext cx="187877" cy="173908"/>
            </a:xfrm>
            <a:custGeom>
              <a:avLst/>
              <a:gdLst/>
              <a:ahLst/>
              <a:cxnLst/>
              <a:rect l="l" t="t" r="r" b="b"/>
              <a:pathLst>
                <a:path w="1506" h="1394" extrusionOk="0">
                  <a:moveTo>
                    <a:pt x="633" y="1"/>
                  </a:moveTo>
                  <a:cubicBezTo>
                    <a:pt x="485" y="1"/>
                    <a:pt x="338" y="57"/>
                    <a:pt x="225" y="169"/>
                  </a:cubicBezTo>
                  <a:cubicBezTo>
                    <a:pt x="1" y="394"/>
                    <a:pt x="1" y="760"/>
                    <a:pt x="225" y="985"/>
                  </a:cubicBezTo>
                  <a:lnTo>
                    <a:pt x="465" y="1225"/>
                  </a:lnTo>
                  <a:cubicBezTo>
                    <a:pt x="578" y="1338"/>
                    <a:pt x="725" y="1394"/>
                    <a:pt x="873" y="1394"/>
                  </a:cubicBezTo>
                  <a:cubicBezTo>
                    <a:pt x="1021" y="1394"/>
                    <a:pt x="1168" y="1338"/>
                    <a:pt x="1281" y="1225"/>
                  </a:cubicBezTo>
                  <a:cubicBezTo>
                    <a:pt x="1505" y="1000"/>
                    <a:pt x="1505" y="634"/>
                    <a:pt x="1281" y="409"/>
                  </a:cubicBezTo>
                  <a:lnTo>
                    <a:pt x="1041" y="169"/>
                  </a:lnTo>
                  <a:cubicBezTo>
                    <a:pt x="928" y="57"/>
                    <a:pt x="781" y="1"/>
                    <a:pt x="6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771;p62">
              <a:extLst>
                <a:ext uri="{FF2B5EF4-FFF2-40B4-BE49-F238E27FC236}">
                  <a16:creationId xmlns:a16="http://schemas.microsoft.com/office/drawing/2014/main" id="{339CC542-688F-ABAF-C2BE-0DE81CE600C4}"/>
                </a:ext>
              </a:extLst>
            </p:cNvPr>
            <p:cNvSpPr/>
            <p:nvPr/>
          </p:nvSpPr>
          <p:spPr>
            <a:xfrm>
              <a:off x="7920452" y="3282724"/>
              <a:ext cx="217194" cy="204349"/>
            </a:xfrm>
            <a:custGeom>
              <a:avLst/>
              <a:gdLst/>
              <a:ahLst/>
              <a:cxnLst/>
              <a:rect l="l" t="t" r="r" b="b"/>
              <a:pathLst>
                <a:path w="1741" h="1638" extrusionOk="0">
                  <a:moveTo>
                    <a:pt x="575" y="0"/>
                  </a:moveTo>
                  <a:cubicBezTo>
                    <a:pt x="441" y="0"/>
                    <a:pt x="307" y="51"/>
                    <a:pt x="205" y="153"/>
                  </a:cubicBezTo>
                  <a:cubicBezTo>
                    <a:pt x="1" y="358"/>
                    <a:pt x="1" y="689"/>
                    <a:pt x="205" y="893"/>
                  </a:cubicBezTo>
                  <a:lnTo>
                    <a:pt x="797" y="1484"/>
                  </a:lnTo>
                  <a:cubicBezTo>
                    <a:pt x="899" y="1586"/>
                    <a:pt x="1033" y="1637"/>
                    <a:pt x="1167" y="1637"/>
                  </a:cubicBezTo>
                  <a:cubicBezTo>
                    <a:pt x="1300" y="1637"/>
                    <a:pt x="1434" y="1586"/>
                    <a:pt x="1536" y="1484"/>
                  </a:cubicBezTo>
                  <a:cubicBezTo>
                    <a:pt x="1741" y="1281"/>
                    <a:pt x="1741" y="950"/>
                    <a:pt x="1536" y="745"/>
                  </a:cubicBezTo>
                  <a:lnTo>
                    <a:pt x="944" y="153"/>
                  </a:lnTo>
                  <a:cubicBezTo>
                    <a:pt x="842" y="51"/>
                    <a:pt x="708" y="0"/>
                    <a:pt x="5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772;p62">
              <a:extLst>
                <a:ext uri="{FF2B5EF4-FFF2-40B4-BE49-F238E27FC236}">
                  <a16:creationId xmlns:a16="http://schemas.microsoft.com/office/drawing/2014/main" id="{21874732-204A-9EE4-CB26-105FCC80346D}"/>
                </a:ext>
              </a:extLst>
            </p:cNvPr>
            <p:cNvSpPr/>
            <p:nvPr/>
          </p:nvSpPr>
          <p:spPr>
            <a:xfrm>
              <a:off x="8056806" y="3454514"/>
              <a:ext cx="191370" cy="225807"/>
            </a:xfrm>
            <a:custGeom>
              <a:avLst/>
              <a:gdLst/>
              <a:ahLst/>
              <a:cxnLst/>
              <a:rect l="l" t="t" r="r" b="b"/>
              <a:pathLst>
                <a:path w="1534" h="1810" extrusionOk="0">
                  <a:moveTo>
                    <a:pt x="596" y="0"/>
                  </a:moveTo>
                  <a:cubicBezTo>
                    <a:pt x="524" y="0"/>
                    <a:pt x="452" y="15"/>
                    <a:pt x="383" y="46"/>
                  </a:cubicBezTo>
                  <a:cubicBezTo>
                    <a:pt x="119" y="165"/>
                    <a:pt x="0" y="474"/>
                    <a:pt x="119" y="736"/>
                  </a:cubicBezTo>
                  <a:lnTo>
                    <a:pt x="461" y="1500"/>
                  </a:lnTo>
                  <a:cubicBezTo>
                    <a:pt x="548" y="1695"/>
                    <a:pt x="739" y="1810"/>
                    <a:pt x="939" y="1810"/>
                  </a:cubicBezTo>
                  <a:cubicBezTo>
                    <a:pt x="1010" y="1810"/>
                    <a:pt x="1082" y="1795"/>
                    <a:pt x="1152" y="1764"/>
                  </a:cubicBezTo>
                  <a:cubicBezTo>
                    <a:pt x="1416" y="1646"/>
                    <a:pt x="1534" y="1337"/>
                    <a:pt x="1416" y="1073"/>
                  </a:cubicBezTo>
                  <a:lnTo>
                    <a:pt x="1073" y="309"/>
                  </a:lnTo>
                  <a:cubicBezTo>
                    <a:pt x="986" y="115"/>
                    <a:pt x="795" y="0"/>
                    <a:pt x="5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773;p62">
              <a:extLst>
                <a:ext uri="{FF2B5EF4-FFF2-40B4-BE49-F238E27FC236}">
                  <a16:creationId xmlns:a16="http://schemas.microsoft.com/office/drawing/2014/main" id="{C663DE5A-AA72-D35B-8CD7-98245B31CB39}"/>
                </a:ext>
              </a:extLst>
            </p:cNvPr>
            <p:cNvSpPr/>
            <p:nvPr/>
          </p:nvSpPr>
          <p:spPr>
            <a:xfrm>
              <a:off x="8091487" y="3669470"/>
              <a:ext cx="160556" cy="233292"/>
            </a:xfrm>
            <a:custGeom>
              <a:avLst/>
              <a:gdLst/>
              <a:ahLst/>
              <a:cxnLst/>
              <a:rect l="l" t="t" r="r" b="b"/>
              <a:pathLst>
                <a:path w="1287" h="1870" extrusionOk="0">
                  <a:moveTo>
                    <a:pt x="719" y="1"/>
                  </a:moveTo>
                  <a:cubicBezTo>
                    <a:pt x="472" y="1"/>
                    <a:pt x="252" y="177"/>
                    <a:pt x="205" y="429"/>
                  </a:cubicBezTo>
                  <a:lnTo>
                    <a:pt x="53" y="1251"/>
                  </a:lnTo>
                  <a:cubicBezTo>
                    <a:pt x="1" y="1535"/>
                    <a:pt x="188" y="1808"/>
                    <a:pt x="472" y="1861"/>
                  </a:cubicBezTo>
                  <a:cubicBezTo>
                    <a:pt x="504" y="1867"/>
                    <a:pt x="536" y="1870"/>
                    <a:pt x="568" y="1870"/>
                  </a:cubicBezTo>
                  <a:cubicBezTo>
                    <a:pt x="815" y="1870"/>
                    <a:pt x="1036" y="1694"/>
                    <a:pt x="1082" y="1442"/>
                  </a:cubicBezTo>
                  <a:lnTo>
                    <a:pt x="1234" y="618"/>
                  </a:lnTo>
                  <a:cubicBezTo>
                    <a:pt x="1286" y="335"/>
                    <a:pt x="1099" y="62"/>
                    <a:pt x="815" y="10"/>
                  </a:cubicBezTo>
                  <a:cubicBezTo>
                    <a:pt x="783" y="4"/>
                    <a:pt x="751" y="1"/>
                    <a:pt x="7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774;p62">
              <a:extLst>
                <a:ext uri="{FF2B5EF4-FFF2-40B4-BE49-F238E27FC236}">
                  <a16:creationId xmlns:a16="http://schemas.microsoft.com/office/drawing/2014/main" id="{C2893D1E-D812-30C0-B4BE-56199DB8CE32}"/>
                </a:ext>
              </a:extLst>
            </p:cNvPr>
            <p:cNvSpPr/>
            <p:nvPr/>
          </p:nvSpPr>
          <p:spPr>
            <a:xfrm>
              <a:off x="7952513" y="3871451"/>
              <a:ext cx="225677" cy="198236"/>
            </a:xfrm>
            <a:custGeom>
              <a:avLst/>
              <a:gdLst/>
              <a:ahLst/>
              <a:cxnLst/>
              <a:rect l="l" t="t" r="r" b="b"/>
              <a:pathLst>
                <a:path w="1809" h="1589" extrusionOk="0">
                  <a:moveTo>
                    <a:pt x="1223" y="0"/>
                  </a:moveTo>
                  <a:cubicBezTo>
                    <a:pt x="1103" y="0"/>
                    <a:pt x="983" y="41"/>
                    <a:pt x="884" y="125"/>
                  </a:cubicBezTo>
                  <a:lnTo>
                    <a:pt x="247" y="667"/>
                  </a:lnTo>
                  <a:cubicBezTo>
                    <a:pt x="27" y="855"/>
                    <a:pt x="0" y="1184"/>
                    <a:pt x="188" y="1404"/>
                  </a:cubicBezTo>
                  <a:cubicBezTo>
                    <a:pt x="291" y="1525"/>
                    <a:pt x="438" y="1588"/>
                    <a:pt x="586" y="1588"/>
                  </a:cubicBezTo>
                  <a:cubicBezTo>
                    <a:pt x="706" y="1588"/>
                    <a:pt x="826" y="1547"/>
                    <a:pt x="924" y="1463"/>
                  </a:cubicBezTo>
                  <a:lnTo>
                    <a:pt x="1562" y="922"/>
                  </a:lnTo>
                  <a:cubicBezTo>
                    <a:pt x="1782" y="734"/>
                    <a:pt x="1808" y="404"/>
                    <a:pt x="1621" y="184"/>
                  </a:cubicBezTo>
                  <a:cubicBezTo>
                    <a:pt x="1518" y="63"/>
                    <a:pt x="1371" y="0"/>
                    <a:pt x="12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775;p62">
              <a:extLst>
                <a:ext uri="{FF2B5EF4-FFF2-40B4-BE49-F238E27FC236}">
                  <a16:creationId xmlns:a16="http://schemas.microsoft.com/office/drawing/2014/main" id="{E1824748-B9D8-0FAF-9B32-E7A1C1521B31}"/>
                </a:ext>
              </a:extLst>
            </p:cNvPr>
            <p:cNvSpPr/>
            <p:nvPr/>
          </p:nvSpPr>
          <p:spPr>
            <a:xfrm>
              <a:off x="7251155" y="3946305"/>
              <a:ext cx="84707" cy="84584"/>
            </a:xfrm>
            <a:custGeom>
              <a:avLst/>
              <a:gdLst/>
              <a:ahLst/>
              <a:cxnLst/>
              <a:rect l="l" t="t" r="r" b="b"/>
              <a:pathLst>
                <a:path w="679" h="678" extrusionOk="0">
                  <a:moveTo>
                    <a:pt x="339" y="0"/>
                  </a:moveTo>
                  <a:cubicBezTo>
                    <a:pt x="153" y="0"/>
                    <a:pt x="1" y="152"/>
                    <a:pt x="1" y="340"/>
                  </a:cubicBezTo>
                  <a:cubicBezTo>
                    <a:pt x="1" y="526"/>
                    <a:pt x="153" y="678"/>
                    <a:pt x="339" y="678"/>
                  </a:cubicBezTo>
                  <a:cubicBezTo>
                    <a:pt x="527" y="678"/>
                    <a:pt x="679" y="526"/>
                    <a:pt x="679" y="340"/>
                  </a:cubicBezTo>
                  <a:cubicBezTo>
                    <a:pt x="679" y="152"/>
                    <a:pt x="527" y="0"/>
                    <a:pt x="3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776;p62">
              <a:extLst>
                <a:ext uri="{FF2B5EF4-FFF2-40B4-BE49-F238E27FC236}">
                  <a16:creationId xmlns:a16="http://schemas.microsoft.com/office/drawing/2014/main" id="{47CA49BC-E297-CB7C-9391-0330392C958E}"/>
                </a:ext>
              </a:extLst>
            </p:cNvPr>
            <p:cNvSpPr/>
            <p:nvPr/>
          </p:nvSpPr>
          <p:spPr>
            <a:xfrm>
              <a:off x="7333616" y="4094516"/>
              <a:ext cx="84582" cy="84584"/>
            </a:xfrm>
            <a:custGeom>
              <a:avLst/>
              <a:gdLst/>
              <a:ahLst/>
              <a:cxnLst/>
              <a:rect l="l" t="t" r="r" b="b"/>
              <a:pathLst>
                <a:path w="678" h="678" extrusionOk="0">
                  <a:moveTo>
                    <a:pt x="339" y="0"/>
                  </a:moveTo>
                  <a:cubicBezTo>
                    <a:pt x="152" y="0"/>
                    <a:pt x="1" y="152"/>
                    <a:pt x="1" y="340"/>
                  </a:cubicBezTo>
                  <a:cubicBezTo>
                    <a:pt x="1" y="526"/>
                    <a:pt x="152" y="678"/>
                    <a:pt x="339" y="678"/>
                  </a:cubicBezTo>
                  <a:cubicBezTo>
                    <a:pt x="526" y="678"/>
                    <a:pt x="678" y="526"/>
                    <a:pt x="678" y="340"/>
                  </a:cubicBezTo>
                  <a:cubicBezTo>
                    <a:pt x="678" y="152"/>
                    <a:pt x="526" y="0"/>
                    <a:pt x="3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777;p62">
              <a:extLst>
                <a:ext uri="{FF2B5EF4-FFF2-40B4-BE49-F238E27FC236}">
                  <a16:creationId xmlns:a16="http://schemas.microsoft.com/office/drawing/2014/main" id="{382BCE55-C0EF-FF68-1FF7-215FBEB12FE3}"/>
                </a:ext>
              </a:extLst>
            </p:cNvPr>
            <p:cNvSpPr/>
            <p:nvPr/>
          </p:nvSpPr>
          <p:spPr>
            <a:xfrm>
              <a:off x="7648367" y="3782873"/>
              <a:ext cx="84707" cy="84709"/>
            </a:xfrm>
            <a:custGeom>
              <a:avLst/>
              <a:gdLst/>
              <a:ahLst/>
              <a:cxnLst/>
              <a:rect l="l" t="t" r="r" b="b"/>
              <a:pathLst>
                <a:path w="679" h="679" extrusionOk="0">
                  <a:moveTo>
                    <a:pt x="340" y="1"/>
                  </a:moveTo>
                  <a:cubicBezTo>
                    <a:pt x="152" y="1"/>
                    <a:pt x="0" y="153"/>
                    <a:pt x="0" y="340"/>
                  </a:cubicBezTo>
                  <a:cubicBezTo>
                    <a:pt x="0" y="527"/>
                    <a:pt x="152" y="678"/>
                    <a:pt x="340" y="678"/>
                  </a:cubicBezTo>
                  <a:cubicBezTo>
                    <a:pt x="526" y="678"/>
                    <a:pt x="678" y="527"/>
                    <a:pt x="678" y="340"/>
                  </a:cubicBezTo>
                  <a:cubicBezTo>
                    <a:pt x="678" y="153"/>
                    <a:pt x="526" y="1"/>
                    <a:pt x="3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778;p62">
              <a:extLst>
                <a:ext uri="{FF2B5EF4-FFF2-40B4-BE49-F238E27FC236}">
                  <a16:creationId xmlns:a16="http://schemas.microsoft.com/office/drawing/2014/main" id="{0AEF4979-56C6-9B6E-9DFA-2F3C47DC28AB}"/>
                </a:ext>
              </a:extLst>
            </p:cNvPr>
            <p:cNvSpPr/>
            <p:nvPr/>
          </p:nvSpPr>
          <p:spPr>
            <a:xfrm>
              <a:off x="7626660" y="4194571"/>
              <a:ext cx="84707" cy="84709"/>
            </a:xfrm>
            <a:custGeom>
              <a:avLst/>
              <a:gdLst/>
              <a:ahLst/>
              <a:cxnLst/>
              <a:rect l="l" t="t" r="r" b="b"/>
              <a:pathLst>
                <a:path w="679" h="679" extrusionOk="0">
                  <a:moveTo>
                    <a:pt x="339" y="1"/>
                  </a:moveTo>
                  <a:cubicBezTo>
                    <a:pt x="152" y="1"/>
                    <a:pt x="1" y="152"/>
                    <a:pt x="1" y="340"/>
                  </a:cubicBezTo>
                  <a:cubicBezTo>
                    <a:pt x="1" y="526"/>
                    <a:pt x="152" y="678"/>
                    <a:pt x="339" y="678"/>
                  </a:cubicBezTo>
                  <a:cubicBezTo>
                    <a:pt x="526" y="678"/>
                    <a:pt x="678" y="526"/>
                    <a:pt x="678" y="340"/>
                  </a:cubicBezTo>
                  <a:cubicBezTo>
                    <a:pt x="678" y="152"/>
                    <a:pt x="526" y="1"/>
                    <a:pt x="3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779;p62">
              <a:extLst>
                <a:ext uri="{FF2B5EF4-FFF2-40B4-BE49-F238E27FC236}">
                  <a16:creationId xmlns:a16="http://schemas.microsoft.com/office/drawing/2014/main" id="{DC1A8D5E-1C3F-9EA2-CD59-1908E4A10686}"/>
                </a:ext>
              </a:extLst>
            </p:cNvPr>
            <p:cNvSpPr/>
            <p:nvPr/>
          </p:nvSpPr>
          <p:spPr>
            <a:xfrm>
              <a:off x="7750289" y="2686387"/>
              <a:ext cx="228422" cy="291178"/>
            </a:xfrm>
            <a:custGeom>
              <a:avLst/>
              <a:gdLst/>
              <a:ahLst/>
              <a:cxnLst/>
              <a:rect l="l" t="t" r="r" b="b"/>
              <a:pathLst>
                <a:path w="1831" h="2334" extrusionOk="0">
                  <a:moveTo>
                    <a:pt x="1625" y="1"/>
                  </a:moveTo>
                  <a:cubicBezTo>
                    <a:pt x="1534" y="1"/>
                    <a:pt x="1455" y="66"/>
                    <a:pt x="1439" y="158"/>
                  </a:cubicBezTo>
                  <a:lnTo>
                    <a:pt x="1364" y="600"/>
                  </a:lnTo>
                  <a:lnTo>
                    <a:pt x="1200" y="763"/>
                  </a:lnTo>
                  <a:lnTo>
                    <a:pt x="1100" y="496"/>
                  </a:lnTo>
                  <a:cubicBezTo>
                    <a:pt x="1071" y="420"/>
                    <a:pt x="999" y="374"/>
                    <a:pt x="921" y="374"/>
                  </a:cubicBezTo>
                  <a:cubicBezTo>
                    <a:pt x="899" y="374"/>
                    <a:pt x="877" y="378"/>
                    <a:pt x="854" y="386"/>
                  </a:cubicBezTo>
                  <a:cubicBezTo>
                    <a:pt x="757" y="424"/>
                    <a:pt x="708" y="532"/>
                    <a:pt x="744" y="631"/>
                  </a:cubicBezTo>
                  <a:lnTo>
                    <a:pt x="919" y="1092"/>
                  </a:lnTo>
                  <a:lnTo>
                    <a:pt x="687" y="1539"/>
                  </a:lnTo>
                  <a:lnTo>
                    <a:pt x="162" y="1680"/>
                  </a:lnTo>
                  <a:cubicBezTo>
                    <a:pt x="60" y="1707"/>
                    <a:pt x="1" y="1812"/>
                    <a:pt x="28" y="1912"/>
                  </a:cubicBezTo>
                  <a:cubicBezTo>
                    <a:pt x="51" y="1997"/>
                    <a:pt x="127" y="2053"/>
                    <a:pt x="211" y="2053"/>
                  </a:cubicBezTo>
                  <a:cubicBezTo>
                    <a:pt x="227" y="2053"/>
                    <a:pt x="244" y="2051"/>
                    <a:pt x="260" y="2046"/>
                  </a:cubicBezTo>
                  <a:lnTo>
                    <a:pt x="760" y="1912"/>
                  </a:lnTo>
                  <a:lnTo>
                    <a:pt x="1125" y="2278"/>
                  </a:lnTo>
                  <a:cubicBezTo>
                    <a:pt x="1162" y="2314"/>
                    <a:pt x="1211" y="2333"/>
                    <a:pt x="1260" y="2333"/>
                  </a:cubicBezTo>
                  <a:cubicBezTo>
                    <a:pt x="1308" y="2333"/>
                    <a:pt x="1356" y="2314"/>
                    <a:pt x="1394" y="2278"/>
                  </a:cubicBezTo>
                  <a:cubicBezTo>
                    <a:pt x="1467" y="2203"/>
                    <a:pt x="1467" y="2084"/>
                    <a:pt x="1394" y="2010"/>
                  </a:cubicBezTo>
                  <a:lnTo>
                    <a:pt x="1049" y="1665"/>
                  </a:lnTo>
                  <a:lnTo>
                    <a:pt x="1282" y="1218"/>
                  </a:lnTo>
                  <a:lnTo>
                    <a:pt x="1675" y="825"/>
                  </a:lnTo>
                  <a:cubicBezTo>
                    <a:pt x="1703" y="798"/>
                    <a:pt x="1721" y="762"/>
                    <a:pt x="1728" y="723"/>
                  </a:cubicBezTo>
                  <a:lnTo>
                    <a:pt x="1813" y="222"/>
                  </a:lnTo>
                  <a:cubicBezTo>
                    <a:pt x="1831" y="119"/>
                    <a:pt x="1761" y="20"/>
                    <a:pt x="1658" y="3"/>
                  </a:cubicBezTo>
                  <a:cubicBezTo>
                    <a:pt x="1647" y="2"/>
                    <a:pt x="1636" y="1"/>
                    <a:pt x="16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780;p62">
              <a:extLst>
                <a:ext uri="{FF2B5EF4-FFF2-40B4-BE49-F238E27FC236}">
                  <a16:creationId xmlns:a16="http://schemas.microsoft.com/office/drawing/2014/main" id="{77549EAB-E88C-DC0A-9F0E-1F4AA97EAB9D}"/>
                </a:ext>
              </a:extLst>
            </p:cNvPr>
            <p:cNvSpPr/>
            <p:nvPr/>
          </p:nvSpPr>
          <p:spPr>
            <a:xfrm>
              <a:off x="7667204" y="3031090"/>
              <a:ext cx="239774" cy="221191"/>
            </a:xfrm>
            <a:custGeom>
              <a:avLst/>
              <a:gdLst/>
              <a:ahLst/>
              <a:cxnLst/>
              <a:rect l="l" t="t" r="r" b="b"/>
              <a:pathLst>
                <a:path w="1922" h="1773" extrusionOk="0">
                  <a:moveTo>
                    <a:pt x="842" y="380"/>
                  </a:moveTo>
                  <a:cubicBezTo>
                    <a:pt x="940" y="380"/>
                    <a:pt x="1040" y="418"/>
                    <a:pt x="1115" y="493"/>
                  </a:cubicBezTo>
                  <a:lnTo>
                    <a:pt x="1355" y="732"/>
                  </a:lnTo>
                  <a:cubicBezTo>
                    <a:pt x="1427" y="805"/>
                    <a:pt x="1468" y="903"/>
                    <a:pt x="1468" y="1007"/>
                  </a:cubicBezTo>
                  <a:cubicBezTo>
                    <a:pt x="1468" y="1109"/>
                    <a:pt x="1427" y="1207"/>
                    <a:pt x="1355" y="1280"/>
                  </a:cubicBezTo>
                  <a:cubicBezTo>
                    <a:pt x="1279" y="1355"/>
                    <a:pt x="1180" y="1392"/>
                    <a:pt x="1081" y="1392"/>
                  </a:cubicBezTo>
                  <a:cubicBezTo>
                    <a:pt x="982" y="1392"/>
                    <a:pt x="883" y="1355"/>
                    <a:pt x="808" y="1280"/>
                  </a:cubicBezTo>
                  <a:lnTo>
                    <a:pt x="568" y="1040"/>
                  </a:lnTo>
                  <a:cubicBezTo>
                    <a:pt x="417" y="889"/>
                    <a:pt x="417" y="644"/>
                    <a:pt x="568" y="493"/>
                  </a:cubicBezTo>
                  <a:cubicBezTo>
                    <a:pt x="643" y="418"/>
                    <a:pt x="742" y="380"/>
                    <a:pt x="842" y="380"/>
                  </a:cubicBezTo>
                  <a:close/>
                  <a:moveTo>
                    <a:pt x="841" y="0"/>
                  </a:moveTo>
                  <a:cubicBezTo>
                    <a:pt x="645" y="0"/>
                    <a:pt x="448" y="75"/>
                    <a:pt x="299" y="224"/>
                  </a:cubicBezTo>
                  <a:cubicBezTo>
                    <a:pt x="0" y="524"/>
                    <a:pt x="0" y="1010"/>
                    <a:pt x="299" y="1308"/>
                  </a:cubicBezTo>
                  <a:lnTo>
                    <a:pt x="539" y="1548"/>
                  </a:lnTo>
                  <a:cubicBezTo>
                    <a:pt x="689" y="1697"/>
                    <a:pt x="885" y="1772"/>
                    <a:pt x="1080" y="1772"/>
                  </a:cubicBezTo>
                  <a:cubicBezTo>
                    <a:pt x="1277" y="1772"/>
                    <a:pt x="1473" y="1697"/>
                    <a:pt x="1623" y="1548"/>
                  </a:cubicBezTo>
                  <a:cubicBezTo>
                    <a:pt x="1922" y="1250"/>
                    <a:pt x="1922" y="762"/>
                    <a:pt x="1623" y="464"/>
                  </a:cubicBezTo>
                  <a:lnTo>
                    <a:pt x="1383" y="224"/>
                  </a:lnTo>
                  <a:cubicBezTo>
                    <a:pt x="1234" y="75"/>
                    <a:pt x="1037" y="0"/>
                    <a:pt x="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81;p62">
              <a:extLst>
                <a:ext uri="{FF2B5EF4-FFF2-40B4-BE49-F238E27FC236}">
                  <a16:creationId xmlns:a16="http://schemas.microsoft.com/office/drawing/2014/main" id="{FB24CB1D-7D42-8EED-BBAD-60BFDC3DAA43}"/>
                </a:ext>
              </a:extLst>
            </p:cNvPr>
            <p:cNvSpPr/>
            <p:nvPr/>
          </p:nvSpPr>
          <p:spPr>
            <a:xfrm>
              <a:off x="7969355" y="3325016"/>
              <a:ext cx="47531" cy="47532"/>
            </a:xfrm>
            <a:custGeom>
              <a:avLst/>
              <a:gdLst/>
              <a:ahLst/>
              <a:cxnLst/>
              <a:rect l="l" t="t" r="r" b="b"/>
              <a:pathLst>
                <a:path w="381" h="381" extrusionOk="0">
                  <a:moveTo>
                    <a:pt x="189" y="1"/>
                  </a:moveTo>
                  <a:cubicBezTo>
                    <a:pt x="84" y="1"/>
                    <a:pt x="0" y="86"/>
                    <a:pt x="0" y="191"/>
                  </a:cubicBezTo>
                  <a:cubicBezTo>
                    <a:pt x="0" y="295"/>
                    <a:pt x="85" y="380"/>
                    <a:pt x="191" y="380"/>
                  </a:cubicBezTo>
                  <a:cubicBezTo>
                    <a:pt x="296" y="380"/>
                    <a:pt x="381" y="295"/>
                    <a:pt x="381" y="191"/>
                  </a:cubicBezTo>
                  <a:cubicBezTo>
                    <a:pt x="381" y="86"/>
                    <a:pt x="296" y="1"/>
                    <a:pt x="1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782;p62">
              <a:extLst>
                <a:ext uri="{FF2B5EF4-FFF2-40B4-BE49-F238E27FC236}">
                  <a16:creationId xmlns:a16="http://schemas.microsoft.com/office/drawing/2014/main" id="{AD4BD623-6506-3DC6-3158-29568BC934AB}"/>
                </a:ext>
              </a:extLst>
            </p:cNvPr>
            <p:cNvSpPr/>
            <p:nvPr/>
          </p:nvSpPr>
          <p:spPr>
            <a:xfrm>
              <a:off x="8104711" y="3497056"/>
              <a:ext cx="53893" cy="47532"/>
            </a:xfrm>
            <a:custGeom>
              <a:avLst/>
              <a:gdLst/>
              <a:ahLst/>
              <a:cxnLst/>
              <a:rect l="l" t="t" r="r" b="b"/>
              <a:pathLst>
                <a:path w="432" h="381" extrusionOk="0">
                  <a:moveTo>
                    <a:pt x="216" y="1"/>
                  </a:moveTo>
                  <a:cubicBezTo>
                    <a:pt x="139" y="1"/>
                    <a:pt x="67" y="48"/>
                    <a:pt x="38" y="124"/>
                  </a:cubicBezTo>
                  <a:cubicBezTo>
                    <a:pt x="1" y="222"/>
                    <a:pt x="51" y="332"/>
                    <a:pt x="149" y="368"/>
                  </a:cubicBezTo>
                  <a:cubicBezTo>
                    <a:pt x="171" y="377"/>
                    <a:pt x="194" y="381"/>
                    <a:pt x="216" y="381"/>
                  </a:cubicBezTo>
                  <a:cubicBezTo>
                    <a:pt x="293" y="381"/>
                    <a:pt x="365" y="335"/>
                    <a:pt x="395" y="258"/>
                  </a:cubicBezTo>
                  <a:cubicBezTo>
                    <a:pt x="431" y="161"/>
                    <a:pt x="382" y="51"/>
                    <a:pt x="284" y="14"/>
                  </a:cubicBezTo>
                  <a:lnTo>
                    <a:pt x="282" y="13"/>
                  </a:lnTo>
                  <a:cubicBezTo>
                    <a:pt x="260" y="5"/>
                    <a:pt x="238" y="1"/>
                    <a:pt x="2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783;p62">
              <a:extLst>
                <a:ext uri="{FF2B5EF4-FFF2-40B4-BE49-F238E27FC236}">
                  <a16:creationId xmlns:a16="http://schemas.microsoft.com/office/drawing/2014/main" id="{FF79D91E-FEAE-2AFD-D6AB-8365D7C57B7C}"/>
                </a:ext>
              </a:extLst>
            </p:cNvPr>
            <p:cNvSpPr/>
            <p:nvPr/>
          </p:nvSpPr>
          <p:spPr>
            <a:xfrm>
              <a:off x="7227577" y="2753132"/>
              <a:ext cx="1045426" cy="1549707"/>
            </a:xfrm>
            <a:custGeom>
              <a:avLst/>
              <a:gdLst/>
              <a:ahLst/>
              <a:cxnLst/>
              <a:rect l="l" t="t" r="r" b="b"/>
              <a:pathLst>
                <a:path w="8380" h="12422" extrusionOk="0">
                  <a:moveTo>
                    <a:pt x="6129" y="4435"/>
                  </a:moveTo>
                  <a:cubicBezTo>
                    <a:pt x="6214" y="4435"/>
                    <a:pt x="6299" y="4468"/>
                    <a:pt x="6364" y="4533"/>
                  </a:cubicBezTo>
                  <a:lnTo>
                    <a:pt x="6956" y="5124"/>
                  </a:lnTo>
                  <a:cubicBezTo>
                    <a:pt x="7045" y="5213"/>
                    <a:pt x="7076" y="5345"/>
                    <a:pt x="7037" y="5463"/>
                  </a:cubicBezTo>
                  <a:cubicBezTo>
                    <a:pt x="7009" y="5471"/>
                    <a:pt x="6979" y="5482"/>
                    <a:pt x="6951" y="5494"/>
                  </a:cubicBezTo>
                  <a:cubicBezTo>
                    <a:pt x="6848" y="5541"/>
                    <a:pt x="6761" y="5609"/>
                    <a:pt x="6693" y="5691"/>
                  </a:cubicBezTo>
                  <a:cubicBezTo>
                    <a:pt x="6615" y="5686"/>
                    <a:pt x="6541" y="5651"/>
                    <a:pt x="6485" y="5595"/>
                  </a:cubicBezTo>
                  <a:lnTo>
                    <a:pt x="5893" y="5003"/>
                  </a:lnTo>
                  <a:cubicBezTo>
                    <a:pt x="5763" y="4874"/>
                    <a:pt x="5763" y="4662"/>
                    <a:pt x="5893" y="4533"/>
                  </a:cubicBezTo>
                  <a:cubicBezTo>
                    <a:pt x="5958" y="4468"/>
                    <a:pt x="6043" y="4435"/>
                    <a:pt x="6129" y="4435"/>
                  </a:cubicBezTo>
                  <a:close/>
                  <a:moveTo>
                    <a:pt x="7243" y="5812"/>
                  </a:moveTo>
                  <a:cubicBezTo>
                    <a:pt x="7370" y="5812"/>
                    <a:pt x="7492" y="5885"/>
                    <a:pt x="7547" y="6009"/>
                  </a:cubicBezTo>
                  <a:lnTo>
                    <a:pt x="7889" y="6772"/>
                  </a:lnTo>
                  <a:cubicBezTo>
                    <a:pt x="7951" y="6913"/>
                    <a:pt x="7910" y="7078"/>
                    <a:pt x="7790" y="7171"/>
                  </a:cubicBezTo>
                  <a:cubicBezTo>
                    <a:pt x="7785" y="7170"/>
                    <a:pt x="7780" y="7169"/>
                    <a:pt x="7774" y="7168"/>
                  </a:cubicBezTo>
                  <a:cubicBezTo>
                    <a:pt x="7730" y="7160"/>
                    <a:pt x="7686" y="7156"/>
                    <a:pt x="7643" y="7156"/>
                  </a:cubicBezTo>
                  <a:cubicBezTo>
                    <a:pt x="7564" y="7156"/>
                    <a:pt x="7487" y="7169"/>
                    <a:pt x="7414" y="7194"/>
                  </a:cubicBezTo>
                  <a:cubicBezTo>
                    <a:pt x="7355" y="7160"/>
                    <a:pt x="7309" y="7109"/>
                    <a:pt x="7281" y="7045"/>
                  </a:cubicBezTo>
                  <a:lnTo>
                    <a:pt x="6938" y="6281"/>
                  </a:lnTo>
                  <a:cubicBezTo>
                    <a:pt x="6864" y="6113"/>
                    <a:pt x="6940" y="5916"/>
                    <a:pt x="7107" y="5841"/>
                  </a:cubicBezTo>
                  <a:cubicBezTo>
                    <a:pt x="7151" y="5821"/>
                    <a:pt x="7197" y="5812"/>
                    <a:pt x="7243" y="5812"/>
                  </a:cubicBezTo>
                  <a:close/>
                  <a:moveTo>
                    <a:pt x="3713" y="8445"/>
                  </a:moveTo>
                  <a:cubicBezTo>
                    <a:pt x="3795" y="8445"/>
                    <a:pt x="3862" y="8511"/>
                    <a:pt x="3862" y="8594"/>
                  </a:cubicBezTo>
                  <a:cubicBezTo>
                    <a:pt x="3862" y="8676"/>
                    <a:pt x="3795" y="8743"/>
                    <a:pt x="3713" y="8743"/>
                  </a:cubicBezTo>
                  <a:cubicBezTo>
                    <a:pt x="3630" y="8743"/>
                    <a:pt x="3563" y="8676"/>
                    <a:pt x="3563" y="8594"/>
                  </a:cubicBezTo>
                  <a:cubicBezTo>
                    <a:pt x="3563" y="8511"/>
                    <a:pt x="3630" y="8445"/>
                    <a:pt x="3713" y="8445"/>
                  </a:cubicBezTo>
                  <a:close/>
                  <a:moveTo>
                    <a:pt x="7644" y="7536"/>
                  </a:moveTo>
                  <a:cubicBezTo>
                    <a:pt x="7665" y="7536"/>
                    <a:pt x="7685" y="7537"/>
                    <a:pt x="7705" y="7541"/>
                  </a:cubicBezTo>
                  <a:cubicBezTo>
                    <a:pt x="7792" y="7557"/>
                    <a:pt x="7869" y="7606"/>
                    <a:pt x="7919" y="7680"/>
                  </a:cubicBezTo>
                  <a:cubicBezTo>
                    <a:pt x="7969" y="7753"/>
                    <a:pt x="7988" y="7842"/>
                    <a:pt x="7972" y="7929"/>
                  </a:cubicBezTo>
                  <a:lnTo>
                    <a:pt x="7821" y="8752"/>
                  </a:lnTo>
                  <a:cubicBezTo>
                    <a:pt x="7796" y="8884"/>
                    <a:pt x="7696" y="8986"/>
                    <a:pt x="7569" y="9016"/>
                  </a:cubicBezTo>
                  <a:cubicBezTo>
                    <a:pt x="7464" y="8898"/>
                    <a:pt x="7327" y="8818"/>
                    <a:pt x="7174" y="8788"/>
                  </a:cubicBezTo>
                  <a:cubicBezTo>
                    <a:pt x="7158" y="8738"/>
                    <a:pt x="7155" y="8684"/>
                    <a:pt x="7165" y="8631"/>
                  </a:cubicBezTo>
                  <a:lnTo>
                    <a:pt x="7317" y="7808"/>
                  </a:lnTo>
                  <a:cubicBezTo>
                    <a:pt x="7346" y="7648"/>
                    <a:pt x="7487" y="7536"/>
                    <a:pt x="7644" y="7536"/>
                  </a:cubicBezTo>
                  <a:close/>
                  <a:moveTo>
                    <a:pt x="528" y="9754"/>
                  </a:moveTo>
                  <a:cubicBezTo>
                    <a:pt x="611" y="9754"/>
                    <a:pt x="677" y="9821"/>
                    <a:pt x="677" y="9904"/>
                  </a:cubicBezTo>
                  <a:cubicBezTo>
                    <a:pt x="677" y="9985"/>
                    <a:pt x="611" y="10052"/>
                    <a:pt x="528" y="10052"/>
                  </a:cubicBezTo>
                  <a:cubicBezTo>
                    <a:pt x="447" y="10052"/>
                    <a:pt x="379" y="9985"/>
                    <a:pt x="379" y="9904"/>
                  </a:cubicBezTo>
                  <a:cubicBezTo>
                    <a:pt x="379" y="9821"/>
                    <a:pt x="447" y="9754"/>
                    <a:pt x="528" y="9754"/>
                  </a:cubicBezTo>
                  <a:close/>
                  <a:moveTo>
                    <a:pt x="1189" y="10942"/>
                  </a:moveTo>
                  <a:cubicBezTo>
                    <a:pt x="1271" y="10942"/>
                    <a:pt x="1338" y="11009"/>
                    <a:pt x="1338" y="11092"/>
                  </a:cubicBezTo>
                  <a:cubicBezTo>
                    <a:pt x="1338" y="11173"/>
                    <a:pt x="1271" y="11240"/>
                    <a:pt x="1189" y="11240"/>
                  </a:cubicBezTo>
                  <a:cubicBezTo>
                    <a:pt x="1106" y="11240"/>
                    <a:pt x="1040" y="11173"/>
                    <a:pt x="1040" y="11092"/>
                  </a:cubicBezTo>
                  <a:cubicBezTo>
                    <a:pt x="1040" y="11009"/>
                    <a:pt x="1106" y="10942"/>
                    <a:pt x="1189" y="10942"/>
                  </a:cubicBezTo>
                  <a:close/>
                  <a:moveTo>
                    <a:pt x="3538" y="11745"/>
                  </a:moveTo>
                  <a:cubicBezTo>
                    <a:pt x="3621" y="11745"/>
                    <a:pt x="3687" y="11811"/>
                    <a:pt x="3687" y="11894"/>
                  </a:cubicBezTo>
                  <a:cubicBezTo>
                    <a:pt x="3687" y="11976"/>
                    <a:pt x="3621" y="12043"/>
                    <a:pt x="3538" y="12043"/>
                  </a:cubicBezTo>
                  <a:cubicBezTo>
                    <a:pt x="3456" y="12043"/>
                    <a:pt x="3389" y="11976"/>
                    <a:pt x="3389" y="11894"/>
                  </a:cubicBezTo>
                  <a:cubicBezTo>
                    <a:pt x="3389" y="11811"/>
                    <a:pt x="3456" y="11745"/>
                    <a:pt x="3538" y="11745"/>
                  </a:cubicBezTo>
                  <a:close/>
                  <a:moveTo>
                    <a:pt x="2536" y="1"/>
                  </a:moveTo>
                  <a:cubicBezTo>
                    <a:pt x="2432" y="1"/>
                    <a:pt x="2347" y="85"/>
                    <a:pt x="2347" y="190"/>
                  </a:cubicBezTo>
                  <a:lnTo>
                    <a:pt x="2347" y="547"/>
                  </a:lnTo>
                  <a:lnTo>
                    <a:pt x="2238" y="740"/>
                  </a:lnTo>
                  <a:lnTo>
                    <a:pt x="1829" y="635"/>
                  </a:lnTo>
                  <a:cubicBezTo>
                    <a:pt x="1814" y="631"/>
                    <a:pt x="1798" y="629"/>
                    <a:pt x="1782" y="629"/>
                  </a:cubicBezTo>
                  <a:cubicBezTo>
                    <a:pt x="1697" y="629"/>
                    <a:pt x="1620" y="687"/>
                    <a:pt x="1598" y="773"/>
                  </a:cubicBezTo>
                  <a:cubicBezTo>
                    <a:pt x="1573" y="874"/>
                    <a:pt x="1633" y="978"/>
                    <a:pt x="1735" y="1003"/>
                  </a:cubicBezTo>
                  <a:lnTo>
                    <a:pt x="2234" y="1131"/>
                  </a:lnTo>
                  <a:lnTo>
                    <a:pt x="2848" y="1745"/>
                  </a:lnTo>
                  <a:lnTo>
                    <a:pt x="2386" y="3466"/>
                  </a:lnTo>
                  <a:lnTo>
                    <a:pt x="1662" y="3571"/>
                  </a:lnTo>
                  <a:lnTo>
                    <a:pt x="1498" y="3309"/>
                  </a:lnTo>
                  <a:cubicBezTo>
                    <a:pt x="1464" y="3254"/>
                    <a:pt x="1403" y="3220"/>
                    <a:pt x="1338" y="3220"/>
                  </a:cubicBezTo>
                  <a:cubicBezTo>
                    <a:pt x="1332" y="3220"/>
                    <a:pt x="1325" y="3220"/>
                    <a:pt x="1319" y="3221"/>
                  </a:cubicBezTo>
                  <a:lnTo>
                    <a:pt x="884" y="3263"/>
                  </a:lnTo>
                  <a:cubicBezTo>
                    <a:pt x="781" y="3273"/>
                    <a:pt x="704" y="3367"/>
                    <a:pt x="715" y="3470"/>
                  </a:cubicBezTo>
                  <a:cubicBezTo>
                    <a:pt x="725" y="3569"/>
                    <a:pt x="806" y="3642"/>
                    <a:pt x="903" y="3642"/>
                  </a:cubicBezTo>
                  <a:cubicBezTo>
                    <a:pt x="909" y="3642"/>
                    <a:pt x="916" y="3642"/>
                    <a:pt x="922" y="3641"/>
                  </a:cubicBezTo>
                  <a:lnTo>
                    <a:pt x="1238" y="3610"/>
                  </a:lnTo>
                  <a:lnTo>
                    <a:pt x="1324" y="3748"/>
                  </a:lnTo>
                  <a:lnTo>
                    <a:pt x="1101" y="3972"/>
                  </a:lnTo>
                  <a:cubicBezTo>
                    <a:pt x="1027" y="4046"/>
                    <a:pt x="1027" y="4167"/>
                    <a:pt x="1101" y="4240"/>
                  </a:cubicBezTo>
                  <a:cubicBezTo>
                    <a:pt x="1138" y="4278"/>
                    <a:pt x="1186" y="4296"/>
                    <a:pt x="1235" y="4296"/>
                  </a:cubicBezTo>
                  <a:cubicBezTo>
                    <a:pt x="1284" y="4296"/>
                    <a:pt x="1332" y="4278"/>
                    <a:pt x="1369" y="4240"/>
                  </a:cubicBezTo>
                  <a:lnTo>
                    <a:pt x="1655" y="3954"/>
                  </a:lnTo>
                  <a:lnTo>
                    <a:pt x="2470" y="3837"/>
                  </a:lnTo>
                  <a:lnTo>
                    <a:pt x="3745" y="5113"/>
                  </a:lnTo>
                  <a:lnTo>
                    <a:pt x="3387" y="6174"/>
                  </a:lnTo>
                  <a:lnTo>
                    <a:pt x="2786" y="6409"/>
                  </a:lnTo>
                  <a:cubicBezTo>
                    <a:pt x="2688" y="6446"/>
                    <a:pt x="2640" y="6558"/>
                    <a:pt x="2679" y="6655"/>
                  </a:cubicBezTo>
                  <a:cubicBezTo>
                    <a:pt x="2708" y="6729"/>
                    <a:pt x="2779" y="6775"/>
                    <a:pt x="2855" y="6775"/>
                  </a:cubicBezTo>
                  <a:cubicBezTo>
                    <a:pt x="2878" y="6775"/>
                    <a:pt x="2902" y="6771"/>
                    <a:pt x="2924" y="6763"/>
                  </a:cubicBezTo>
                  <a:lnTo>
                    <a:pt x="3414" y="6571"/>
                  </a:lnTo>
                  <a:lnTo>
                    <a:pt x="3531" y="6967"/>
                  </a:lnTo>
                  <a:cubicBezTo>
                    <a:pt x="3555" y="7050"/>
                    <a:pt x="3630" y="7104"/>
                    <a:pt x="3712" y="7104"/>
                  </a:cubicBezTo>
                  <a:cubicBezTo>
                    <a:pt x="3730" y="7104"/>
                    <a:pt x="3747" y="7101"/>
                    <a:pt x="3765" y="7096"/>
                  </a:cubicBezTo>
                  <a:cubicBezTo>
                    <a:pt x="3866" y="7067"/>
                    <a:pt x="3923" y="6962"/>
                    <a:pt x="3894" y="6861"/>
                  </a:cubicBezTo>
                  <a:lnTo>
                    <a:pt x="3737" y="6323"/>
                  </a:lnTo>
                  <a:lnTo>
                    <a:pt x="4110" y="5219"/>
                  </a:lnTo>
                  <a:lnTo>
                    <a:pt x="5424" y="4868"/>
                  </a:lnTo>
                  <a:cubicBezTo>
                    <a:pt x="5445" y="5015"/>
                    <a:pt x="5512" y="5158"/>
                    <a:pt x="5625" y="5272"/>
                  </a:cubicBezTo>
                  <a:lnTo>
                    <a:pt x="6217" y="5863"/>
                  </a:lnTo>
                  <a:cubicBezTo>
                    <a:pt x="6307" y="5954"/>
                    <a:pt x="6417" y="6017"/>
                    <a:pt x="6537" y="6048"/>
                  </a:cubicBezTo>
                  <a:cubicBezTo>
                    <a:pt x="6519" y="6176"/>
                    <a:pt x="6536" y="6310"/>
                    <a:pt x="6593" y="6437"/>
                  </a:cubicBezTo>
                  <a:lnTo>
                    <a:pt x="6934" y="7200"/>
                  </a:lnTo>
                  <a:cubicBezTo>
                    <a:pt x="6972" y="7284"/>
                    <a:pt x="7025" y="7358"/>
                    <a:pt x="7090" y="7421"/>
                  </a:cubicBezTo>
                  <a:cubicBezTo>
                    <a:pt x="7018" y="7510"/>
                    <a:pt x="6966" y="7618"/>
                    <a:pt x="6944" y="7739"/>
                  </a:cubicBezTo>
                  <a:lnTo>
                    <a:pt x="6792" y="8562"/>
                  </a:lnTo>
                  <a:cubicBezTo>
                    <a:pt x="6776" y="8647"/>
                    <a:pt x="6776" y="8733"/>
                    <a:pt x="6791" y="8816"/>
                  </a:cubicBezTo>
                  <a:cubicBezTo>
                    <a:pt x="6712" y="8845"/>
                    <a:pt x="6638" y="8887"/>
                    <a:pt x="6573" y="8944"/>
                  </a:cubicBezTo>
                  <a:lnTo>
                    <a:pt x="5935" y="9487"/>
                  </a:lnTo>
                  <a:cubicBezTo>
                    <a:pt x="5790" y="9609"/>
                    <a:pt x="5701" y="9782"/>
                    <a:pt x="5687" y="9972"/>
                  </a:cubicBezTo>
                  <a:cubicBezTo>
                    <a:pt x="5680" y="10050"/>
                    <a:pt x="5687" y="10127"/>
                    <a:pt x="5705" y="10201"/>
                  </a:cubicBezTo>
                  <a:cubicBezTo>
                    <a:pt x="4957" y="10195"/>
                    <a:pt x="4282" y="9731"/>
                    <a:pt x="4013" y="9028"/>
                  </a:cubicBezTo>
                  <a:cubicBezTo>
                    <a:pt x="4150" y="8932"/>
                    <a:pt x="4241" y="8773"/>
                    <a:pt x="4241" y="8593"/>
                  </a:cubicBezTo>
                  <a:cubicBezTo>
                    <a:pt x="4241" y="8302"/>
                    <a:pt x="4004" y="8065"/>
                    <a:pt x="3712" y="8065"/>
                  </a:cubicBezTo>
                  <a:cubicBezTo>
                    <a:pt x="3421" y="8065"/>
                    <a:pt x="3184" y="8302"/>
                    <a:pt x="3184" y="8593"/>
                  </a:cubicBezTo>
                  <a:cubicBezTo>
                    <a:pt x="3184" y="8860"/>
                    <a:pt x="3383" y="9081"/>
                    <a:pt x="3640" y="9117"/>
                  </a:cubicBezTo>
                  <a:cubicBezTo>
                    <a:pt x="3923" y="9910"/>
                    <a:pt x="4632" y="10462"/>
                    <a:pt x="5447" y="10564"/>
                  </a:cubicBezTo>
                  <a:cubicBezTo>
                    <a:pt x="5092" y="10784"/>
                    <a:pt x="4681" y="10901"/>
                    <a:pt x="4253" y="10901"/>
                  </a:cubicBezTo>
                  <a:lnTo>
                    <a:pt x="3809" y="10901"/>
                  </a:lnTo>
                  <a:lnTo>
                    <a:pt x="3657" y="10690"/>
                  </a:lnTo>
                  <a:cubicBezTo>
                    <a:pt x="3216" y="10079"/>
                    <a:pt x="2502" y="9713"/>
                    <a:pt x="1747" y="9713"/>
                  </a:cubicBezTo>
                  <a:lnTo>
                    <a:pt x="1021" y="9713"/>
                  </a:lnTo>
                  <a:cubicBezTo>
                    <a:pt x="944" y="9515"/>
                    <a:pt x="752" y="9375"/>
                    <a:pt x="528" y="9375"/>
                  </a:cubicBezTo>
                  <a:cubicBezTo>
                    <a:pt x="237" y="9375"/>
                    <a:pt x="0" y="9611"/>
                    <a:pt x="0" y="9903"/>
                  </a:cubicBezTo>
                  <a:cubicBezTo>
                    <a:pt x="0" y="10194"/>
                    <a:pt x="237" y="10432"/>
                    <a:pt x="528" y="10432"/>
                  </a:cubicBezTo>
                  <a:cubicBezTo>
                    <a:pt x="752" y="10432"/>
                    <a:pt x="944" y="10290"/>
                    <a:pt x="1021" y="10093"/>
                  </a:cubicBezTo>
                  <a:lnTo>
                    <a:pt x="1747" y="10093"/>
                  </a:lnTo>
                  <a:cubicBezTo>
                    <a:pt x="2375" y="10093"/>
                    <a:pt x="2970" y="10395"/>
                    <a:pt x="3341" y="10901"/>
                  </a:cubicBezTo>
                  <a:lnTo>
                    <a:pt x="1682" y="10901"/>
                  </a:lnTo>
                  <a:cubicBezTo>
                    <a:pt x="1605" y="10703"/>
                    <a:pt x="1413" y="10563"/>
                    <a:pt x="1189" y="10563"/>
                  </a:cubicBezTo>
                  <a:cubicBezTo>
                    <a:pt x="898" y="10563"/>
                    <a:pt x="660" y="10799"/>
                    <a:pt x="660" y="11090"/>
                  </a:cubicBezTo>
                  <a:cubicBezTo>
                    <a:pt x="660" y="11383"/>
                    <a:pt x="898" y="11620"/>
                    <a:pt x="1189" y="11620"/>
                  </a:cubicBezTo>
                  <a:cubicBezTo>
                    <a:pt x="1413" y="11620"/>
                    <a:pt x="1605" y="11478"/>
                    <a:pt x="1682" y="11281"/>
                  </a:cubicBezTo>
                  <a:lnTo>
                    <a:pt x="4253" y="11281"/>
                  </a:lnTo>
                  <a:cubicBezTo>
                    <a:pt x="4759" y="11281"/>
                    <a:pt x="5243" y="11141"/>
                    <a:pt x="5661" y="10878"/>
                  </a:cubicBezTo>
                  <a:lnTo>
                    <a:pt x="5661" y="10878"/>
                  </a:lnTo>
                  <a:cubicBezTo>
                    <a:pt x="5339" y="11431"/>
                    <a:pt x="4741" y="11785"/>
                    <a:pt x="4084" y="11785"/>
                  </a:cubicBezTo>
                  <a:cubicBezTo>
                    <a:pt x="4075" y="11785"/>
                    <a:pt x="4065" y="11785"/>
                    <a:pt x="4055" y="11785"/>
                  </a:cubicBezTo>
                  <a:cubicBezTo>
                    <a:pt x="4005" y="11545"/>
                    <a:pt x="3793" y="11365"/>
                    <a:pt x="3538" y="11365"/>
                  </a:cubicBezTo>
                  <a:cubicBezTo>
                    <a:pt x="3247" y="11365"/>
                    <a:pt x="3010" y="11602"/>
                    <a:pt x="3010" y="11894"/>
                  </a:cubicBezTo>
                  <a:cubicBezTo>
                    <a:pt x="3010" y="12185"/>
                    <a:pt x="3247" y="12422"/>
                    <a:pt x="3538" y="12422"/>
                  </a:cubicBezTo>
                  <a:cubicBezTo>
                    <a:pt x="3731" y="12422"/>
                    <a:pt x="3899" y="12318"/>
                    <a:pt x="3992" y="12163"/>
                  </a:cubicBezTo>
                  <a:cubicBezTo>
                    <a:pt x="4023" y="12164"/>
                    <a:pt x="4053" y="12165"/>
                    <a:pt x="4084" y="12165"/>
                  </a:cubicBezTo>
                  <a:cubicBezTo>
                    <a:pt x="5015" y="12165"/>
                    <a:pt x="5847" y="11579"/>
                    <a:pt x="6161" y="10702"/>
                  </a:cubicBezTo>
                  <a:cubicBezTo>
                    <a:pt x="6218" y="10722"/>
                    <a:pt x="6277" y="10734"/>
                    <a:pt x="6339" y="10740"/>
                  </a:cubicBezTo>
                  <a:cubicBezTo>
                    <a:pt x="6359" y="10742"/>
                    <a:pt x="6379" y="10742"/>
                    <a:pt x="6398" y="10742"/>
                  </a:cubicBezTo>
                  <a:cubicBezTo>
                    <a:pt x="6567" y="10742"/>
                    <a:pt x="6729" y="10683"/>
                    <a:pt x="6859" y="10572"/>
                  </a:cubicBezTo>
                  <a:lnTo>
                    <a:pt x="6982" y="10467"/>
                  </a:lnTo>
                  <a:cubicBezTo>
                    <a:pt x="7062" y="10399"/>
                    <a:pt x="7072" y="10280"/>
                    <a:pt x="7003" y="10200"/>
                  </a:cubicBezTo>
                  <a:cubicBezTo>
                    <a:pt x="6966" y="10155"/>
                    <a:pt x="6912" y="10133"/>
                    <a:pt x="6859" y="10133"/>
                  </a:cubicBezTo>
                  <a:cubicBezTo>
                    <a:pt x="6815" y="10133"/>
                    <a:pt x="6772" y="10148"/>
                    <a:pt x="6736" y="10178"/>
                  </a:cubicBezTo>
                  <a:lnTo>
                    <a:pt x="6613" y="10283"/>
                  </a:lnTo>
                  <a:cubicBezTo>
                    <a:pt x="6550" y="10336"/>
                    <a:pt x="6474" y="10362"/>
                    <a:pt x="6398" y="10362"/>
                  </a:cubicBezTo>
                  <a:cubicBezTo>
                    <a:pt x="6303" y="10362"/>
                    <a:pt x="6209" y="10322"/>
                    <a:pt x="6143" y="10245"/>
                  </a:cubicBezTo>
                  <a:cubicBezTo>
                    <a:pt x="6086" y="10177"/>
                    <a:pt x="6057" y="10091"/>
                    <a:pt x="6065" y="10002"/>
                  </a:cubicBezTo>
                  <a:cubicBezTo>
                    <a:pt x="6072" y="9914"/>
                    <a:pt x="6113" y="9833"/>
                    <a:pt x="6181" y="9776"/>
                  </a:cubicBezTo>
                  <a:lnTo>
                    <a:pt x="6818" y="9233"/>
                  </a:lnTo>
                  <a:cubicBezTo>
                    <a:pt x="6880" y="9181"/>
                    <a:pt x="6957" y="9154"/>
                    <a:pt x="7036" y="9154"/>
                  </a:cubicBezTo>
                  <a:cubicBezTo>
                    <a:pt x="7044" y="9154"/>
                    <a:pt x="7053" y="9154"/>
                    <a:pt x="7061" y="9155"/>
                  </a:cubicBezTo>
                  <a:cubicBezTo>
                    <a:pt x="7150" y="9162"/>
                    <a:pt x="7231" y="9204"/>
                    <a:pt x="7288" y="9271"/>
                  </a:cubicBezTo>
                  <a:cubicBezTo>
                    <a:pt x="7383" y="9383"/>
                    <a:pt x="7394" y="9541"/>
                    <a:pt x="7317" y="9665"/>
                  </a:cubicBezTo>
                  <a:cubicBezTo>
                    <a:pt x="7260" y="9753"/>
                    <a:pt x="7287" y="9870"/>
                    <a:pt x="7375" y="9927"/>
                  </a:cubicBezTo>
                  <a:cubicBezTo>
                    <a:pt x="7407" y="9946"/>
                    <a:pt x="7441" y="9955"/>
                    <a:pt x="7476" y="9955"/>
                  </a:cubicBezTo>
                  <a:cubicBezTo>
                    <a:pt x="7539" y="9955"/>
                    <a:pt x="7601" y="9924"/>
                    <a:pt x="7637" y="9867"/>
                  </a:cubicBezTo>
                  <a:cubicBezTo>
                    <a:pt x="7735" y="9712"/>
                    <a:pt x="7767" y="9532"/>
                    <a:pt x="7736" y="9361"/>
                  </a:cubicBezTo>
                  <a:cubicBezTo>
                    <a:pt x="7969" y="9277"/>
                    <a:pt x="8146" y="9075"/>
                    <a:pt x="8193" y="8821"/>
                  </a:cubicBezTo>
                  <a:lnTo>
                    <a:pt x="8345" y="7998"/>
                  </a:lnTo>
                  <a:cubicBezTo>
                    <a:pt x="8380" y="7810"/>
                    <a:pt x="8340" y="7622"/>
                    <a:pt x="8231" y="7465"/>
                  </a:cubicBezTo>
                  <a:cubicBezTo>
                    <a:pt x="8204" y="7425"/>
                    <a:pt x="8174" y="7388"/>
                    <a:pt x="8140" y="7356"/>
                  </a:cubicBezTo>
                  <a:cubicBezTo>
                    <a:pt x="8305" y="7152"/>
                    <a:pt x="8346" y="6866"/>
                    <a:pt x="8235" y="6617"/>
                  </a:cubicBezTo>
                  <a:lnTo>
                    <a:pt x="7894" y="5854"/>
                  </a:lnTo>
                  <a:cubicBezTo>
                    <a:pt x="7803" y="5650"/>
                    <a:pt x="7627" y="5511"/>
                    <a:pt x="7427" y="5457"/>
                  </a:cubicBezTo>
                  <a:cubicBezTo>
                    <a:pt x="7456" y="5240"/>
                    <a:pt x="7385" y="5017"/>
                    <a:pt x="7224" y="4855"/>
                  </a:cubicBezTo>
                  <a:lnTo>
                    <a:pt x="6633" y="4264"/>
                  </a:lnTo>
                  <a:cubicBezTo>
                    <a:pt x="6520" y="4152"/>
                    <a:pt x="6381" y="4085"/>
                    <a:pt x="6236" y="4063"/>
                  </a:cubicBezTo>
                  <a:lnTo>
                    <a:pt x="6589" y="2745"/>
                  </a:lnTo>
                  <a:lnTo>
                    <a:pt x="7016" y="2624"/>
                  </a:lnTo>
                  <a:lnTo>
                    <a:pt x="7646" y="3165"/>
                  </a:lnTo>
                  <a:cubicBezTo>
                    <a:pt x="7681" y="3196"/>
                    <a:pt x="7725" y="3212"/>
                    <a:pt x="7769" y="3212"/>
                  </a:cubicBezTo>
                  <a:cubicBezTo>
                    <a:pt x="7823" y="3212"/>
                    <a:pt x="7876" y="3188"/>
                    <a:pt x="7914" y="3146"/>
                  </a:cubicBezTo>
                  <a:cubicBezTo>
                    <a:pt x="7982" y="3066"/>
                    <a:pt x="7972" y="2946"/>
                    <a:pt x="7894" y="2877"/>
                  </a:cubicBezTo>
                  <a:lnTo>
                    <a:pt x="7328" y="2391"/>
                  </a:lnTo>
                  <a:lnTo>
                    <a:pt x="7547" y="2128"/>
                  </a:lnTo>
                  <a:lnTo>
                    <a:pt x="7970" y="2251"/>
                  </a:lnTo>
                  <a:cubicBezTo>
                    <a:pt x="7988" y="2256"/>
                    <a:pt x="8006" y="2259"/>
                    <a:pt x="8024" y="2259"/>
                  </a:cubicBezTo>
                  <a:cubicBezTo>
                    <a:pt x="8106" y="2259"/>
                    <a:pt x="8182" y="2205"/>
                    <a:pt x="8206" y="2122"/>
                  </a:cubicBezTo>
                  <a:cubicBezTo>
                    <a:pt x="8235" y="2021"/>
                    <a:pt x="8178" y="1917"/>
                    <a:pt x="8077" y="1887"/>
                  </a:cubicBezTo>
                  <a:lnTo>
                    <a:pt x="7535" y="1729"/>
                  </a:lnTo>
                  <a:cubicBezTo>
                    <a:pt x="7516" y="1724"/>
                    <a:pt x="7498" y="1721"/>
                    <a:pt x="7480" y="1721"/>
                  </a:cubicBezTo>
                  <a:cubicBezTo>
                    <a:pt x="7425" y="1721"/>
                    <a:pt x="7372" y="1746"/>
                    <a:pt x="7335" y="1790"/>
                  </a:cubicBezTo>
                  <a:lnTo>
                    <a:pt x="6954" y="2247"/>
                  </a:lnTo>
                  <a:lnTo>
                    <a:pt x="6489" y="2379"/>
                  </a:lnTo>
                  <a:lnTo>
                    <a:pt x="6168" y="2059"/>
                  </a:lnTo>
                  <a:cubicBezTo>
                    <a:pt x="6131" y="2022"/>
                    <a:pt x="6083" y="2003"/>
                    <a:pt x="6034" y="2003"/>
                  </a:cubicBezTo>
                  <a:cubicBezTo>
                    <a:pt x="5985" y="2003"/>
                    <a:pt x="5937" y="2022"/>
                    <a:pt x="5900" y="2059"/>
                  </a:cubicBezTo>
                  <a:cubicBezTo>
                    <a:pt x="5826" y="2132"/>
                    <a:pt x="5826" y="2253"/>
                    <a:pt x="5900" y="2327"/>
                  </a:cubicBezTo>
                  <a:lnTo>
                    <a:pt x="6222" y="2649"/>
                  </a:lnTo>
                  <a:lnTo>
                    <a:pt x="5827" y="4123"/>
                  </a:lnTo>
                  <a:cubicBezTo>
                    <a:pt x="5754" y="4156"/>
                    <a:pt x="5686" y="4204"/>
                    <a:pt x="5625" y="4264"/>
                  </a:cubicBezTo>
                  <a:cubicBezTo>
                    <a:pt x="5567" y="4322"/>
                    <a:pt x="5521" y="4387"/>
                    <a:pt x="5488" y="4457"/>
                  </a:cubicBezTo>
                  <a:lnTo>
                    <a:pt x="4020" y="4851"/>
                  </a:lnTo>
                  <a:lnTo>
                    <a:pt x="2748" y="3579"/>
                  </a:lnTo>
                  <a:lnTo>
                    <a:pt x="3214" y="1843"/>
                  </a:lnTo>
                  <a:lnTo>
                    <a:pt x="3652" y="1726"/>
                  </a:lnTo>
                  <a:cubicBezTo>
                    <a:pt x="3753" y="1699"/>
                    <a:pt x="3812" y="1595"/>
                    <a:pt x="3786" y="1493"/>
                  </a:cubicBezTo>
                  <a:cubicBezTo>
                    <a:pt x="3763" y="1408"/>
                    <a:pt x="3686" y="1353"/>
                    <a:pt x="3603" y="1353"/>
                  </a:cubicBezTo>
                  <a:cubicBezTo>
                    <a:pt x="3587" y="1353"/>
                    <a:pt x="3570" y="1355"/>
                    <a:pt x="3554" y="1359"/>
                  </a:cubicBezTo>
                  <a:lnTo>
                    <a:pt x="3116" y="1477"/>
                  </a:lnTo>
                  <a:lnTo>
                    <a:pt x="2568" y="928"/>
                  </a:lnTo>
                  <a:lnTo>
                    <a:pt x="2702" y="691"/>
                  </a:lnTo>
                  <a:cubicBezTo>
                    <a:pt x="2718" y="663"/>
                    <a:pt x="2727" y="630"/>
                    <a:pt x="2727" y="598"/>
                  </a:cubicBezTo>
                  <a:lnTo>
                    <a:pt x="2727" y="190"/>
                  </a:lnTo>
                  <a:cubicBezTo>
                    <a:pt x="2727" y="85"/>
                    <a:pt x="2641" y="1"/>
                    <a:pt x="25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784;p62">
              <a:extLst>
                <a:ext uri="{FF2B5EF4-FFF2-40B4-BE49-F238E27FC236}">
                  <a16:creationId xmlns:a16="http://schemas.microsoft.com/office/drawing/2014/main" id="{F8074A9F-77A0-022B-7484-AC52D0509104}"/>
                </a:ext>
              </a:extLst>
            </p:cNvPr>
            <p:cNvSpPr/>
            <p:nvPr/>
          </p:nvSpPr>
          <p:spPr>
            <a:xfrm>
              <a:off x="8154113" y="3712261"/>
              <a:ext cx="53893" cy="47532"/>
            </a:xfrm>
            <a:custGeom>
              <a:avLst/>
              <a:gdLst/>
              <a:ahLst/>
              <a:cxnLst/>
              <a:rect l="l" t="t" r="r" b="b"/>
              <a:pathLst>
                <a:path w="432" h="381" extrusionOk="0">
                  <a:moveTo>
                    <a:pt x="216" y="0"/>
                  </a:moveTo>
                  <a:cubicBezTo>
                    <a:pt x="178" y="0"/>
                    <a:pt x="140" y="11"/>
                    <a:pt x="106" y="34"/>
                  </a:cubicBezTo>
                  <a:cubicBezTo>
                    <a:pt x="21" y="95"/>
                    <a:pt x="1" y="215"/>
                    <a:pt x="61" y="301"/>
                  </a:cubicBezTo>
                  <a:cubicBezTo>
                    <a:pt x="98" y="353"/>
                    <a:pt x="157" y="380"/>
                    <a:pt x="216" y="380"/>
                  </a:cubicBezTo>
                  <a:cubicBezTo>
                    <a:pt x="254" y="380"/>
                    <a:pt x="292" y="370"/>
                    <a:pt x="325" y="346"/>
                  </a:cubicBezTo>
                  <a:cubicBezTo>
                    <a:pt x="411" y="286"/>
                    <a:pt x="431" y="168"/>
                    <a:pt x="372" y="82"/>
                  </a:cubicBezTo>
                  <a:lnTo>
                    <a:pt x="370" y="81"/>
                  </a:lnTo>
                  <a:cubicBezTo>
                    <a:pt x="334" y="28"/>
                    <a:pt x="275" y="0"/>
                    <a:pt x="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785;p62">
              <a:extLst>
                <a:ext uri="{FF2B5EF4-FFF2-40B4-BE49-F238E27FC236}">
                  <a16:creationId xmlns:a16="http://schemas.microsoft.com/office/drawing/2014/main" id="{65106628-9235-23CD-71A1-CFE8C9FE7941}"/>
                </a:ext>
              </a:extLst>
            </p:cNvPr>
            <p:cNvSpPr/>
            <p:nvPr/>
          </p:nvSpPr>
          <p:spPr>
            <a:xfrm>
              <a:off x="8079511" y="3913743"/>
              <a:ext cx="49402" cy="47532"/>
            </a:xfrm>
            <a:custGeom>
              <a:avLst/>
              <a:gdLst/>
              <a:ahLst/>
              <a:cxnLst/>
              <a:rect l="l" t="t" r="r" b="b"/>
              <a:pathLst>
                <a:path w="396" h="381" extrusionOk="0">
                  <a:moveTo>
                    <a:pt x="197" y="1"/>
                  </a:moveTo>
                  <a:cubicBezTo>
                    <a:pt x="99" y="1"/>
                    <a:pt x="16" y="78"/>
                    <a:pt x="9" y="176"/>
                  </a:cubicBezTo>
                  <a:cubicBezTo>
                    <a:pt x="1" y="281"/>
                    <a:pt x="79" y="372"/>
                    <a:pt x="183" y="381"/>
                  </a:cubicBezTo>
                  <a:lnTo>
                    <a:pt x="197" y="381"/>
                  </a:lnTo>
                  <a:cubicBezTo>
                    <a:pt x="296" y="381"/>
                    <a:pt x="379" y="305"/>
                    <a:pt x="387" y="206"/>
                  </a:cubicBezTo>
                  <a:lnTo>
                    <a:pt x="387" y="204"/>
                  </a:lnTo>
                  <a:cubicBezTo>
                    <a:pt x="395" y="100"/>
                    <a:pt x="317" y="9"/>
                    <a:pt x="212" y="1"/>
                  </a:cubicBezTo>
                  <a:cubicBezTo>
                    <a:pt x="207" y="1"/>
                    <a:pt x="202" y="1"/>
                    <a:pt x="1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786;p62">
              <a:extLst>
                <a:ext uri="{FF2B5EF4-FFF2-40B4-BE49-F238E27FC236}">
                  <a16:creationId xmlns:a16="http://schemas.microsoft.com/office/drawing/2014/main" id="{90415D7F-2822-458D-565C-5CB7984D7D1C}"/>
                </a:ext>
              </a:extLst>
            </p:cNvPr>
            <p:cNvSpPr/>
            <p:nvPr/>
          </p:nvSpPr>
          <p:spPr>
            <a:xfrm>
              <a:off x="7762141" y="3117920"/>
              <a:ext cx="49901" cy="47656"/>
            </a:xfrm>
            <a:custGeom>
              <a:avLst/>
              <a:gdLst/>
              <a:ahLst/>
              <a:cxnLst/>
              <a:rect l="l" t="t" r="r" b="b"/>
              <a:pathLst>
                <a:path w="400" h="382" extrusionOk="0">
                  <a:moveTo>
                    <a:pt x="201" y="1"/>
                  </a:moveTo>
                  <a:cubicBezTo>
                    <a:pt x="103" y="1"/>
                    <a:pt x="20" y="75"/>
                    <a:pt x="11" y="174"/>
                  </a:cubicBezTo>
                  <a:cubicBezTo>
                    <a:pt x="1" y="279"/>
                    <a:pt x="78" y="371"/>
                    <a:pt x="182" y="381"/>
                  </a:cubicBezTo>
                  <a:cubicBezTo>
                    <a:pt x="188" y="381"/>
                    <a:pt x="195" y="382"/>
                    <a:pt x="200" y="382"/>
                  </a:cubicBezTo>
                  <a:cubicBezTo>
                    <a:pt x="297" y="382"/>
                    <a:pt x="380" y="307"/>
                    <a:pt x="389" y="209"/>
                  </a:cubicBezTo>
                  <a:lnTo>
                    <a:pt x="390" y="208"/>
                  </a:lnTo>
                  <a:cubicBezTo>
                    <a:pt x="399" y="103"/>
                    <a:pt x="322" y="12"/>
                    <a:pt x="218" y="2"/>
                  </a:cubicBezTo>
                  <a:cubicBezTo>
                    <a:pt x="212" y="1"/>
                    <a:pt x="206" y="1"/>
                    <a:pt x="2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" name="Google Shape;884;p40">
            <a:extLst>
              <a:ext uri="{FF2B5EF4-FFF2-40B4-BE49-F238E27FC236}">
                <a16:creationId xmlns:a16="http://schemas.microsoft.com/office/drawing/2014/main" id="{85ED952A-E7B6-265D-5D43-DA786F0A5EE2}"/>
              </a:ext>
            </a:extLst>
          </p:cNvPr>
          <p:cNvSpPr txBox="1">
            <a:spLocks/>
          </p:cNvSpPr>
          <p:nvPr/>
        </p:nvSpPr>
        <p:spPr>
          <a:xfrm rot="1028">
            <a:off x="421278" y="172675"/>
            <a:ext cx="1002900" cy="588000"/>
          </a:xfrm>
          <a:prstGeom prst="rect">
            <a:avLst/>
          </a:prstGeom>
          <a:solidFill>
            <a:schemeClr val="accent2"/>
          </a:solidFill>
          <a:ln w="350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  <a:effectLst>
            <a:outerShdw dist="76200" dir="2100000" algn="bl" rotWithShape="0">
              <a:schemeClr val="l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redoka One"/>
              <a:buNone/>
              <a:defRPr sz="4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Bebas Neue"/>
              <a:buNone/>
              <a:defRPr sz="6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Bebas Neue"/>
              <a:buNone/>
              <a:defRPr sz="6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Bebas Neue"/>
              <a:buNone/>
              <a:defRPr sz="6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Bebas Neue"/>
              <a:buNone/>
              <a:defRPr sz="6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Bebas Neue"/>
              <a:buNone/>
              <a:defRPr sz="6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Bebas Neue"/>
              <a:buNone/>
              <a:defRPr sz="6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Bebas Neue"/>
              <a:buNone/>
              <a:defRPr sz="6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Bebas Neue"/>
              <a:buNone/>
              <a:defRPr sz="6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" dirty="0"/>
              <a:t>03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cover dir="u"/>
      </p:transition>
    </mc:Choice>
    <mc:Fallback xmlns="">
      <p:transition spd="slow">
        <p:cover dir="u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9">
          <a:extLst>
            <a:ext uri="{FF2B5EF4-FFF2-40B4-BE49-F238E27FC236}">
              <a16:creationId xmlns:a16="http://schemas.microsoft.com/office/drawing/2014/main" id="{1FFB7B57-DEB7-3200-59A8-302051C6D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43">
            <a:extLst>
              <a:ext uri="{FF2B5EF4-FFF2-40B4-BE49-F238E27FC236}">
                <a16:creationId xmlns:a16="http://schemas.microsoft.com/office/drawing/2014/main" id="{C0A61482-141D-EAA4-FA05-03A1C3FAFA00}"/>
              </a:ext>
            </a:extLst>
          </p:cNvPr>
          <p:cNvSpPr/>
          <p:nvPr/>
        </p:nvSpPr>
        <p:spPr>
          <a:xfrm rot="-10288848">
            <a:off x="843141" y="1311508"/>
            <a:ext cx="112803" cy="112821"/>
          </a:xfrm>
          <a:custGeom>
            <a:avLst/>
            <a:gdLst/>
            <a:ahLst/>
            <a:cxnLst/>
            <a:rect l="l" t="t" r="r" b="b"/>
            <a:pathLst>
              <a:path w="6138" h="6139" extrusionOk="0">
                <a:moveTo>
                  <a:pt x="3069" y="0"/>
                </a:moveTo>
                <a:cubicBezTo>
                  <a:pt x="2625" y="513"/>
                  <a:pt x="2402" y="1024"/>
                  <a:pt x="2235" y="1535"/>
                </a:cubicBezTo>
                <a:cubicBezTo>
                  <a:pt x="2177" y="1722"/>
                  <a:pt x="2134" y="1909"/>
                  <a:pt x="2099" y="2097"/>
                </a:cubicBezTo>
                <a:cubicBezTo>
                  <a:pt x="1912" y="2131"/>
                  <a:pt x="1723" y="2173"/>
                  <a:pt x="1536" y="2233"/>
                </a:cubicBezTo>
                <a:cubicBezTo>
                  <a:pt x="1023" y="2398"/>
                  <a:pt x="512" y="2623"/>
                  <a:pt x="1" y="3070"/>
                </a:cubicBezTo>
                <a:cubicBezTo>
                  <a:pt x="512" y="3517"/>
                  <a:pt x="1023" y="3740"/>
                  <a:pt x="1536" y="3907"/>
                </a:cubicBezTo>
                <a:cubicBezTo>
                  <a:pt x="1722" y="3966"/>
                  <a:pt x="1909" y="4008"/>
                  <a:pt x="2096" y="4042"/>
                </a:cubicBezTo>
                <a:cubicBezTo>
                  <a:pt x="2132" y="4230"/>
                  <a:pt x="2173" y="4417"/>
                  <a:pt x="2232" y="4604"/>
                </a:cubicBezTo>
                <a:cubicBezTo>
                  <a:pt x="2399" y="5115"/>
                  <a:pt x="2622" y="5627"/>
                  <a:pt x="3069" y="6138"/>
                </a:cubicBezTo>
                <a:cubicBezTo>
                  <a:pt x="3517" y="5627"/>
                  <a:pt x="3741" y="5115"/>
                  <a:pt x="3906" y="4604"/>
                </a:cubicBezTo>
                <a:cubicBezTo>
                  <a:pt x="3966" y="4416"/>
                  <a:pt x="4008" y="4229"/>
                  <a:pt x="4042" y="4040"/>
                </a:cubicBezTo>
                <a:cubicBezTo>
                  <a:pt x="4230" y="4005"/>
                  <a:pt x="4416" y="3963"/>
                  <a:pt x="4604" y="3904"/>
                </a:cubicBezTo>
                <a:cubicBezTo>
                  <a:pt x="5115" y="3737"/>
                  <a:pt x="5626" y="3514"/>
                  <a:pt x="6138" y="3070"/>
                </a:cubicBezTo>
                <a:cubicBezTo>
                  <a:pt x="5626" y="2625"/>
                  <a:pt x="5115" y="2402"/>
                  <a:pt x="4604" y="2235"/>
                </a:cubicBezTo>
                <a:cubicBezTo>
                  <a:pt x="4416" y="2176"/>
                  <a:pt x="4228" y="2133"/>
                  <a:pt x="4040" y="2099"/>
                </a:cubicBezTo>
                <a:cubicBezTo>
                  <a:pt x="4005" y="1910"/>
                  <a:pt x="3963" y="1723"/>
                  <a:pt x="3904" y="1535"/>
                </a:cubicBezTo>
                <a:cubicBezTo>
                  <a:pt x="3738" y="1024"/>
                  <a:pt x="3514" y="513"/>
                  <a:pt x="306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6" name="Google Shape;986;p43">
            <a:extLst>
              <a:ext uri="{FF2B5EF4-FFF2-40B4-BE49-F238E27FC236}">
                <a16:creationId xmlns:a16="http://schemas.microsoft.com/office/drawing/2014/main" id="{EF0B5E64-E4F9-0E32-E06A-4A0861C31961}"/>
              </a:ext>
            </a:extLst>
          </p:cNvPr>
          <p:cNvSpPr/>
          <p:nvPr/>
        </p:nvSpPr>
        <p:spPr>
          <a:xfrm rot="-8100000">
            <a:off x="3263002" y="1216253"/>
            <a:ext cx="100453" cy="100448"/>
          </a:xfrm>
          <a:custGeom>
            <a:avLst/>
            <a:gdLst/>
            <a:ahLst/>
            <a:cxnLst/>
            <a:rect l="l" t="t" r="r" b="b"/>
            <a:pathLst>
              <a:path w="2835" h="2836" extrusionOk="0">
                <a:moveTo>
                  <a:pt x="1417" y="0"/>
                </a:moveTo>
                <a:cubicBezTo>
                  <a:pt x="635" y="0"/>
                  <a:pt x="0" y="635"/>
                  <a:pt x="0" y="1418"/>
                </a:cubicBezTo>
                <a:cubicBezTo>
                  <a:pt x="0" y="2200"/>
                  <a:pt x="635" y="2835"/>
                  <a:pt x="1417" y="2835"/>
                </a:cubicBezTo>
                <a:cubicBezTo>
                  <a:pt x="2200" y="2835"/>
                  <a:pt x="2835" y="2200"/>
                  <a:pt x="2835" y="1418"/>
                </a:cubicBezTo>
                <a:cubicBezTo>
                  <a:pt x="2835" y="635"/>
                  <a:pt x="2201" y="0"/>
                  <a:pt x="141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7" name="Google Shape;987;p43">
            <a:extLst>
              <a:ext uri="{FF2B5EF4-FFF2-40B4-BE49-F238E27FC236}">
                <a16:creationId xmlns:a16="http://schemas.microsoft.com/office/drawing/2014/main" id="{9575E12B-A1AF-152F-A7F8-FB271D46C9FE}"/>
              </a:ext>
            </a:extLst>
          </p:cNvPr>
          <p:cNvSpPr/>
          <p:nvPr/>
        </p:nvSpPr>
        <p:spPr>
          <a:xfrm rot="-5839392">
            <a:off x="8045340" y="1667375"/>
            <a:ext cx="112801" cy="112819"/>
          </a:xfrm>
          <a:custGeom>
            <a:avLst/>
            <a:gdLst/>
            <a:ahLst/>
            <a:cxnLst/>
            <a:rect l="l" t="t" r="r" b="b"/>
            <a:pathLst>
              <a:path w="6138" h="6139" extrusionOk="0">
                <a:moveTo>
                  <a:pt x="3069" y="0"/>
                </a:moveTo>
                <a:cubicBezTo>
                  <a:pt x="2625" y="513"/>
                  <a:pt x="2402" y="1024"/>
                  <a:pt x="2235" y="1535"/>
                </a:cubicBezTo>
                <a:cubicBezTo>
                  <a:pt x="2177" y="1722"/>
                  <a:pt x="2134" y="1909"/>
                  <a:pt x="2099" y="2097"/>
                </a:cubicBezTo>
                <a:cubicBezTo>
                  <a:pt x="1912" y="2131"/>
                  <a:pt x="1723" y="2173"/>
                  <a:pt x="1536" y="2233"/>
                </a:cubicBezTo>
                <a:cubicBezTo>
                  <a:pt x="1023" y="2398"/>
                  <a:pt x="512" y="2623"/>
                  <a:pt x="1" y="3070"/>
                </a:cubicBezTo>
                <a:cubicBezTo>
                  <a:pt x="512" y="3517"/>
                  <a:pt x="1023" y="3740"/>
                  <a:pt x="1536" y="3907"/>
                </a:cubicBezTo>
                <a:cubicBezTo>
                  <a:pt x="1722" y="3966"/>
                  <a:pt x="1909" y="4008"/>
                  <a:pt x="2096" y="4042"/>
                </a:cubicBezTo>
                <a:cubicBezTo>
                  <a:pt x="2132" y="4230"/>
                  <a:pt x="2173" y="4417"/>
                  <a:pt x="2232" y="4604"/>
                </a:cubicBezTo>
                <a:cubicBezTo>
                  <a:pt x="2399" y="5115"/>
                  <a:pt x="2622" y="5627"/>
                  <a:pt x="3069" y="6138"/>
                </a:cubicBezTo>
                <a:cubicBezTo>
                  <a:pt x="3517" y="5627"/>
                  <a:pt x="3741" y="5115"/>
                  <a:pt x="3906" y="4604"/>
                </a:cubicBezTo>
                <a:cubicBezTo>
                  <a:pt x="3966" y="4416"/>
                  <a:pt x="4008" y="4229"/>
                  <a:pt x="4042" y="4040"/>
                </a:cubicBezTo>
                <a:cubicBezTo>
                  <a:pt x="4230" y="4005"/>
                  <a:pt x="4416" y="3963"/>
                  <a:pt x="4604" y="3904"/>
                </a:cubicBezTo>
                <a:cubicBezTo>
                  <a:pt x="5115" y="3737"/>
                  <a:pt x="5626" y="3514"/>
                  <a:pt x="6138" y="3070"/>
                </a:cubicBezTo>
                <a:cubicBezTo>
                  <a:pt x="5626" y="2625"/>
                  <a:pt x="5115" y="2402"/>
                  <a:pt x="4604" y="2235"/>
                </a:cubicBezTo>
                <a:cubicBezTo>
                  <a:pt x="4416" y="2176"/>
                  <a:pt x="4228" y="2133"/>
                  <a:pt x="4040" y="2099"/>
                </a:cubicBezTo>
                <a:cubicBezTo>
                  <a:pt x="4005" y="1910"/>
                  <a:pt x="3963" y="1723"/>
                  <a:pt x="3904" y="1535"/>
                </a:cubicBezTo>
                <a:cubicBezTo>
                  <a:pt x="3738" y="1024"/>
                  <a:pt x="3514" y="513"/>
                  <a:pt x="306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8" name="Google Shape;988;p43">
            <a:extLst>
              <a:ext uri="{FF2B5EF4-FFF2-40B4-BE49-F238E27FC236}">
                <a16:creationId xmlns:a16="http://schemas.microsoft.com/office/drawing/2014/main" id="{0D224793-5A13-F683-E611-39CB747D5807}"/>
              </a:ext>
            </a:extLst>
          </p:cNvPr>
          <p:cNvSpPr/>
          <p:nvPr/>
        </p:nvSpPr>
        <p:spPr>
          <a:xfrm rot="511152">
            <a:off x="4463900" y="4454303"/>
            <a:ext cx="112803" cy="112821"/>
          </a:xfrm>
          <a:custGeom>
            <a:avLst/>
            <a:gdLst/>
            <a:ahLst/>
            <a:cxnLst/>
            <a:rect l="l" t="t" r="r" b="b"/>
            <a:pathLst>
              <a:path w="6138" h="6139" extrusionOk="0">
                <a:moveTo>
                  <a:pt x="3069" y="0"/>
                </a:moveTo>
                <a:cubicBezTo>
                  <a:pt x="2625" y="513"/>
                  <a:pt x="2402" y="1024"/>
                  <a:pt x="2235" y="1535"/>
                </a:cubicBezTo>
                <a:cubicBezTo>
                  <a:pt x="2177" y="1722"/>
                  <a:pt x="2134" y="1909"/>
                  <a:pt x="2099" y="2097"/>
                </a:cubicBezTo>
                <a:cubicBezTo>
                  <a:pt x="1912" y="2131"/>
                  <a:pt x="1723" y="2173"/>
                  <a:pt x="1536" y="2233"/>
                </a:cubicBezTo>
                <a:cubicBezTo>
                  <a:pt x="1023" y="2398"/>
                  <a:pt x="512" y="2623"/>
                  <a:pt x="1" y="3070"/>
                </a:cubicBezTo>
                <a:cubicBezTo>
                  <a:pt x="512" y="3517"/>
                  <a:pt x="1023" y="3740"/>
                  <a:pt x="1536" y="3907"/>
                </a:cubicBezTo>
                <a:cubicBezTo>
                  <a:pt x="1722" y="3966"/>
                  <a:pt x="1909" y="4008"/>
                  <a:pt x="2096" y="4042"/>
                </a:cubicBezTo>
                <a:cubicBezTo>
                  <a:pt x="2132" y="4230"/>
                  <a:pt x="2173" y="4417"/>
                  <a:pt x="2232" y="4604"/>
                </a:cubicBezTo>
                <a:cubicBezTo>
                  <a:pt x="2399" y="5115"/>
                  <a:pt x="2622" y="5627"/>
                  <a:pt x="3069" y="6138"/>
                </a:cubicBezTo>
                <a:cubicBezTo>
                  <a:pt x="3517" y="5627"/>
                  <a:pt x="3741" y="5115"/>
                  <a:pt x="3906" y="4604"/>
                </a:cubicBezTo>
                <a:cubicBezTo>
                  <a:pt x="3966" y="4416"/>
                  <a:pt x="4008" y="4229"/>
                  <a:pt x="4042" y="4040"/>
                </a:cubicBezTo>
                <a:cubicBezTo>
                  <a:pt x="4230" y="4005"/>
                  <a:pt x="4416" y="3963"/>
                  <a:pt x="4604" y="3904"/>
                </a:cubicBezTo>
                <a:cubicBezTo>
                  <a:pt x="5115" y="3737"/>
                  <a:pt x="5626" y="3514"/>
                  <a:pt x="6138" y="3070"/>
                </a:cubicBezTo>
                <a:cubicBezTo>
                  <a:pt x="5626" y="2625"/>
                  <a:pt x="5115" y="2402"/>
                  <a:pt x="4604" y="2235"/>
                </a:cubicBezTo>
                <a:cubicBezTo>
                  <a:pt x="4416" y="2176"/>
                  <a:pt x="4228" y="2133"/>
                  <a:pt x="4040" y="2099"/>
                </a:cubicBezTo>
                <a:cubicBezTo>
                  <a:pt x="4005" y="1910"/>
                  <a:pt x="3963" y="1723"/>
                  <a:pt x="3904" y="1535"/>
                </a:cubicBezTo>
                <a:cubicBezTo>
                  <a:pt x="3738" y="1024"/>
                  <a:pt x="3514" y="513"/>
                  <a:pt x="306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D733B157-1E66-B008-34C1-25C27DB7CE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225" y="250032"/>
            <a:ext cx="7829550" cy="4400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0701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cover dir="u"/>
      </p:transition>
    </mc:Choice>
    <mc:Fallback xmlns="">
      <p:transition spd="slow">
        <p:cover dir="u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9" name="Google Shape;2709;p73"/>
          <p:cNvSpPr txBox="1">
            <a:spLocks noGrp="1"/>
          </p:cNvSpPr>
          <p:nvPr>
            <p:ph type="title"/>
          </p:nvPr>
        </p:nvSpPr>
        <p:spPr>
          <a:xfrm>
            <a:off x="720000" y="64888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Resources &amp; </a:t>
            </a:r>
            <a:r>
              <a:rPr lang="en-IN" dirty="0"/>
              <a:t>References </a:t>
            </a:r>
            <a:endParaRPr dirty="0"/>
          </a:p>
        </p:txBody>
      </p:sp>
      <p:sp>
        <p:nvSpPr>
          <p:cNvPr id="2710" name="Google Shape;2710;p73"/>
          <p:cNvSpPr txBox="1">
            <a:spLocks noGrp="1"/>
          </p:cNvSpPr>
          <p:nvPr>
            <p:ph type="body" idx="1"/>
          </p:nvPr>
        </p:nvSpPr>
        <p:spPr>
          <a:xfrm>
            <a:off x="635033" y="1243612"/>
            <a:ext cx="7980329" cy="3258150"/>
          </a:xfrm>
          <a:prstGeom prst="rect">
            <a:avLst/>
          </a:prstGeom>
          <a:solidFill>
            <a:srgbClr val="FFF3DD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400"/>
              </a:spcAft>
              <a:buNone/>
            </a:pPr>
            <a:r>
              <a:rPr lang="en" sz="1800" dirty="0">
                <a:latin typeface="Fredoka One"/>
                <a:ea typeface="Fredoka One"/>
                <a:cs typeface="Fredoka One"/>
                <a:sym typeface="Fredoka One"/>
              </a:rPr>
              <a:t>Books:</a:t>
            </a:r>
            <a:endParaRPr sz="1800" dirty="0">
              <a:latin typeface="Fredoka One"/>
              <a:ea typeface="Fredoka One"/>
              <a:cs typeface="Fredoka One"/>
              <a:sym typeface="Fredoka One"/>
            </a:endParaRPr>
          </a:p>
          <a:p>
            <a:pPr marL="241300" lvl="0" indent="-203200" algn="l" rtl="0">
              <a:spcBef>
                <a:spcPts val="300"/>
              </a:spcBef>
              <a:spcAft>
                <a:spcPts val="400"/>
              </a:spcAft>
              <a:buSzPts val="1200"/>
              <a:buFont typeface="Anaheim"/>
              <a:buChar char="●"/>
            </a:pPr>
            <a:r>
              <a:rPr lang="en-IN" sz="1200" dirty="0">
                <a:solidFill>
                  <a:schemeClr val="hlink"/>
                </a:solidFill>
                <a:uFill>
                  <a:noFill/>
                </a:uFill>
              </a:rPr>
              <a:t>"On Intelligence" – Jeff Hawkins</a:t>
            </a:r>
          </a:p>
          <a:p>
            <a:pPr marL="38100" lvl="0" indent="0" algn="l" rtl="0">
              <a:spcBef>
                <a:spcPts val="300"/>
              </a:spcBef>
              <a:spcAft>
                <a:spcPts val="400"/>
              </a:spcAft>
              <a:buSzPts val="1200"/>
              <a:buNone/>
            </a:pPr>
            <a:r>
              <a:rPr lang="en-IN" sz="1800" dirty="0">
                <a:latin typeface="Fredoka One"/>
                <a:ea typeface="Fredoka One"/>
                <a:cs typeface="Fredoka One"/>
                <a:sym typeface="Fredoka One"/>
              </a:rPr>
              <a:t>Links:</a:t>
            </a:r>
          </a:p>
          <a:p>
            <a:pPr marL="241300" lvl="0" indent="-203200" algn="l" rtl="0">
              <a:spcBef>
                <a:spcPts val="300"/>
              </a:spcBef>
              <a:spcAft>
                <a:spcPts val="400"/>
              </a:spcAft>
              <a:buSzPts val="1200"/>
              <a:buFont typeface="Anaheim"/>
              <a:buChar char="●"/>
            </a:pPr>
            <a:r>
              <a:rPr lang="en-US" sz="1200" dirty="0">
                <a:solidFill>
                  <a:schemeClr val="hlink"/>
                </a:solidFill>
                <a:uFill>
                  <a:noFill/>
                </a:uFill>
                <a:hlinkClick r:id="rId3"/>
              </a:rPr>
              <a:t>https://medium.combrain-and-artificial-neural-networks-differences-and-similarities</a:t>
            </a:r>
            <a:endParaRPr lang="en-US" sz="1200" dirty="0">
              <a:solidFill>
                <a:schemeClr val="hlink"/>
              </a:solidFill>
              <a:uFill>
                <a:noFill/>
              </a:uFill>
            </a:endParaRPr>
          </a:p>
          <a:p>
            <a:pPr marL="241300" lvl="0" indent="-203200" algn="l" rtl="0">
              <a:spcBef>
                <a:spcPts val="300"/>
              </a:spcBef>
              <a:spcAft>
                <a:spcPts val="400"/>
              </a:spcAft>
              <a:buSzPts val="1200"/>
              <a:buFont typeface="Anaheim"/>
              <a:buChar char="●"/>
            </a:pPr>
            <a:r>
              <a:rPr lang="en-US" sz="1200" dirty="0">
                <a:hlinkClick r:id="rId4"/>
              </a:rPr>
              <a:t>https://aiforsocialgood.ca/blog/the-distinction-between-artificial-intelligence-and-human-brain</a:t>
            </a:r>
            <a:endParaRPr lang="en-US" sz="1200" dirty="0"/>
          </a:p>
          <a:p>
            <a:pPr marL="3810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400"/>
              </a:spcAft>
              <a:buClr>
                <a:srgbClr val="EF4424"/>
              </a:buClr>
              <a:buSzPts val="1200"/>
              <a:buFont typeface="Nunito"/>
              <a:buNone/>
              <a:tabLst/>
              <a:defRPr/>
            </a:pPr>
            <a:r>
              <a:rPr lang="en-IN" sz="1800" dirty="0">
                <a:solidFill>
                  <a:srgbClr val="333333"/>
                </a:solidFill>
                <a:latin typeface="Fredoka One"/>
                <a:ea typeface="Fredoka One"/>
                <a:cs typeface="Fredoka One"/>
                <a:sym typeface="Fredoka One"/>
              </a:rPr>
              <a:t>Research P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Fredoka One"/>
                <a:ea typeface="Fredoka One"/>
                <a:cs typeface="Fredoka One"/>
                <a:sym typeface="Fredoka One"/>
              </a:rPr>
              <a:t>apers:</a:t>
            </a:r>
            <a:endParaRPr lang="en-US" sz="1200" dirty="0"/>
          </a:p>
          <a:p>
            <a:pPr marL="241300" lvl="0" indent="-203200" algn="l" rtl="0">
              <a:spcBef>
                <a:spcPts val="300"/>
              </a:spcBef>
              <a:spcAft>
                <a:spcPts val="400"/>
              </a:spcAft>
              <a:buSzPts val="1200"/>
              <a:buFont typeface="Anaheim"/>
              <a:buChar char="●"/>
            </a:pPr>
            <a:r>
              <a:rPr lang="en-US" sz="1200" dirty="0"/>
              <a:t>Roza </a:t>
            </a:r>
            <a:r>
              <a:rPr lang="en-US" sz="1200" dirty="0" err="1"/>
              <a:t>Dastres</a:t>
            </a:r>
            <a:r>
              <a:rPr lang="en-US" sz="1200" dirty="0"/>
              <a:t>, Mohsen Soori. Artificial Neural Network Systems. International Journal of </a:t>
            </a:r>
            <a:r>
              <a:rPr lang="en-US" sz="1200" dirty="0" err="1"/>
              <a:t>Imagingand</a:t>
            </a:r>
            <a:r>
              <a:rPr lang="en-US" sz="1200" dirty="0"/>
              <a:t> Robotics (IJIR), 2021, 21 (2), pp.13-25. hal-03349542</a:t>
            </a:r>
          </a:p>
          <a:p>
            <a:pPr marL="241300" lvl="0" indent="-203200" algn="l" rtl="0">
              <a:spcBef>
                <a:spcPts val="300"/>
              </a:spcBef>
              <a:spcAft>
                <a:spcPts val="400"/>
              </a:spcAft>
              <a:buSzPts val="1200"/>
              <a:buFont typeface="Anaheim"/>
              <a:buChar char="●"/>
            </a:pPr>
            <a:r>
              <a:rPr lang="en-US" sz="1200" dirty="0"/>
              <a:t>A. Sayal et al., "Neural Networks And Machine Learning," 2023 IEEE 5th International Conference on Cybernetics, Cognition and Machine Learning Applications (ICCCMLA), Hamburg, Germany, 2023, pp. 58-63, </a:t>
            </a:r>
            <a:r>
              <a:rPr lang="en-US" sz="1200" dirty="0" err="1"/>
              <a:t>doi</a:t>
            </a:r>
            <a:r>
              <a:rPr lang="en-US" sz="1200" dirty="0"/>
              <a:t>: 10.1109/ICCCMLA58983.2023.10346612.</a:t>
            </a:r>
          </a:p>
          <a:p>
            <a:pPr marL="38100" lvl="0" indent="0" algn="l" rtl="0">
              <a:spcBef>
                <a:spcPts val="300"/>
              </a:spcBef>
              <a:spcAft>
                <a:spcPts val="400"/>
              </a:spcAft>
              <a:buSzPts val="1200"/>
              <a:buNone/>
            </a:pP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cover dir="r"/>
      </p:transition>
    </mc:Choice>
    <mc:Fallback xmlns="">
      <p:transition spd="slow">
        <p:cover dir="r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2" name="Google Shape;2162;p70"/>
          <p:cNvSpPr txBox="1">
            <a:spLocks noGrp="1"/>
          </p:cNvSpPr>
          <p:nvPr>
            <p:ph type="subTitle" idx="1"/>
          </p:nvPr>
        </p:nvSpPr>
        <p:spPr>
          <a:xfrm>
            <a:off x="971550" y="2350244"/>
            <a:ext cx="7489635" cy="123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400"/>
              </a:spcAft>
              <a:buNone/>
            </a:pPr>
            <a:r>
              <a:rPr lang="en" sz="2000" dirty="0">
                <a:latin typeface="Fredoka One"/>
                <a:ea typeface="Fredoka One"/>
                <a:cs typeface="Fredoka One"/>
                <a:sym typeface="Fredoka One"/>
              </a:rPr>
              <a:t>Do you have any questions?</a:t>
            </a:r>
          </a:p>
          <a:p>
            <a:pPr marL="0" lvl="0" indent="0" algn="l" rtl="0">
              <a:spcBef>
                <a:spcPts val="0"/>
              </a:spcBef>
              <a:spcAft>
                <a:spcPts val="400"/>
              </a:spcAft>
              <a:buNone/>
            </a:pPr>
            <a:r>
              <a:rPr lang="en-IN" dirty="0">
                <a:latin typeface="Fredoka One"/>
                <a:ea typeface="Fredoka One"/>
                <a:cs typeface="Fredoka One"/>
                <a:sym typeface="Fredoka One"/>
              </a:rPr>
              <a:t>Contact at:</a:t>
            </a:r>
            <a:endParaRPr sz="2000" dirty="0">
              <a:latin typeface="Fredoka One"/>
              <a:ea typeface="Fredoka One"/>
              <a:cs typeface="Fredoka One"/>
              <a:sym typeface="Fredoka One"/>
            </a:endParaRPr>
          </a:p>
          <a:p>
            <a:pPr marL="0" lvl="0" indent="0" algn="l" rtl="0">
              <a:spcBef>
                <a:spcPts val="0"/>
              </a:spcBef>
              <a:spcAft>
                <a:spcPts val="400"/>
              </a:spcAft>
              <a:buNone/>
            </a:pPr>
            <a:r>
              <a:rPr lang="en" sz="1200" dirty="0">
                <a:hlinkClick r:id="rId3"/>
              </a:rPr>
              <a:t>24bcs11076@cuchd.in</a:t>
            </a:r>
            <a:endParaRPr lang="en" sz="1200" dirty="0"/>
          </a:p>
          <a:p>
            <a:pPr marL="0" lvl="0" indent="0" algn="l" rtl="0">
              <a:spcBef>
                <a:spcPts val="0"/>
              </a:spcBef>
              <a:spcAft>
                <a:spcPts val="400"/>
              </a:spcAft>
              <a:buNone/>
            </a:pPr>
            <a:r>
              <a:rPr lang="en" sz="1200" dirty="0">
                <a:hlinkClick r:id="rId4"/>
              </a:rPr>
              <a:t>24bcs10751@cuchd.in</a:t>
            </a:r>
            <a:endParaRPr lang="en" sz="1200" dirty="0"/>
          </a:p>
        </p:txBody>
      </p:sp>
      <p:grpSp>
        <p:nvGrpSpPr>
          <p:cNvPr id="2179" name="Google Shape;2179;p70"/>
          <p:cNvGrpSpPr/>
          <p:nvPr/>
        </p:nvGrpSpPr>
        <p:grpSpPr>
          <a:xfrm>
            <a:off x="7626689" y="3669840"/>
            <a:ext cx="1516136" cy="1580069"/>
            <a:chOff x="6206063" y="1258086"/>
            <a:chExt cx="2135403" cy="2225449"/>
          </a:xfrm>
        </p:grpSpPr>
        <p:sp>
          <p:nvSpPr>
            <p:cNvPr id="2180" name="Google Shape;2180;p70"/>
            <p:cNvSpPr/>
            <p:nvPr/>
          </p:nvSpPr>
          <p:spPr>
            <a:xfrm rot="1095387">
              <a:off x="6445900" y="1472199"/>
              <a:ext cx="1655728" cy="1797223"/>
            </a:xfrm>
            <a:custGeom>
              <a:avLst/>
              <a:gdLst/>
              <a:ahLst/>
              <a:cxnLst/>
              <a:rect l="l" t="t" r="r" b="b"/>
              <a:pathLst>
                <a:path w="35655" h="38702" extrusionOk="0">
                  <a:moveTo>
                    <a:pt x="10824" y="0"/>
                  </a:moveTo>
                  <a:cubicBezTo>
                    <a:pt x="9883" y="0"/>
                    <a:pt x="9119" y="763"/>
                    <a:pt x="9119" y="1705"/>
                  </a:cubicBezTo>
                  <a:lnTo>
                    <a:pt x="9119" y="12993"/>
                  </a:lnTo>
                  <a:cubicBezTo>
                    <a:pt x="8609" y="13052"/>
                    <a:pt x="8110" y="13159"/>
                    <a:pt x="7626" y="13309"/>
                  </a:cubicBezTo>
                  <a:cubicBezTo>
                    <a:pt x="7624" y="13303"/>
                    <a:pt x="7623" y="13298"/>
                    <a:pt x="7620" y="13291"/>
                  </a:cubicBezTo>
                  <a:cubicBezTo>
                    <a:pt x="7534" y="13066"/>
                    <a:pt x="7319" y="12927"/>
                    <a:pt x="7091" y="12927"/>
                  </a:cubicBezTo>
                  <a:cubicBezTo>
                    <a:pt x="7024" y="12927"/>
                    <a:pt x="6955" y="12939"/>
                    <a:pt x="6889" y="12964"/>
                  </a:cubicBezTo>
                  <a:cubicBezTo>
                    <a:pt x="2914" y="14481"/>
                    <a:pt x="73" y="18712"/>
                    <a:pt x="132" y="23025"/>
                  </a:cubicBezTo>
                  <a:lnTo>
                    <a:pt x="132" y="25524"/>
                  </a:lnTo>
                  <a:cubicBezTo>
                    <a:pt x="1" y="28582"/>
                    <a:pt x="1694" y="31325"/>
                    <a:pt x="3346" y="33671"/>
                  </a:cubicBezTo>
                  <a:lnTo>
                    <a:pt x="2675" y="36801"/>
                  </a:lnTo>
                  <a:cubicBezTo>
                    <a:pt x="2564" y="37318"/>
                    <a:pt x="2717" y="37850"/>
                    <a:pt x="3092" y="38234"/>
                  </a:cubicBezTo>
                  <a:cubicBezTo>
                    <a:pt x="3394" y="38542"/>
                    <a:pt x="3816" y="38702"/>
                    <a:pt x="4246" y="38702"/>
                  </a:cubicBezTo>
                  <a:lnTo>
                    <a:pt x="6119" y="38702"/>
                  </a:lnTo>
                  <a:cubicBezTo>
                    <a:pt x="6791" y="38702"/>
                    <a:pt x="7441" y="38420"/>
                    <a:pt x="7901" y="37929"/>
                  </a:cubicBezTo>
                  <a:lnTo>
                    <a:pt x="12319" y="33211"/>
                  </a:lnTo>
                  <a:lnTo>
                    <a:pt x="25994" y="33211"/>
                  </a:lnTo>
                  <a:cubicBezTo>
                    <a:pt x="27478" y="33211"/>
                    <a:pt x="28754" y="32601"/>
                    <a:pt x="29682" y="31443"/>
                  </a:cubicBezTo>
                  <a:cubicBezTo>
                    <a:pt x="30124" y="30893"/>
                    <a:pt x="30386" y="30342"/>
                    <a:pt x="30521" y="30008"/>
                  </a:cubicBezTo>
                  <a:cubicBezTo>
                    <a:pt x="34616" y="28742"/>
                    <a:pt x="35654" y="25023"/>
                    <a:pt x="35362" y="22020"/>
                  </a:cubicBezTo>
                  <a:cubicBezTo>
                    <a:pt x="35362" y="22013"/>
                    <a:pt x="35361" y="22006"/>
                    <a:pt x="35360" y="21999"/>
                  </a:cubicBezTo>
                  <a:cubicBezTo>
                    <a:pt x="35019" y="18070"/>
                    <a:pt x="32662" y="16336"/>
                    <a:pt x="30744" y="15573"/>
                  </a:cubicBezTo>
                  <a:cubicBezTo>
                    <a:pt x="29176" y="14949"/>
                    <a:pt x="27670" y="14865"/>
                    <a:pt x="27024" y="14865"/>
                  </a:cubicBezTo>
                  <a:cubicBezTo>
                    <a:pt x="27007" y="14865"/>
                    <a:pt x="26991" y="14865"/>
                    <a:pt x="26975" y="14865"/>
                  </a:cubicBezTo>
                  <a:cubicBezTo>
                    <a:pt x="26563" y="14424"/>
                    <a:pt x="26137" y="14014"/>
                    <a:pt x="25702" y="13639"/>
                  </a:cubicBezTo>
                  <a:cubicBezTo>
                    <a:pt x="26131" y="13329"/>
                    <a:pt x="26412" y="12825"/>
                    <a:pt x="26412" y="12256"/>
                  </a:cubicBezTo>
                  <a:lnTo>
                    <a:pt x="26412" y="1705"/>
                  </a:lnTo>
                  <a:cubicBezTo>
                    <a:pt x="26412" y="763"/>
                    <a:pt x="25648" y="0"/>
                    <a:pt x="24706" y="0"/>
                  </a:cubicBezTo>
                  <a:close/>
                </a:path>
              </a:pathLst>
            </a:custGeom>
            <a:solidFill>
              <a:schemeClr val="accent2"/>
            </a:solidFill>
            <a:ln w="1143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76200" dir="1800000" algn="bl" rotWithShape="0">
                <a:schemeClr val="lt2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1" name="Google Shape;2181;p70"/>
            <p:cNvSpPr/>
            <p:nvPr/>
          </p:nvSpPr>
          <p:spPr>
            <a:xfrm rot="1095387">
              <a:off x="6395021" y="1978781"/>
              <a:ext cx="1615792" cy="1253998"/>
            </a:xfrm>
            <a:custGeom>
              <a:avLst/>
              <a:gdLst/>
              <a:ahLst/>
              <a:cxnLst/>
              <a:rect l="l" t="t" r="r" b="b"/>
              <a:pathLst>
                <a:path w="34795" h="27004" extrusionOk="0">
                  <a:moveTo>
                    <a:pt x="17211" y="1"/>
                  </a:moveTo>
                  <a:cubicBezTo>
                    <a:pt x="13430" y="1"/>
                    <a:pt x="10613" y="1880"/>
                    <a:pt x="10613" y="1880"/>
                  </a:cubicBezTo>
                  <a:cubicBezTo>
                    <a:pt x="10241" y="1830"/>
                    <a:pt x="9872" y="1805"/>
                    <a:pt x="9508" y="1805"/>
                  </a:cubicBezTo>
                  <a:cubicBezTo>
                    <a:pt x="4302" y="1805"/>
                    <a:pt x="61" y="6751"/>
                    <a:pt x="133" y="11888"/>
                  </a:cubicBezTo>
                  <a:lnTo>
                    <a:pt x="133" y="14405"/>
                  </a:lnTo>
                  <a:cubicBezTo>
                    <a:pt x="0" y="17371"/>
                    <a:pt x="1735" y="20088"/>
                    <a:pt x="3386" y="22415"/>
                  </a:cubicBezTo>
                  <a:lnTo>
                    <a:pt x="2663" y="25788"/>
                  </a:lnTo>
                  <a:cubicBezTo>
                    <a:pt x="2529" y="26413"/>
                    <a:pt x="3006" y="27003"/>
                    <a:pt x="3646" y="27003"/>
                  </a:cubicBezTo>
                  <a:lnTo>
                    <a:pt x="5554" y="27003"/>
                  </a:lnTo>
                  <a:cubicBezTo>
                    <a:pt x="6072" y="27003"/>
                    <a:pt x="6567" y="26788"/>
                    <a:pt x="6922" y="26410"/>
                  </a:cubicBezTo>
                  <a:lnTo>
                    <a:pt x="11507" y="21514"/>
                  </a:lnTo>
                  <a:lnTo>
                    <a:pt x="25429" y="21514"/>
                  </a:lnTo>
                  <a:cubicBezTo>
                    <a:pt x="28624" y="21514"/>
                    <a:pt x="29525" y="18399"/>
                    <a:pt x="29525" y="18399"/>
                  </a:cubicBezTo>
                  <a:cubicBezTo>
                    <a:pt x="29525" y="18399"/>
                    <a:pt x="34794" y="17421"/>
                    <a:pt x="34231" y="10919"/>
                  </a:cubicBezTo>
                  <a:cubicBezTo>
                    <a:pt x="33687" y="4648"/>
                    <a:pt x="27732" y="4300"/>
                    <a:pt x="26420" y="4300"/>
                  </a:cubicBezTo>
                  <a:cubicBezTo>
                    <a:pt x="26256" y="4300"/>
                    <a:pt x="26165" y="4306"/>
                    <a:pt x="26165" y="4306"/>
                  </a:cubicBezTo>
                  <a:cubicBezTo>
                    <a:pt x="23141" y="971"/>
                    <a:pt x="19927" y="1"/>
                    <a:pt x="172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2" name="Google Shape;2182;p70"/>
            <p:cNvSpPr/>
            <p:nvPr/>
          </p:nvSpPr>
          <p:spPr>
            <a:xfrm rot="1095387">
              <a:off x="7054989" y="1523190"/>
              <a:ext cx="750430" cy="728279"/>
            </a:xfrm>
            <a:custGeom>
              <a:avLst/>
              <a:gdLst/>
              <a:ahLst/>
              <a:cxnLst/>
              <a:rect l="l" t="t" r="r" b="b"/>
              <a:pathLst>
                <a:path w="16160" h="15683" extrusionOk="0">
                  <a:moveTo>
                    <a:pt x="1139" y="0"/>
                  </a:moveTo>
                  <a:cubicBezTo>
                    <a:pt x="511" y="0"/>
                    <a:pt x="1" y="510"/>
                    <a:pt x="1" y="1139"/>
                  </a:cubicBezTo>
                  <a:lnTo>
                    <a:pt x="1" y="15037"/>
                  </a:lnTo>
                  <a:cubicBezTo>
                    <a:pt x="1" y="15427"/>
                    <a:pt x="319" y="15682"/>
                    <a:pt x="649" y="15682"/>
                  </a:cubicBezTo>
                  <a:cubicBezTo>
                    <a:pt x="811" y="15682"/>
                    <a:pt x="975" y="15621"/>
                    <a:pt x="1107" y="15485"/>
                  </a:cubicBezTo>
                  <a:lnTo>
                    <a:pt x="3672" y="12828"/>
                  </a:lnTo>
                  <a:lnTo>
                    <a:pt x="15021" y="12828"/>
                  </a:lnTo>
                  <a:cubicBezTo>
                    <a:pt x="15650" y="12828"/>
                    <a:pt x="16160" y="12318"/>
                    <a:pt x="16160" y="11689"/>
                  </a:cubicBezTo>
                  <a:lnTo>
                    <a:pt x="16160" y="1139"/>
                  </a:lnTo>
                  <a:cubicBezTo>
                    <a:pt x="16160" y="510"/>
                    <a:pt x="15650" y="0"/>
                    <a:pt x="150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3" name="Google Shape;2183;p70"/>
            <p:cNvSpPr/>
            <p:nvPr/>
          </p:nvSpPr>
          <p:spPr>
            <a:xfrm rot="1095387">
              <a:off x="7215376" y="1771132"/>
              <a:ext cx="92318" cy="92318"/>
            </a:xfrm>
            <a:custGeom>
              <a:avLst/>
              <a:gdLst/>
              <a:ahLst/>
              <a:cxnLst/>
              <a:rect l="l" t="t" r="r" b="b"/>
              <a:pathLst>
                <a:path w="1988" h="1988" extrusionOk="0">
                  <a:moveTo>
                    <a:pt x="387" y="1"/>
                  </a:moveTo>
                  <a:cubicBezTo>
                    <a:pt x="173" y="1"/>
                    <a:pt x="0" y="174"/>
                    <a:pt x="0" y="386"/>
                  </a:cubicBezTo>
                  <a:lnTo>
                    <a:pt x="0" y="1601"/>
                  </a:lnTo>
                  <a:cubicBezTo>
                    <a:pt x="0" y="1814"/>
                    <a:pt x="173" y="1987"/>
                    <a:pt x="387" y="1987"/>
                  </a:cubicBezTo>
                  <a:lnTo>
                    <a:pt x="1601" y="1987"/>
                  </a:lnTo>
                  <a:cubicBezTo>
                    <a:pt x="1814" y="1987"/>
                    <a:pt x="1988" y="1814"/>
                    <a:pt x="1987" y="1601"/>
                  </a:cubicBezTo>
                  <a:lnTo>
                    <a:pt x="1987" y="386"/>
                  </a:lnTo>
                  <a:cubicBezTo>
                    <a:pt x="1987" y="174"/>
                    <a:pt x="1814" y="1"/>
                    <a:pt x="160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2184;p70"/>
            <p:cNvSpPr/>
            <p:nvPr/>
          </p:nvSpPr>
          <p:spPr>
            <a:xfrm rot="1095387">
              <a:off x="7428424" y="1706641"/>
              <a:ext cx="92318" cy="92364"/>
            </a:xfrm>
            <a:custGeom>
              <a:avLst/>
              <a:gdLst/>
              <a:ahLst/>
              <a:cxnLst/>
              <a:rect l="l" t="t" r="r" b="b"/>
              <a:pathLst>
                <a:path w="1988" h="1989" extrusionOk="0">
                  <a:moveTo>
                    <a:pt x="387" y="1"/>
                  </a:moveTo>
                  <a:cubicBezTo>
                    <a:pt x="173" y="1"/>
                    <a:pt x="1" y="175"/>
                    <a:pt x="1" y="387"/>
                  </a:cubicBezTo>
                  <a:lnTo>
                    <a:pt x="1" y="1601"/>
                  </a:lnTo>
                  <a:cubicBezTo>
                    <a:pt x="1" y="1815"/>
                    <a:pt x="173" y="1988"/>
                    <a:pt x="387" y="1988"/>
                  </a:cubicBezTo>
                  <a:lnTo>
                    <a:pt x="1601" y="1988"/>
                  </a:lnTo>
                  <a:cubicBezTo>
                    <a:pt x="1815" y="1988"/>
                    <a:pt x="1988" y="1815"/>
                    <a:pt x="1988" y="1601"/>
                  </a:cubicBezTo>
                  <a:lnTo>
                    <a:pt x="1988" y="387"/>
                  </a:lnTo>
                  <a:cubicBezTo>
                    <a:pt x="1988" y="175"/>
                    <a:pt x="1815" y="1"/>
                    <a:pt x="16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2185;p70"/>
            <p:cNvSpPr/>
            <p:nvPr/>
          </p:nvSpPr>
          <p:spPr>
            <a:xfrm rot="1095387">
              <a:off x="7532646" y="1972123"/>
              <a:ext cx="92364" cy="92318"/>
            </a:xfrm>
            <a:custGeom>
              <a:avLst/>
              <a:gdLst/>
              <a:ahLst/>
              <a:cxnLst/>
              <a:rect l="l" t="t" r="r" b="b"/>
              <a:pathLst>
                <a:path w="1989" h="1988" extrusionOk="0">
                  <a:moveTo>
                    <a:pt x="387" y="0"/>
                  </a:moveTo>
                  <a:cubicBezTo>
                    <a:pt x="174" y="0"/>
                    <a:pt x="1" y="173"/>
                    <a:pt x="1" y="387"/>
                  </a:cubicBezTo>
                  <a:lnTo>
                    <a:pt x="1" y="1601"/>
                  </a:lnTo>
                  <a:cubicBezTo>
                    <a:pt x="1" y="1815"/>
                    <a:pt x="175" y="1988"/>
                    <a:pt x="387" y="1988"/>
                  </a:cubicBezTo>
                  <a:lnTo>
                    <a:pt x="1601" y="1988"/>
                  </a:lnTo>
                  <a:cubicBezTo>
                    <a:pt x="1815" y="1988"/>
                    <a:pt x="1988" y="1814"/>
                    <a:pt x="1988" y="1601"/>
                  </a:cubicBezTo>
                  <a:lnTo>
                    <a:pt x="1988" y="387"/>
                  </a:lnTo>
                  <a:cubicBezTo>
                    <a:pt x="1988" y="173"/>
                    <a:pt x="1815" y="0"/>
                    <a:pt x="16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6" name="Google Shape;2186;p70"/>
            <p:cNvSpPr/>
            <p:nvPr/>
          </p:nvSpPr>
          <p:spPr>
            <a:xfrm rot="1095387">
              <a:off x="6445900" y="1472199"/>
              <a:ext cx="1655728" cy="1797223"/>
            </a:xfrm>
            <a:custGeom>
              <a:avLst/>
              <a:gdLst/>
              <a:ahLst/>
              <a:cxnLst/>
              <a:rect l="l" t="t" r="r" b="b"/>
              <a:pathLst>
                <a:path w="35655" h="38702" extrusionOk="0">
                  <a:moveTo>
                    <a:pt x="24706" y="1134"/>
                  </a:moveTo>
                  <a:cubicBezTo>
                    <a:pt x="25021" y="1134"/>
                    <a:pt x="25277" y="1391"/>
                    <a:pt x="25277" y="1706"/>
                  </a:cubicBezTo>
                  <a:lnTo>
                    <a:pt x="25277" y="12256"/>
                  </a:lnTo>
                  <a:cubicBezTo>
                    <a:pt x="25277" y="12572"/>
                    <a:pt x="25021" y="12828"/>
                    <a:pt x="24706" y="12828"/>
                  </a:cubicBezTo>
                  <a:lnTo>
                    <a:pt x="13357" y="12828"/>
                  </a:lnTo>
                  <a:cubicBezTo>
                    <a:pt x="13204" y="12828"/>
                    <a:pt x="13057" y="12890"/>
                    <a:pt x="12950" y="13001"/>
                  </a:cubicBezTo>
                  <a:lnTo>
                    <a:pt x="10384" y="15658"/>
                  </a:lnTo>
                  <a:cubicBezTo>
                    <a:pt x="10376" y="15667"/>
                    <a:pt x="10360" y="15683"/>
                    <a:pt x="10333" y="15683"/>
                  </a:cubicBezTo>
                  <a:cubicBezTo>
                    <a:pt x="10324" y="15683"/>
                    <a:pt x="10313" y="15681"/>
                    <a:pt x="10301" y="15676"/>
                  </a:cubicBezTo>
                  <a:cubicBezTo>
                    <a:pt x="10283" y="15668"/>
                    <a:pt x="10272" y="15659"/>
                    <a:pt x="10265" y="15649"/>
                  </a:cubicBezTo>
                  <a:cubicBezTo>
                    <a:pt x="10264" y="15648"/>
                    <a:pt x="10264" y="15647"/>
                    <a:pt x="10263" y="15647"/>
                  </a:cubicBezTo>
                  <a:cubicBezTo>
                    <a:pt x="10253" y="15632"/>
                    <a:pt x="10252" y="15615"/>
                    <a:pt x="10252" y="15604"/>
                  </a:cubicBezTo>
                  <a:lnTo>
                    <a:pt x="10252" y="1706"/>
                  </a:lnTo>
                  <a:cubicBezTo>
                    <a:pt x="10252" y="1391"/>
                    <a:pt x="10509" y="1134"/>
                    <a:pt x="10824" y="1134"/>
                  </a:cubicBezTo>
                  <a:close/>
                  <a:moveTo>
                    <a:pt x="10824" y="0"/>
                  </a:moveTo>
                  <a:cubicBezTo>
                    <a:pt x="9883" y="0"/>
                    <a:pt x="9119" y="763"/>
                    <a:pt x="9119" y="1705"/>
                  </a:cubicBezTo>
                  <a:lnTo>
                    <a:pt x="9119" y="15604"/>
                  </a:lnTo>
                  <a:cubicBezTo>
                    <a:pt x="9119" y="15614"/>
                    <a:pt x="9120" y="15622"/>
                    <a:pt x="9120" y="15632"/>
                  </a:cubicBezTo>
                  <a:cubicBezTo>
                    <a:pt x="7740" y="16313"/>
                    <a:pt x="6704" y="17644"/>
                    <a:pt x="6432" y="19213"/>
                  </a:cubicBezTo>
                  <a:cubicBezTo>
                    <a:pt x="6238" y="20252"/>
                    <a:pt x="6323" y="21348"/>
                    <a:pt x="6589" y="22409"/>
                  </a:cubicBezTo>
                  <a:cubicBezTo>
                    <a:pt x="6457" y="22796"/>
                    <a:pt x="5990" y="23957"/>
                    <a:pt x="5052" y="24341"/>
                  </a:cubicBezTo>
                  <a:lnTo>
                    <a:pt x="3394" y="24161"/>
                  </a:lnTo>
                  <a:cubicBezTo>
                    <a:pt x="3373" y="24159"/>
                    <a:pt x="3352" y="24158"/>
                    <a:pt x="3332" y="24158"/>
                  </a:cubicBezTo>
                  <a:cubicBezTo>
                    <a:pt x="3039" y="24158"/>
                    <a:pt x="2791" y="24382"/>
                    <a:pt x="2767" y="24681"/>
                  </a:cubicBezTo>
                  <a:cubicBezTo>
                    <a:pt x="2743" y="24990"/>
                    <a:pt x="2986" y="25257"/>
                    <a:pt x="3294" y="25290"/>
                  </a:cubicBezTo>
                  <a:lnTo>
                    <a:pt x="4416" y="25413"/>
                  </a:lnTo>
                  <a:lnTo>
                    <a:pt x="4111" y="26634"/>
                  </a:lnTo>
                  <a:cubicBezTo>
                    <a:pt x="4035" y="26937"/>
                    <a:pt x="4208" y="27260"/>
                    <a:pt x="4512" y="27340"/>
                  </a:cubicBezTo>
                  <a:cubicBezTo>
                    <a:pt x="4560" y="27352"/>
                    <a:pt x="4609" y="27358"/>
                    <a:pt x="4656" y="27358"/>
                  </a:cubicBezTo>
                  <a:cubicBezTo>
                    <a:pt x="4911" y="27358"/>
                    <a:pt x="5141" y="27187"/>
                    <a:pt x="5206" y="26929"/>
                  </a:cubicBezTo>
                  <a:lnTo>
                    <a:pt x="5603" y="25338"/>
                  </a:lnTo>
                  <a:cubicBezTo>
                    <a:pt x="6284" y="25020"/>
                    <a:pt x="6771" y="24469"/>
                    <a:pt x="7104" y="23941"/>
                  </a:cubicBezTo>
                  <a:cubicBezTo>
                    <a:pt x="7551" y="24997"/>
                    <a:pt x="8145" y="25959"/>
                    <a:pt x="8774" y="26714"/>
                  </a:cubicBezTo>
                  <a:cubicBezTo>
                    <a:pt x="8886" y="26849"/>
                    <a:pt x="9048" y="26918"/>
                    <a:pt x="9210" y="26918"/>
                  </a:cubicBezTo>
                  <a:cubicBezTo>
                    <a:pt x="9338" y="26918"/>
                    <a:pt x="9467" y="26876"/>
                    <a:pt x="9574" y="26786"/>
                  </a:cubicBezTo>
                  <a:cubicBezTo>
                    <a:pt x="9813" y="26586"/>
                    <a:pt x="9846" y="26229"/>
                    <a:pt x="9646" y="25988"/>
                  </a:cubicBezTo>
                  <a:cubicBezTo>
                    <a:pt x="8069" y="24099"/>
                    <a:pt x="7204" y="21577"/>
                    <a:pt x="7546" y="19422"/>
                  </a:cubicBezTo>
                  <a:cubicBezTo>
                    <a:pt x="7775" y="18205"/>
                    <a:pt x="8508" y="17183"/>
                    <a:pt x="9675" y="16623"/>
                  </a:cubicBezTo>
                  <a:cubicBezTo>
                    <a:pt x="9759" y="16670"/>
                    <a:pt x="9975" y="16805"/>
                    <a:pt x="10331" y="16816"/>
                  </a:cubicBezTo>
                  <a:cubicBezTo>
                    <a:pt x="10349" y="16818"/>
                    <a:pt x="10368" y="16819"/>
                    <a:pt x="10387" y="16819"/>
                  </a:cubicBezTo>
                  <a:cubicBezTo>
                    <a:pt x="10769" y="16819"/>
                    <a:pt x="11256" y="16447"/>
                    <a:pt x="11526" y="16107"/>
                  </a:cubicBezTo>
                  <a:cubicBezTo>
                    <a:pt x="11585" y="16105"/>
                    <a:pt x="11644" y="16103"/>
                    <a:pt x="11702" y="16103"/>
                  </a:cubicBezTo>
                  <a:cubicBezTo>
                    <a:pt x="13714" y="16103"/>
                    <a:pt x="15061" y="17662"/>
                    <a:pt x="15074" y="17678"/>
                  </a:cubicBezTo>
                  <a:cubicBezTo>
                    <a:pt x="15187" y="17812"/>
                    <a:pt x="15347" y="17880"/>
                    <a:pt x="15509" y="17880"/>
                  </a:cubicBezTo>
                  <a:cubicBezTo>
                    <a:pt x="15638" y="17880"/>
                    <a:pt x="15767" y="17837"/>
                    <a:pt x="15873" y="17748"/>
                  </a:cubicBezTo>
                  <a:cubicBezTo>
                    <a:pt x="16113" y="17547"/>
                    <a:pt x="16144" y="17189"/>
                    <a:pt x="15943" y="16950"/>
                  </a:cubicBezTo>
                  <a:cubicBezTo>
                    <a:pt x="15880" y="16873"/>
                    <a:pt x="14606" y="15384"/>
                    <a:pt x="12557" y="15041"/>
                  </a:cubicBezTo>
                  <a:lnTo>
                    <a:pt x="13598" y="13962"/>
                  </a:lnTo>
                  <a:lnTo>
                    <a:pt x="24297" y="13962"/>
                  </a:lnTo>
                  <a:cubicBezTo>
                    <a:pt x="24752" y="14305"/>
                    <a:pt x="25198" y="14691"/>
                    <a:pt x="25632" y="15114"/>
                  </a:cubicBezTo>
                  <a:cubicBezTo>
                    <a:pt x="25284" y="15222"/>
                    <a:pt x="24878" y="15374"/>
                    <a:pt x="24460" y="15586"/>
                  </a:cubicBezTo>
                  <a:cubicBezTo>
                    <a:pt x="22932" y="16360"/>
                    <a:pt x="21973" y="17565"/>
                    <a:pt x="21686" y="19072"/>
                  </a:cubicBezTo>
                  <a:cubicBezTo>
                    <a:pt x="21636" y="19334"/>
                    <a:pt x="21770" y="19604"/>
                    <a:pt x="22014" y="19709"/>
                  </a:cubicBezTo>
                  <a:cubicBezTo>
                    <a:pt x="22090" y="19741"/>
                    <a:pt x="22167" y="19756"/>
                    <a:pt x="22241" y="19756"/>
                  </a:cubicBezTo>
                  <a:cubicBezTo>
                    <a:pt x="22508" y="19756"/>
                    <a:pt x="22746" y="19566"/>
                    <a:pt x="22797" y="19294"/>
                  </a:cubicBezTo>
                  <a:cubicBezTo>
                    <a:pt x="23083" y="17155"/>
                    <a:pt x="25695" y="16130"/>
                    <a:pt x="26786" y="16004"/>
                  </a:cubicBezTo>
                  <a:cubicBezTo>
                    <a:pt x="26817" y="16002"/>
                    <a:pt x="26883" y="16000"/>
                    <a:pt x="26978" y="16000"/>
                  </a:cubicBezTo>
                  <a:cubicBezTo>
                    <a:pt x="27504" y="16000"/>
                    <a:pt x="28922" y="16061"/>
                    <a:pt x="30358" y="16640"/>
                  </a:cubicBezTo>
                  <a:cubicBezTo>
                    <a:pt x="32436" y="17479"/>
                    <a:pt x="33695" y="19024"/>
                    <a:pt x="34113" y="21238"/>
                  </a:cubicBezTo>
                  <a:cubicBezTo>
                    <a:pt x="33912" y="21200"/>
                    <a:pt x="33719" y="21182"/>
                    <a:pt x="33534" y="21182"/>
                  </a:cubicBezTo>
                  <a:cubicBezTo>
                    <a:pt x="32683" y="21182"/>
                    <a:pt x="32000" y="21564"/>
                    <a:pt x="31433" y="22150"/>
                  </a:cubicBezTo>
                  <a:cubicBezTo>
                    <a:pt x="31211" y="22378"/>
                    <a:pt x="31236" y="22750"/>
                    <a:pt x="31481" y="22954"/>
                  </a:cubicBezTo>
                  <a:cubicBezTo>
                    <a:pt x="31584" y="23040"/>
                    <a:pt x="31709" y="23081"/>
                    <a:pt x="31833" y="23081"/>
                  </a:cubicBezTo>
                  <a:cubicBezTo>
                    <a:pt x="31990" y="23081"/>
                    <a:pt x="32145" y="23015"/>
                    <a:pt x="32255" y="22886"/>
                  </a:cubicBezTo>
                  <a:cubicBezTo>
                    <a:pt x="32457" y="22649"/>
                    <a:pt x="32630" y="22514"/>
                    <a:pt x="32879" y="22420"/>
                  </a:cubicBezTo>
                  <a:cubicBezTo>
                    <a:pt x="33074" y="22346"/>
                    <a:pt x="33281" y="22309"/>
                    <a:pt x="33497" y="22309"/>
                  </a:cubicBezTo>
                  <a:cubicBezTo>
                    <a:pt x="33738" y="22309"/>
                    <a:pt x="33991" y="22355"/>
                    <a:pt x="34255" y="22445"/>
                  </a:cubicBezTo>
                  <a:cubicBezTo>
                    <a:pt x="34486" y="26652"/>
                    <a:pt x="32052" y="28206"/>
                    <a:pt x="30757" y="28732"/>
                  </a:cubicBezTo>
                  <a:cubicBezTo>
                    <a:pt x="30892" y="24720"/>
                    <a:pt x="28870" y="23428"/>
                    <a:pt x="25630" y="22731"/>
                  </a:cubicBezTo>
                  <a:cubicBezTo>
                    <a:pt x="26904" y="21864"/>
                    <a:pt x="27261" y="20584"/>
                    <a:pt x="27279" y="20512"/>
                  </a:cubicBezTo>
                  <a:cubicBezTo>
                    <a:pt x="27360" y="20212"/>
                    <a:pt x="27180" y="19904"/>
                    <a:pt x="26880" y="19822"/>
                  </a:cubicBezTo>
                  <a:cubicBezTo>
                    <a:pt x="26830" y="19809"/>
                    <a:pt x="26781" y="19802"/>
                    <a:pt x="26732" y="19802"/>
                  </a:cubicBezTo>
                  <a:cubicBezTo>
                    <a:pt x="26483" y="19802"/>
                    <a:pt x="26254" y="19968"/>
                    <a:pt x="26184" y="20218"/>
                  </a:cubicBezTo>
                  <a:cubicBezTo>
                    <a:pt x="26166" y="20283"/>
                    <a:pt x="25734" y="21765"/>
                    <a:pt x="24017" y="22239"/>
                  </a:cubicBezTo>
                  <a:cubicBezTo>
                    <a:pt x="21713" y="21454"/>
                    <a:pt x="20235" y="20473"/>
                    <a:pt x="19882" y="18299"/>
                  </a:cubicBezTo>
                  <a:cubicBezTo>
                    <a:pt x="19837" y="18021"/>
                    <a:pt x="19596" y="17823"/>
                    <a:pt x="19323" y="17823"/>
                  </a:cubicBezTo>
                  <a:cubicBezTo>
                    <a:pt x="19293" y="17823"/>
                    <a:pt x="19262" y="17826"/>
                    <a:pt x="19231" y="17831"/>
                  </a:cubicBezTo>
                  <a:cubicBezTo>
                    <a:pt x="18922" y="17881"/>
                    <a:pt x="18712" y="18172"/>
                    <a:pt x="18762" y="18481"/>
                  </a:cubicBezTo>
                  <a:cubicBezTo>
                    <a:pt x="19216" y="21264"/>
                    <a:pt x="21138" y="22464"/>
                    <a:pt x="23794" y="23356"/>
                  </a:cubicBezTo>
                  <a:cubicBezTo>
                    <a:pt x="29090" y="24647"/>
                    <a:pt x="29915" y="25671"/>
                    <a:pt x="29542" y="29390"/>
                  </a:cubicBezTo>
                  <a:cubicBezTo>
                    <a:pt x="29474" y="29601"/>
                    <a:pt x="28628" y="32078"/>
                    <a:pt x="25994" y="32078"/>
                  </a:cubicBezTo>
                  <a:lnTo>
                    <a:pt x="12073" y="32078"/>
                  </a:lnTo>
                  <a:cubicBezTo>
                    <a:pt x="11917" y="32078"/>
                    <a:pt x="11767" y="32143"/>
                    <a:pt x="11659" y="32258"/>
                  </a:cubicBezTo>
                  <a:lnTo>
                    <a:pt x="7074" y="37155"/>
                  </a:lnTo>
                  <a:cubicBezTo>
                    <a:pt x="6827" y="37419"/>
                    <a:pt x="6481" y="37568"/>
                    <a:pt x="6119" y="37568"/>
                  </a:cubicBezTo>
                  <a:lnTo>
                    <a:pt x="4212" y="37568"/>
                  </a:lnTo>
                  <a:cubicBezTo>
                    <a:pt x="4031" y="37568"/>
                    <a:pt x="3921" y="37467"/>
                    <a:pt x="3871" y="37406"/>
                  </a:cubicBezTo>
                  <a:cubicBezTo>
                    <a:pt x="3822" y="37345"/>
                    <a:pt x="3746" y="37216"/>
                    <a:pt x="3783" y="37039"/>
                  </a:cubicBezTo>
                  <a:lnTo>
                    <a:pt x="4420" y="34069"/>
                  </a:lnTo>
                  <a:cubicBezTo>
                    <a:pt x="5302" y="33930"/>
                    <a:pt x="7200" y="33349"/>
                    <a:pt x="8207" y="30928"/>
                  </a:cubicBezTo>
                  <a:cubicBezTo>
                    <a:pt x="8328" y="30638"/>
                    <a:pt x="8192" y="30306"/>
                    <a:pt x="7903" y="30186"/>
                  </a:cubicBezTo>
                  <a:cubicBezTo>
                    <a:pt x="7831" y="30156"/>
                    <a:pt x="7758" y="30142"/>
                    <a:pt x="7685" y="30142"/>
                  </a:cubicBezTo>
                  <a:cubicBezTo>
                    <a:pt x="7463" y="30142"/>
                    <a:pt x="7252" y="30274"/>
                    <a:pt x="7161" y="30491"/>
                  </a:cubicBezTo>
                  <a:cubicBezTo>
                    <a:pt x="6351" y="32434"/>
                    <a:pt x="4849" y="32859"/>
                    <a:pt x="4228" y="32953"/>
                  </a:cubicBezTo>
                  <a:cubicBezTo>
                    <a:pt x="2696" y="30773"/>
                    <a:pt x="1146" y="28246"/>
                    <a:pt x="1265" y="25562"/>
                  </a:cubicBezTo>
                  <a:cubicBezTo>
                    <a:pt x="1265" y="25553"/>
                    <a:pt x="1265" y="25545"/>
                    <a:pt x="1265" y="25537"/>
                  </a:cubicBezTo>
                  <a:lnTo>
                    <a:pt x="1265" y="23020"/>
                  </a:lnTo>
                  <a:cubicBezTo>
                    <a:pt x="1265" y="23017"/>
                    <a:pt x="1265" y="23015"/>
                    <a:pt x="1265" y="23012"/>
                  </a:cubicBezTo>
                  <a:cubicBezTo>
                    <a:pt x="1212" y="19158"/>
                    <a:pt x="3746" y="15377"/>
                    <a:pt x="7293" y="14024"/>
                  </a:cubicBezTo>
                  <a:cubicBezTo>
                    <a:pt x="7585" y="13911"/>
                    <a:pt x="7732" y="13585"/>
                    <a:pt x="7621" y="13291"/>
                  </a:cubicBezTo>
                  <a:cubicBezTo>
                    <a:pt x="7534" y="13066"/>
                    <a:pt x="7319" y="12927"/>
                    <a:pt x="7091" y="12927"/>
                  </a:cubicBezTo>
                  <a:cubicBezTo>
                    <a:pt x="7024" y="12927"/>
                    <a:pt x="6955" y="12939"/>
                    <a:pt x="6889" y="12964"/>
                  </a:cubicBezTo>
                  <a:cubicBezTo>
                    <a:pt x="2914" y="14481"/>
                    <a:pt x="73" y="18712"/>
                    <a:pt x="132" y="23025"/>
                  </a:cubicBezTo>
                  <a:lnTo>
                    <a:pt x="132" y="25524"/>
                  </a:lnTo>
                  <a:cubicBezTo>
                    <a:pt x="1" y="28583"/>
                    <a:pt x="1695" y="31326"/>
                    <a:pt x="3347" y="33671"/>
                  </a:cubicBezTo>
                  <a:lnTo>
                    <a:pt x="2675" y="36801"/>
                  </a:lnTo>
                  <a:cubicBezTo>
                    <a:pt x="2564" y="37318"/>
                    <a:pt x="2717" y="37851"/>
                    <a:pt x="3092" y="38234"/>
                  </a:cubicBezTo>
                  <a:cubicBezTo>
                    <a:pt x="3395" y="38542"/>
                    <a:pt x="3816" y="38702"/>
                    <a:pt x="4246" y="38702"/>
                  </a:cubicBezTo>
                  <a:lnTo>
                    <a:pt x="6119" y="38702"/>
                  </a:lnTo>
                  <a:cubicBezTo>
                    <a:pt x="6791" y="38702"/>
                    <a:pt x="7441" y="38420"/>
                    <a:pt x="7901" y="37930"/>
                  </a:cubicBezTo>
                  <a:lnTo>
                    <a:pt x="12319" y="33212"/>
                  </a:lnTo>
                  <a:lnTo>
                    <a:pt x="25994" y="33212"/>
                  </a:lnTo>
                  <a:cubicBezTo>
                    <a:pt x="27478" y="33212"/>
                    <a:pt x="28754" y="32601"/>
                    <a:pt x="29683" y="31443"/>
                  </a:cubicBezTo>
                  <a:cubicBezTo>
                    <a:pt x="30124" y="30893"/>
                    <a:pt x="30387" y="30342"/>
                    <a:pt x="30521" y="30008"/>
                  </a:cubicBezTo>
                  <a:cubicBezTo>
                    <a:pt x="34616" y="28742"/>
                    <a:pt x="35654" y="25023"/>
                    <a:pt x="35362" y="22020"/>
                  </a:cubicBezTo>
                  <a:cubicBezTo>
                    <a:pt x="35362" y="22013"/>
                    <a:pt x="35361" y="22006"/>
                    <a:pt x="35360" y="21999"/>
                  </a:cubicBezTo>
                  <a:cubicBezTo>
                    <a:pt x="35019" y="18070"/>
                    <a:pt x="32662" y="16336"/>
                    <a:pt x="30744" y="15573"/>
                  </a:cubicBezTo>
                  <a:cubicBezTo>
                    <a:pt x="29176" y="14949"/>
                    <a:pt x="27670" y="14865"/>
                    <a:pt x="27024" y="14865"/>
                  </a:cubicBezTo>
                  <a:cubicBezTo>
                    <a:pt x="27007" y="14865"/>
                    <a:pt x="26991" y="14865"/>
                    <a:pt x="26975" y="14865"/>
                  </a:cubicBezTo>
                  <a:cubicBezTo>
                    <a:pt x="26563" y="14424"/>
                    <a:pt x="26137" y="14014"/>
                    <a:pt x="25702" y="13639"/>
                  </a:cubicBezTo>
                  <a:cubicBezTo>
                    <a:pt x="26131" y="13329"/>
                    <a:pt x="26412" y="12825"/>
                    <a:pt x="26412" y="12256"/>
                  </a:cubicBezTo>
                  <a:lnTo>
                    <a:pt x="26412" y="1705"/>
                  </a:lnTo>
                  <a:cubicBezTo>
                    <a:pt x="26412" y="763"/>
                    <a:pt x="25648" y="0"/>
                    <a:pt x="247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7" name="Google Shape;2187;p70"/>
            <p:cNvSpPr/>
            <p:nvPr/>
          </p:nvSpPr>
          <p:spPr>
            <a:xfrm rot="1095387">
              <a:off x="7301722" y="2827746"/>
              <a:ext cx="160442" cy="60508"/>
            </a:xfrm>
            <a:custGeom>
              <a:avLst/>
              <a:gdLst/>
              <a:ahLst/>
              <a:cxnLst/>
              <a:rect l="l" t="t" r="r" b="b"/>
              <a:pathLst>
                <a:path w="3455" h="1303" extrusionOk="0">
                  <a:moveTo>
                    <a:pt x="608" y="0"/>
                  </a:moveTo>
                  <a:cubicBezTo>
                    <a:pt x="333" y="0"/>
                    <a:pt x="92" y="201"/>
                    <a:pt x="49" y="481"/>
                  </a:cubicBezTo>
                  <a:cubicBezTo>
                    <a:pt x="1" y="790"/>
                    <a:pt x="214" y="1080"/>
                    <a:pt x="523" y="1128"/>
                  </a:cubicBezTo>
                  <a:cubicBezTo>
                    <a:pt x="1280" y="1243"/>
                    <a:pt x="2075" y="1303"/>
                    <a:pt x="2888" y="1303"/>
                  </a:cubicBezTo>
                  <a:cubicBezTo>
                    <a:pt x="3201" y="1303"/>
                    <a:pt x="3455" y="1048"/>
                    <a:pt x="3455" y="736"/>
                  </a:cubicBezTo>
                  <a:cubicBezTo>
                    <a:pt x="3455" y="423"/>
                    <a:pt x="3201" y="168"/>
                    <a:pt x="2888" y="168"/>
                  </a:cubicBezTo>
                  <a:cubicBezTo>
                    <a:pt x="2133" y="168"/>
                    <a:pt x="1395" y="115"/>
                    <a:pt x="695" y="7"/>
                  </a:cubicBezTo>
                  <a:cubicBezTo>
                    <a:pt x="666" y="2"/>
                    <a:pt x="637" y="0"/>
                    <a:pt x="6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2188;p70"/>
            <p:cNvSpPr/>
            <p:nvPr/>
          </p:nvSpPr>
          <p:spPr>
            <a:xfrm rot="1095387">
              <a:off x="6920234" y="2335203"/>
              <a:ext cx="397737" cy="468926"/>
            </a:xfrm>
            <a:custGeom>
              <a:avLst/>
              <a:gdLst/>
              <a:ahLst/>
              <a:cxnLst/>
              <a:rect l="l" t="t" r="r" b="b"/>
              <a:pathLst>
                <a:path w="8565" h="10098" extrusionOk="0">
                  <a:moveTo>
                    <a:pt x="628" y="1"/>
                  </a:moveTo>
                  <a:cubicBezTo>
                    <a:pt x="580" y="1"/>
                    <a:pt x="530" y="7"/>
                    <a:pt x="481" y="20"/>
                  </a:cubicBezTo>
                  <a:cubicBezTo>
                    <a:pt x="178" y="102"/>
                    <a:pt x="0" y="413"/>
                    <a:pt x="82" y="716"/>
                  </a:cubicBezTo>
                  <a:cubicBezTo>
                    <a:pt x="99" y="778"/>
                    <a:pt x="502" y="2242"/>
                    <a:pt x="1642" y="3989"/>
                  </a:cubicBezTo>
                  <a:cubicBezTo>
                    <a:pt x="2248" y="4918"/>
                    <a:pt x="3140" y="6032"/>
                    <a:pt x="4381" y="7035"/>
                  </a:cubicBezTo>
                  <a:cubicBezTo>
                    <a:pt x="3858" y="7474"/>
                    <a:pt x="3202" y="8232"/>
                    <a:pt x="2931" y="9403"/>
                  </a:cubicBezTo>
                  <a:cubicBezTo>
                    <a:pt x="2861" y="9709"/>
                    <a:pt x="3052" y="10012"/>
                    <a:pt x="3357" y="10082"/>
                  </a:cubicBezTo>
                  <a:cubicBezTo>
                    <a:pt x="3400" y="10093"/>
                    <a:pt x="3443" y="10097"/>
                    <a:pt x="3484" y="10097"/>
                  </a:cubicBezTo>
                  <a:cubicBezTo>
                    <a:pt x="3743" y="10097"/>
                    <a:pt x="3976" y="9920"/>
                    <a:pt x="4037" y="9658"/>
                  </a:cubicBezTo>
                  <a:cubicBezTo>
                    <a:pt x="4283" y="8592"/>
                    <a:pt x="4954" y="7991"/>
                    <a:pt x="5330" y="7731"/>
                  </a:cubicBezTo>
                  <a:cubicBezTo>
                    <a:pt x="6034" y="8195"/>
                    <a:pt x="6829" y="8615"/>
                    <a:pt x="7723" y="8953"/>
                  </a:cubicBezTo>
                  <a:cubicBezTo>
                    <a:pt x="7789" y="8977"/>
                    <a:pt x="7857" y="8990"/>
                    <a:pt x="7924" y="8990"/>
                  </a:cubicBezTo>
                  <a:cubicBezTo>
                    <a:pt x="8153" y="8990"/>
                    <a:pt x="8368" y="8849"/>
                    <a:pt x="8454" y="8623"/>
                  </a:cubicBezTo>
                  <a:cubicBezTo>
                    <a:pt x="8564" y="8330"/>
                    <a:pt x="8417" y="8003"/>
                    <a:pt x="8124" y="7892"/>
                  </a:cubicBezTo>
                  <a:cubicBezTo>
                    <a:pt x="5892" y="7052"/>
                    <a:pt x="3984" y="5501"/>
                    <a:pt x="2614" y="3403"/>
                  </a:cubicBezTo>
                  <a:cubicBezTo>
                    <a:pt x="1562" y="1802"/>
                    <a:pt x="1180" y="434"/>
                    <a:pt x="1176" y="419"/>
                  </a:cubicBezTo>
                  <a:cubicBezTo>
                    <a:pt x="1107" y="167"/>
                    <a:pt x="878" y="1"/>
                    <a:pt x="6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9" name="Google Shape;2189;p70"/>
            <p:cNvSpPr/>
            <p:nvPr/>
          </p:nvSpPr>
          <p:spPr>
            <a:xfrm rot="1095387">
              <a:off x="7206252" y="1546256"/>
              <a:ext cx="144978" cy="437720"/>
            </a:xfrm>
            <a:custGeom>
              <a:avLst/>
              <a:gdLst/>
              <a:ahLst/>
              <a:cxnLst/>
              <a:rect l="l" t="t" r="r" b="b"/>
              <a:pathLst>
                <a:path w="3122" h="9426" extrusionOk="0">
                  <a:moveTo>
                    <a:pt x="1988" y="5470"/>
                  </a:moveTo>
                  <a:lnTo>
                    <a:pt x="1988" y="6322"/>
                  </a:lnTo>
                  <a:lnTo>
                    <a:pt x="1134" y="6322"/>
                  </a:lnTo>
                  <a:lnTo>
                    <a:pt x="1134" y="5470"/>
                  </a:lnTo>
                  <a:close/>
                  <a:moveTo>
                    <a:pt x="1560" y="0"/>
                  </a:moveTo>
                  <a:cubicBezTo>
                    <a:pt x="1247" y="0"/>
                    <a:pt x="994" y="254"/>
                    <a:pt x="994" y="567"/>
                  </a:cubicBezTo>
                  <a:lnTo>
                    <a:pt x="994" y="4335"/>
                  </a:lnTo>
                  <a:lnTo>
                    <a:pt x="954" y="4335"/>
                  </a:lnTo>
                  <a:cubicBezTo>
                    <a:pt x="428" y="4335"/>
                    <a:pt x="1" y="4764"/>
                    <a:pt x="1" y="5288"/>
                  </a:cubicBezTo>
                  <a:lnTo>
                    <a:pt x="1" y="6503"/>
                  </a:lnTo>
                  <a:cubicBezTo>
                    <a:pt x="1" y="7029"/>
                    <a:pt x="428" y="7456"/>
                    <a:pt x="954" y="7456"/>
                  </a:cubicBezTo>
                  <a:lnTo>
                    <a:pt x="994" y="7456"/>
                  </a:lnTo>
                  <a:lnTo>
                    <a:pt x="994" y="8859"/>
                  </a:lnTo>
                  <a:cubicBezTo>
                    <a:pt x="994" y="9172"/>
                    <a:pt x="1247" y="9425"/>
                    <a:pt x="1560" y="9425"/>
                  </a:cubicBezTo>
                  <a:cubicBezTo>
                    <a:pt x="1874" y="9425"/>
                    <a:pt x="2127" y="9172"/>
                    <a:pt x="2127" y="8859"/>
                  </a:cubicBezTo>
                  <a:lnTo>
                    <a:pt x="2127" y="7456"/>
                  </a:lnTo>
                  <a:lnTo>
                    <a:pt x="2168" y="7456"/>
                  </a:lnTo>
                  <a:cubicBezTo>
                    <a:pt x="2693" y="7456"/>
                    <a:pt x="3121" y="7029"/>
                    <a:pt x="3121" y="6503"/>
                  </a:cubicBezTo>
                  <a:lnTo>
                    <a:pt x="3121" y="5288"/>
                  </a:lnTo>
                  <a:cubicBezTo>
                    <a:pt x="3121" y="4764"/>
                    <a:pt x="2693" y="4335"/>
                    <a:pt x="2168" y="4335"/>
                  </a:cubicBezTo>
                  <a:lnTo>
                    <a:pt x="2127" y="4335"/>
                  </a:lnTo>
                  <a:lnTo>
                    <a:pt x="2127" y="567"/>
                  </a:lnTo>
                  <a:cubicBezTo>
                    <a:pt x="2127" y="254"/>
                    <a:pt x="1874" y="0"/>
                    <a:pt x="15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0" name="Google Shape;2190;p70"/>
            <p:cNvSpPr/>
            <p:nvPr/>
          </p:nvSpPr>
          <p:spPr>
            <a:xfrm rot="1095387">
              <a:off x="7379216" y="1603309"/>
              <a:ext cx="144978" cy="437720"/>
            </a:xfrm>
            <a:custGeom>
              <a:avLst/>
              <a:gdLst/>
              <a:ahLst/>
              <a:cxnLst/>
              <a:rect l="l" t="t" r="r" b="b"/>
              <a:pathLst>
                <a:path w="3122" h="9426" extrusionOk="0">
                  <a:moveTo>
                    <a:pt x="1988" y="2715"/>
                  </a:moveTo>
                  <a:lnTo>
                    <a:pt x="1988" y="3567"/>
                  </a:lnTo>
                  <a:lnTo>
                    <a:pt x="1134" y="3567"/>
                  </a:lnTo>
                  <a:lnTo>
                    <a:pt x="1134" y="2715"/>
                  </a:lnTo>
                  <a:close/>
                  <a:moveTo>
                    <a:pt x="1561" y="0"/>
                  </a:moveTo>
                  <a:cubicBezTo>
                    <a:pt x="1247" y="0"/>
                    <a:pt x="994" y="254"/>
                    <a:pt x="994" y="567"/>
                  </a:cubicBezTo>
                  <a:lnTo>
                    <a:pt x="994" y="1580"/>
                  </a:lnTo>
                  <a:lnTo>
                    <a:pt x="954" y="1580"/>
                  </a:lnTo>
                  <a:cubicBezTo>
                    <a:pt x="428" y="1580"/>
                    <a:pt x="1" y="2007"/>
                    <a:pt x="1" y="2533"/>
                  </a:cubicBezTo>
                  <a:lnTo>
                    <a:pt x="1" y="3747"/>
                  </a:lnTo>
                  <a:cubicBezTo>
                    <a:pt x="1" y="4273"/>
                    <a:pt x="428" y="4701"/>
                    <a:pt x="954" y="4701"/>
                  </a:cubicBezTo>
                  <a:lnTo>
                    <a:pt x="994" y="4701"/>
                  </a:lnTo>
                  <a:lnTo>
                    <a:pt x="994" y="8859"/>
                  </a:lnTo>
                  <a:cubicBezTo>
                    <a:pt x="994" y="9172"/>
                    <a:pt x="1247" y="9425"/>
                    <a:pt x="1561" y="9425"/>
                  </a:cubicBezTo>
                  <a:cubicBezTo>
                    <a:pt x="1874" y="9425"/>
                    <a:pt x="2128" y="9172"/>
                    <a:pt x="2128" y="8859"/>
                  </a:cubicBezTo>
                  <a:lnTo>
                    <a:pt x="2128" y="4701"/>
                  </a:lnTo>
                  <a:lnTo>
                    <a:pt x="2168" y="4701"/>
                  </a:lnTo>
                  <a:cubicBezTo>
                    <a:pt x="2694" y="4701"/>
                    <a:pt x="3122" y="4273"/>
                    <a:pt x="3122" y="3747"/>
                  </a:cubicBezTo>
                  <a:lnTo>
                    <a:pt x="3122" y="2533"/>
                  </a:lnTo>
                  <a:cubicBezTo>
                    <a:pt x="3122" y="2007"/>
                    <a:pt x="2694" y="1580"/>
                    <a:pt x="2168" y="1580"/>
                  </a:cubicBezTo>
                  <a:lnTo>
                    <a:pt x="2128" y="1580"/>
                  </a:lnTo>
                  <a:lnTo>
                    <a:pt x="2128" y="567"/>
                  </a:lnTo>
                  <a:cubicBezTo>
                    <a:pt x="2128" y="254"/>
                    <a:pt x="1874" y="0"/>
                    <a:pt x="15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1" name="Google Shape;2191;p70"/>
            <p:cNvSpPr/>
            <p:nvPr/>
          </p:nvSpPr>
          <p:spPr>
            <a:xfrm rot="1095387">
              <a:off x="7552217" y="1660367"/>
              <a:ext cx="144931" cy="437766"/>
            </a:xfrm>
            <a:custGeom>
              <a:avLst/>
              <a:gdLst/>
              <a:ahLst/>
              <a:cxnLst/>
              <a:rect l="l" t="t" r="r" b="b"/>
              <a:pathLst>
                <a:path w="3121" h="9427" extrusionOk="0">
                  <a:moveTo>
                    <a:pt x="1987" y="7439"/>
                  </a:moveTo>
                  <a:lnTo>
                    <a:pt x="1987" y="8292"/>
                  </a:lnTo>
                  <a:lnTo>
                    <a:pt x="1135" y="8292"/>
                  </a:lnTo>
                  <a:lnTo>
                    <a:pt x="1135" y="7439"/>
                  </a:lnTo>
                  <a:close/>
                  <a:moveTo>
                    <a:pt x="1561" y="0"/>
                  </a:moveTo>
                  <a:cubicBezTo>
                    <a:pt x="1248" y="0"/>
                    <a:pt x="993" y="254"/>
                    <a:pt x="993" y="567"/>
                  </a:cubicBezTo>
                  <a:lnTo>
                    <a:pt x="993" y="6306"/>
                  </a:lnTo>
                  <a:lnTo>
                    <a:pt x="953" y="6306"/>
                  </a:lnTo>
                  <a:cubicBezTo>
                    <a:pt x="428" y="6306"/>
                    <a:pt x="0" y="6733"/>
                    <a:pt x="0" y="7259"/>
                  </a:cubicBezTo>
                  <a:lnTo>
                    <a:pt x="0" y="8473"/>
                  </a:lnTo>
                  <a:cubicBezTo>
                    <a:pt x="0" y="8999"/>
                    <a:pt x="428" y="9426"/>
                    <a:pt x="953" y="9426"/>
                  </a:cubicBezTo>
                  <a:lnTo>
                    <a:pt x="2167" y="9426"/>
                  </a:lnTo>
                  <a:cubicBezTo>
                    <a:pt x="2693" y="9426"/>
                    <a:pt x="3121" y="8999"/>
                    <a:pt x="3121" y="8473"/>
                  </a:cubicBezTo>
                  <a:lnTo>
                    <a:pt x="3121" y="7259"/>
                  </a:lnTo>
                  <a:cubicBezTo>
                    <a:pt x="3121" y="6733"/>
                    <a:pt x="2693" y="6306"/>
                    <a:pt x="2167" y="6306"/>
                  </a:cubicBezTo>
                  <a:lnTo>
                    <a:pt x="2128" y="6306"/>
                  </a:lnTo>
                  <a:lnTo>
                    <a:pt x="2128" y="567"/>
                  </a:lnTo>
                  <a:cubicBezTo>
                    <a:pt x="2128" y="254"/>
                    <a:pt x="1874" y="0"/>
                    <a:pt x="15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92" name="Google Shape;2192;p70"/>
          <p:cNvSpPr/>
          <p:nvPr/>
        </p:nvSpPr>
        <p:spPr>
          <a:xfrm rot="2700000">
            <a:off x="2133356" y="1184042"/>
            <a:ext cx="100453" cy="100448"/>
          </a:xfrm>
          <a:custGeom>
            <a:avLst/>
            <a:gdLst/>
            <a:ahLst/>
            <a:cxnLst/>
            <a:rect l="l" t="t" r="r" b="b"/>
            <a:pathLst>
              <a:path w="2835" h="2836" extrusionOk="0">
                <a:moveTo>
                  <a:pt x="1417" y="0"/>
                </a:moveTo>
                <a:cubicBezTo>
                  <a:pt x="635" y="0"/>
                  <a:pt x="0" y="635"/>
                  <a:pt x="0" y="1418"/>
                </a:cubicBezTo>
                <a:cubicBezTo>
                  <a:pt x="0" y="2200"/>
                  <a:pt x="635" y="2835"/>
                  <a:pt x="1417" y="2835"/>
                </a:cubicBezTo>
                <a:cubicBezTo>
                  <a:pt x="2200" y="2835"/>
                  <a:pt x="2835" y="2200"/>
                  <a:pt x="2835" y="1418"/>
                </a:cubicBezTo>
                <a:cubicBezTo>
                  <a:pt x="2835" y="635"/>
                  <a:pt x="2201" y="0"/>
                  <a:pt x="1417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3" name="Google Shape;2193;p70"/>
          <p:cNvSpPr/>
          <p:nvPr/>
        </p:nvSpPr>
        <p:spPr>
          <a:xfrm rot="511152">
            <a:off x="7240692" y="1025451"/>
            <a:ext cx="112803" cy="112821"/>
          </a:xfrm>
          <a:custGeom>
            <a:avLst/>
            <a:gdLst/>
            <a:ahLst/>
            <a:cxnLst/>
            <a:rect l="l" t="t" r="r" b="b"/>
            <a:pathLst>
              <a:path w="6138" h="6139" extrusionOk="0">
                <a:moveTo>
                  <a:pt x="3069" y="0"/>
                </a:moveTo>
                <a:cubicBezTo>
                  <a:pt x="2625" y="513"/>
                  <a:pt x="2402" y="1024"/>
                  <a:pt x="2235" y="1535"/>
                </a:cubicBezTo>
                <a:cubicBezTo>
                  <a:pt x="2177" y="1722"/>
                  <a:pt x="2134" y="1909"/>
                  <a:pt x="2099" y="2097"/>
                </a:cubicBezTo>
                <a:cubicBezTo>
                  <a:pt x="1912" y="2131"/>
                  <a:pt x="1723" y="2173"/>
                  <a:pt x="1536" y="2233"/>
                </a:cubicBezTo>
                <a:cubicBezTo>
                  <a:pt x="1023" y="2398"/>
                  <a:pt x="512" y="2623"/>
                  <a:pt x="1" y="3070"/>
                </a:cubicBezTo>
                <a:cubicBezTo>
                  <a:pt x="512" y="3517"/>
                  <a:pt x="1023" y="3740"/>
                  <a:pt x="1536" y="3907"/>
                </a:cubicBezTo>
                <a:cubicBezTo>
                  <a:pt x="1722" y="3966"/>
                  <a:pt x="1909" y="4008"/>
                  <a:pt x="2096" y="4042"/>
                </a:cubicBezTo>
                <a:cubicBezTo>
                  <a:pt x="2132" y="4230"/>
                  <a:pt x="2173" y="4417"/>
                  <a:pt x="2232" y="4604"/>
                </a:cubicBezTo>
                <a:cubicBezTo>
                  <a:pt x="2399" y="5115"/>
                  <a:pt x="2622" y="5627"/>
                  <a:pt x="3069" y="6138"/>
                </a:cubicBezTo>
                <a:cubicBezTo>
                  <a:pt x="3517" y="5627"/>
                  <a:pt x="3741" y="5115"/>
                  <a:pt x="3906" y="4604"/>
                </a:cubicBezTo>
                <a:cubicBezTo>
                  <a:pt x="3966" y="4416"/>
                  <a:pt x="4008" y="4229"/>
                  <a:pt x="4042" y="4040"/>
                </a:cubicBezTo>
                <a:cubicBezTo>
                  <a:pt x="4230" y="4005"/>
                  <a:pt x="4416" y="3963"/>
                  <a:pt x="4604" y="3904"/>
                </a:cubicBezTo>
                <a:cubicBezTo>
                  <a:pt x="5115" y="3737"/>
                  <a:pt x="5626" y="3514"/>
                  <a:pt x="6138" y="3070"/>
                </a:cubicBezTo>
                <a:cubicBezTo>
                  <a:pt x="5626" y="2625"/>
                  <a:pt x="5115" y="2402"/>
                  <a:pt x="4604" y="2235"/>
                </a:cubicBezTo>
                <a:cubicBezTo>
                  <a:pt x="4416" y="2176"/>
                  <a:pt x="4228" y="2133"/>
                  <a:pt x="4040" y="2099"/>
                </a:cubicBezTo>
                <a:cubicBezTo>
                  <a:pt x="4005" y="1910"/>
                  <a:pt x="3963" y="1723"/>
                  <a:pt x="3904" y="1535"/>
                </a:cubicBezTo>
                <a:cubicBezTo>
                  <a:pt x="3738" y="1024"/>
                  <a:pt x="3514" y="513"/>
                  <a:pt x="3069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4" name="Google Shape;2194;p70"/>
          <p:cNvSpPr/>
          <p:nvPr/>
        </p:nvSpPr>
        <p:spPr>
          <a:xfrm rot="2700000">
            <a:off x="6910206" y="1654929"/>
            <a:ext cx="100453" cy="100448"/>
          </a:xfrm>
          <a:custGeom>
            <a:avLst/>
            <a:gdLst/>
            <a:ahLst/>
            <a:cxnLst/>
            <a:rect l="l" t="t" r="r" b="b"/>
            <a:pathLst>
              <a:path w="2835" h="2836" extrusionOk="0">
                <a:moveTo>
                  <a:pt x="1417" y="0"/>
                </a:moveTo>
                <a:cubicBezTo>
                  <a:pt x="635" y="0"/>
                  <a:pt x="0" y="635"/>
                  <a:pt x="0" y="1418"/>
                </a:cubicBezTo>
                <a:cubicBezTo>
                  <a:pt x="0" y="2200"/>
                  <a:pt x="635" y="2835"/>
                  <a:pt x="1417" y="2835"/>
                </a:cubicBezTo>
                <a:cubicBezTo>
                  <a:pt x="2200" y="2835"/>
                  <a:pt x="2835" y="2200"/>
                  <a:pt x="2835" y="1418"/>
                </a:cubicBezTo>
                <a:cubicBezTo>
                  <a:pt x="2835" y="635"/>
                  <a:pt x="2201" y="0"/>
                  <a:pt x="141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5" name="Google Shape;2195;p70"/>
          <p:cNvSpPr/>
          <p:nvPr/>
        </p:nvSpPr>
        <p:spPr>
          <a:xfrm rot="511152">
            <a:off x="7958212" y="3232563"/>
            <a:ext cx="112803" cy="112821"/>
          </a:xfrm>
          <a:custGeom>
            <a:avLst/>
            <a:gdLst/>
            <a:ahLst/>
            <a:cxnLst/>
            <a:rect l="l" t="t" r="r" b="b"/>
            <a:pathLst>
              <a:path w="6138" h="6139" extrusionOk="0">
                <a:moveTo>
                  <a:pt x="3069" y="0"/>
                </a:moveTo>
                <a:cubicBezTo>
                  <a:pt x="2625" y="513"/>
                  <a:pt x="2402" y="1024"/>
                  <a:pt x="2235" y="1535"/>
                </a:cubicBezTo>
                <a:cubicBezTo>
                  <a:pt x="2177" y="1722"/>
                  <a:pt x="2134" y="1909"/>
                  <a:pt x="2099" y="2097"/>
                </a:cubicBezTo>
                <a:cubicBezTo>
                  <a:pt x="1912" y="2131"/>
                  <a:pt x="1723" y="2173"/>
                  <a:pt x="1536" y="2233"/>
                </a:cubicBezTo>
                <a:cubicBezTo>
                  <a:pt x="1023" y="2398"/>
                  <a:pt x="512" y="2623"/>
                  <a:pt x="1" y="3070"/>
                </a:cubicBezTo>
                <a:cubicBezTo>
                  <a:pt x="512" y="3517"/>
                  <a:pt x="1023" y="3740"/>
                  <a:pt x="1536" y="3907"/>
                </a:cubicBezTo>
                <a:cubicBezTo>
                  <a:pt x="1722" y="3966"/>
                  <a:pt x="1909" y="4008"/>
                  <a:pt x="2096" y="4042"/>
                </a:cubicBezTo>
                <a:cubicBezTo>
                  <a:pt x="2132" y="4230"/>
                  <a:pt x="2173" y="4417"/>
                  <a:pt x="2232" y="4604"/>
                </a:cubicBezTo>
                <a:cubicBezTo>
                  <a:pt x="2399" y="5115"/>
                  <a:pt x="2622" y="5627"/>
                  <a:pt x="3069" y="6138"/>
                </a:cubicBezTo>
                <a:cubicBezTo>
                  <a:pt x="3517" y="5627"/>
                  <a:pt x="3741" y="5115"/>
                  <a:pt x="3906" y="4604"/>
                </a:cubicBezTo>
                <a:cubicBezTo>
                  <a:pt x="3966" y="4416"/>
                  <a:pt x="4008" y="4229"/>
                  <a:pt x="4042" y="4040"/>
                </a:cubicBezTo>
                <a:cubicBezTo>
                  <a:pt x="4230" y="4005"/>
                  <a:pt x="4416" y="3963"/>
                  <a:pt x="4604" y="3904"/>
                </a:cubicBezTo>
                <a:cubicBezTo>
                  <a:pt x="5115" y="3737"/>
                  <a:pt x="5626" y="3514"/>
                  <a:pt x="6138" y="3070"/>
                </a:cubicBezTo>
                <a:cubicBezTo>
                  <a:pt x="5626" y="2625"/>
                  <a:pt x="5115" y="2402"/>
                  <a:pt x="4604" y="2235"/>
                </a:cubicBezTo>
                <a:cubicBezTo>
                  <a:pt x="4416" y="2176"/>
                  <a:pt x="4228" y="2133"/>
                  <a:pt x="4040" y="2099"/>
                </a:cubicBezTo>
                <a:cubicBezTo>
                  <a:pt x="4005" y="1910"/>
                  <a:pt x="3963" y="1723"/>
                  <a:pt x="3904" y="1535"/>
                </a:cubicBezTo>
                <a:cubicBezTo>
                  <a:pt x="3738" y="1024"/>
                  <a:pt x="3514" y="513"/>
                  <a:pt x="306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6" name="Google Shape;2196;p70"/>
          <p:cNvSpPr/>
          <p:nvPr/>
        </p:nvSpPr>
        <p:spPr>
          <a:xfrm rot="2700518">
            <a:off x="938292" y="2041687"/>
            <a:ext cx="66514" cy="66508"/>
          </a:xfrm>
          <a:custGeom>
            <a:avLst/>
            <a:gdLst/>
            <a:ahLst/>
            <a:cxnLst/>
            <a:rect l="l" t="t" r="r" b="b"/>
            <a:pathLst>
              <a:path w="2835" h="2836" extrusionOk="0">
                <a:moveTo>
                  <a:pt x="1417" y="0"/>
                </a:moveTo>
                <a:cubicBezTo>
                  <a:pt x="635" y="0"/>
                  <a:pt x="0" y="635"/>
                  <a:pt x="0" y="1418"/>
                </a:cubicBezTo>
                <a:cubicBezTo>
                  <a:pt x="0" y="2200"/>
                  <a:pt x="635" y="2835"/>
                  <a:pt x="1417" y="2835"/>
                </a:cubicBezTo>
                <a:cubicBezTo>
                  <a:pt x="2200" y="2835"/>
                  <a:pt x="2835" y="2200"/>
                  <a:pt x="2835" y="1418"/>
                </a:cubicBezTo>
                <a:cubicBezTo>
                  <a:pt x="2835" y="635"/>
                  <a:pt x="2201" y="0"/>
                  <a:pt x="1417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1" name="Google Shape;2161;p70"/>
          <p:cNvSpPr txBox="1">
            <a:spLocks noGrp="1"/>
          </p:cNvSpPr>
          <p:nvPr>
            <p:ph type="title"/>
          </p:nvPr>
        </p:nvSpPr>
        <p:spPr>
          <a:xfrm>
            <a:off x="4091365" y="1609267"/>
            <a:ext cx="4826187" cy="130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dirty="0"/>
              <a:t>Thanks</a:t>
            </a:r>
            <a:r>
              <a:rPr lang="en" dirty="0"/>
              <a:t>!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ash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Biology Subject for Elementary: Nervous System by Slidesgo">
  <a:themeElements>
    <a:clrScheme name="Simple Light">
      <a:dk1>
        <a:srgbClr val="333333"/>
      </a:dk1>
      <a:lt1>
        <a:srgbClr val="FFF3DE"/>
      </a:lt1>
      <a:dk2>
        <a:srgbClr val="EF4424"/>
      </a:dk2>
      <a:lt2>
        <a:srgbClr val="F6A96C"/>
      </a:lt2>
      <a:accent1>
        <a:srgbClr val="FFE5C2"/>
      </a:accent1>
      <a:accent2>
        <a:srgbClr val="FFFFFF"/>
      </a:accent2>
      <a:accent3>
        <a:srgbClr val="FAC600"/>
      </a:accent3>
      <a:accent4>
        <a:srgbClr val="1EE6A6"/>
      </a:accent4>
      <a:accent5>
        <a:srgbClr val="60B7FF"/>
      </a:accent5>
      <a:accent6>
        <a:srgbClr val="6354B1"/>
      </a:accent6>
      <a:hlink>
        <a:srgbClr val="3333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2685</TotalTime>
  <Words>1266</Words>
  <Application>Microsoft Office PowerPoint</Application>
  <PresentationFormat>On-screen Show (16:9)</PresentationFormat>
  <Paragraphs>164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Arial</vt:lpstr>
      <vt:lpstr>Cambria Math</vt:lpstr>
      <vt:lpstr>Nunito</vt:lpstr>
      <vt:lpstr>Fredoka One</vt:lpstr>
      <vt:lpstr>Anaheim</vt:lpstr>
      <vt:lpstr>Nunito Light</vt:lpstr>
      <vt:lpstr>Bebas Neue</vt:lpstr>
      <vt:lpstr>Courier New</vt:lpstr>
      <vt:lpstr>Biology Subject for Elementary: Nervous System by Slidesgo</vt:lpstr>
      <vt:lpstr>AI Neural Network versus  The Nervous System </vt:lpstr>
      <vt:lpstr>Table of Contents</vt:lpstr>
      <vt:lpstr>- Introduction to Intelligence -</vt:lpstr>
      <vt:lpstr>- Introduction to Types of Intelligence -</vt:lpstr>
      <vt:lpstr>- Introduction to AI Neural Network -</vt:lpstr>
      <vt:lpstr>- Introduction to AI Neural Network -</vt:lpstr>
      <vt:lpstr>- Introduction to H. Nervous System -</vt:lpstr>
      <vt:lpstr>- Introduction to H. Nervous System -</vt:lpstr>
      <vt:lpstr>- Key Comparison -</vt:lpstr>
      <vt:lpstr>-Basic Similarities-</vt:lpstr>
      <vt:lpstr>-Strengths &amp; Weaknesses-</vt:lpstr>
      <vt:lpstr>Conclusion: AI vs. Human Nervous System</vt:lpstr>
      <vt:lpstr>PowerPoint Presentation</vt:lpstr>
      <vt:lpstr>Resources &amp; References 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Ranbir</cp:lastModifiedBy>
  <cp:revision>9</cp:revision>
  <dcterms:modified xsi:type="dcterms:W3CDTF">2025-04-09T09:16:24Z</dcterms:modified>
</cp:coreProperties>
</file>